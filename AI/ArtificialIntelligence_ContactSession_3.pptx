
<file path=[Content_Types].xml><?xml version="1.0" encoding="utf-8"?>
<Types xmlns="http://schemas.openxmlformats.org/package/2006/content-types">
  <Default Extension="avi" ContentType="video/avi"/>
  <Default Extension="bin" ContentType="application/vnd.openxmlformats-officedocument.oleObject"/>
  <Default Extension="bmp" ContentType="image/bmp"/>
  <Default Extension="emf" ContentType="image/x-emf"/>
  <Default Extension="fntdata" ContentType="application/x-fontdata"/>
  <Default Extension="gif" ContentType="image/gif"/>
  <Default Extension="jpeg" ContentType="image/jpeg"/>
  <Default Extension="mid" ContentType="audio/unknown"/>
  <Default Extension="midi" ContentType="audio/unknown"/>
  <Default Extension="mp2" ContentType="video/mpeg"/>
  <Default Extension="mp3" ContentType="audio/unknown"/>
  <Default Extension="mp4" ContentType="video/mpeg"/>
  <Default Extension="mpeg" ContentType="video/mpeg"/>
  <Default Extension="mpg" ContentType="video/mpeg"/>
  <Default Extension="pct" ContentType="image/pct"/>
  <Default Extension="pcx" ContentType="image/pcx"/>
  <Default Extension="png" ContentType="image/png"/>
  <Default Extension="rels" ContentType="application/vnd.openxmlformats-package.relationships+xml"/>
  <Default Extension="rmi" ContentType="audio/unknown"/>
  <Default Extension="svg" ContentType="image/svg+xml"/>
  <Default Extension="tga" ContentType="image/tga"/>
  <Default Extension="tif" ContentType="image/tif"/>
  <Default Extension="vml" ContentType="application/vnd.openxmlformats-officedocument.vmlDrawing"/>
  <Default Extension="wav" ContentType="audio/wav"/>
  <Default Extension="wma" ContentType="audio/x-ms-wma"/>
  <Default Extension="wmf" ContentType="image/x-wmf"/>
  <Default Extension="wmv" ContentType="video/wmv"/>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3.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officeDocument/2006/relationships/extended-properties" Target="docProps/app.xml"/><Relationship Id="rId1"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dMasterIdLst>
    <p:sldMasterId id="2147483648" r:id="rId5"/>
    <p:sldMasterId id="2147483661" r:id="rId6"/>
  </p:sldMasterIdLst>
  <p:notesMasterIdLst>
    <p:notesMasterId r:id="rId7"/>
  </p:notesMasterIdLst>
  <p:sldIdLst>
    <p:sldId id="442" r:id="rId8"/>
    <p:sldId id="418" r:id="rId9"/>
    <p:sldId id="264" r:id="rId10"/>
    <p:sldId id="265" r:id="rId11"/>
    <p:sldId id="292" r:id="rId12"/>
    <p:sldId id="293" r:id="rId13"/>
    <p:sldId id="316" r:id="rId14"/>
    <p:sldId id="266" r:id="rId15"/>
    <p:sldId id="298" r:id="rId16"/>
    <p:sldId id="267" r:id="rId17"/>
    <p:sldId id="317" r:id="rId18"/>
    <p:sldId id="318" r:id="rId19"/>
    <p:sldId id="319" r:id="rId20"/>
    <p:sldId id="268" r:id="rId21"/>
    <p:sldId id="303" r:id="rId22"/>
    <p:sldId id="304" r:id="rId23"/>
    <p:sldId id="301" r:id="rId24"/>
    <p:sldId id="305" r:id="rId25"/>
    <p:sldId id="270" r:id="rId26"/>
    <p:sldId id="271" r:id="rId27"/>
    <p:sldId id="272" r:id="rId28"/>
    <p:sldId id="273" r:id="rId29"/>
    <p:sldId id="274" r:id="rId30"/>
    <p:sldId id="275" r:id="rId31"/>
    <p:sldId id="302" r:id="rId32"/>
    <p:sldId id="276" r:id="rId33"/>
    <p:sldId id="277" r:id="rId34"/>
    <p:sldId id="278" r:id="rId35"/>
    <p:sldId id="279" r:id="rId36"/>
    <p:sldId id="306" r:id="rId37"/>
    <p:sldId id="286" r:id="rId38"/>
    <p:sldId id="287" r:id="rId39"/>
    <p:sldId id="288" r:id="rId40"/>
    <p:sldId id="289" r:id="rId41"/>
    <p:sldId id="290" r:id="rId42"/>
    <p:sldId id="311" r:id="rId43"/>
    <p:sldId id="307" r:id="rId44"/>
    <p:sldId id="282" r:id="rId45"/>
    <p:sldId id="281" r:id="rId46"/>
    <p:sldId id="283" r:id="rId47"/>
    <p:sldId id="280" r:id="rId48"/>
    <p:sldId id="284" r:id="rId49"/>
    <p:sldId id="294" r:id="rId50"/>
    <p:sldId id="285" r:id="rId51"/>
    <p:sldId id="295" r:id="rId52"/>
    <p:sldId id="313" r:id="rId53"/>
    <p:sldId id="312" r:id="rId54"/>
    <p:sldId id="464" r:id="rId55"/>
    <p:sldId id="415" r:id="rId56"/>
    <p:sldId id="465" r:id="rId57"/>
    <p:sldId id="443" r:id="rId58"/>
    <p:sldId id="416" r:id="rId59"/>
    <p:sldId id="466" r:id="rId60"/>
    <p:sldId id="419" r:id="rId61"/>
    <p:sldId id="420" r:id="rId62"/>
    <p:sldId id="421" r:id="rId63"/>
    <p:sldId id="444" r:id="rId64"/>
    <p:sldId id="445" r:id="rId65"/>
    <p:sldId id="446" r:id="rId66"/>
    <p:sldId id="447" r:id="rId67"/>
    <p:sldId id="422" r:id="rId68"/>
    <p:sldId id="423" r:id="rId69"/>
    <p:sldId id="424" r:id="rId70"/>
    <p:sldId id="425" r:id="rId71"/>
    <p:sldId id="467" r:id="rId72"/>
    <p:sldId id="468" r:id="rId73"/>
    <p:sldId id="431" r:id="rId74"/>
    <p:sldId id="463" r:id="rId75"/>
    <p:sldId id="462" r:id="rId76"/>
  </p:sldIdLst>
  <p:sldSz cx="9144000" cy="6858000"/>
  <p:notesSz cx="9144000" cy="6858000"/>
  <p:defaultTextStyle>
    <a:lvl1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1pPr>
    <a:lvl2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2pPr>
    <a:lvl3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3pPr>
    <a:lvl4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4pPr>
    <a:lvl5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5pPr>
    <a:lvl6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6pPr>
    <a:lvl7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7pPr>
    <a:lvl8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8pPr>
    <a:lvl9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9pPr>
  </p:defaultTextStyle>
</p:presentation>
</file>

<file path=ppt/presProps.xml><?xml version="1.0" encoding="utf-8"?>
<p:presentation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howPr showNarration="1">
    <p:penClr>
      <a:srgbClr val="0000FF"/>
    </p:penClr>
  </p:showPr>
  <p:extLst>
    <p:ext uri="smNativeData">
      <pr:smAppRevision xmlns:pr="smNativeData" xmlns="smNativeData" dt="1768015445" val="1062" rev64="64" revOS="1"/>
      <pr:smFileRevision xmlns:pr="smNativeData" xmlns="smNativeData" dt="1768015445" val="101"/>
      <pr:guideOptions xmlns:pr="smNativeData" xmlns="smNativeData" dt="1768015445" snapToBorders="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ideViewPr>
    <p:cSldViewPr snapToGrid="0">
      <p:cViewPr varScale="1">
        <p:scale>
          <a:sx n="67" d="100"/>
          <a:sy n="67" d="100"/>
        </p:scale>
        <p:origin x="968" y="215"/>
      </p:cViewPr>
    </p:cSldViewPr>
  </p:slideViewPr>
  <p:outlineViewPr>
    <p:cViewPr>
      <p:scale>
        <a:sx n="33" d="100"/>
        <a:sy n="33" d="100"/>
      </p:scale>
      <p:origin x="0" y="0"/>
    </p:cViewPr>
  </p:outlineViewPr>
  <p:sorterViewPr>
    <p:cViewPr>
      <p:scale>
        <a:sx n="13" d="100"/>
        <a:sy n="13" d="100"/>
      </p:scale>
      <p:origin x="0" y="0"/>
    </p:cViewPr>
  </p:sorterViewPr>
  <p:notesViewPr>
    <p:cSldViewPr snapToGrid="0">
      <p:cViewPr>
        <p:scale>
          <a:sx n="67" d="100"/>
          <a:sy n="67" d="100"/>
        </p:scale>
        <p:origin x="968" y="215"/>
      </p:cViewPr>
    </p:cSldViewPr>
  </p:notesViewPr>
  <p:gridSpacing cx="73477120" cy="7347712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16" Type="http://schemas.openxmlformats.org/officeDocument/2006/relationships/slide" Target="slides/slide9.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slide" Target="slides/slide67.xml"/><Relationship Id="rId79" Type="http://schemas.openxmlformats.org/officeDocument/2006/relationships/customXml" Target="../customXml/item3.xml"/><Relationship Id="rId5" Type="http://schemas.openxmlformats.org/officeDocument/2006/relationships/slideMaster" Target="slideMasters/slideMaster1.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customXml" Target="../customXml/item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3" Type="http://schemas.openxmlformats.org/officeDocument/2006/relationships/presProps" Target="presProps.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1" Type="http://schemas.openxmlformats.org/officeDocument/2006/relationships/theme" Target="theme/theme1.xml"/><Relationship Id="rId6"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customXml" Target="../customXml/item2.xml"/><Relationship Id="rId4" Type="http://schemas.openxmlformats.org/officeDocument/2006/relationships/viewProps" Target="viewProps.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7" Type="http://schemas.openxmlformats.org/officeDocument/2006/relationships/notesMaster" Target="notesMasters/notesMaster1.xml"/><Relationship Id="rId71" Type="http://schemas.openxmlformats.org/officeDocument/2006/relationships/slide" Target="slides/slide64.xml"/><Relationship Id="rId2" Type="http://schemas.openxmlformats.org/officeDocument/2006/relationships/tableStyles" Target="tableStyles.xml"/><Relationship Id="rId29" Type="http://schemas.openxmlformats.org/officeDocument/2006/relationships/slide" Target="slides/slide22.xml"/></Relationships>
</file>

<file path=ppt/notesMasters/_rels/notesMaster1.xml.rels><?xml version="1.0" encoding="UTF-8" standalone="yes" ?>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solidFill>
          <a:schemeClr val="bg1"/>
        </a:solidFill>
        <a:effectLst/>
      </p:bgPr>
    </p:bg>
    <p:spTree>
      <p:nvGrpSpPr>
        <p:cNvPr id="1" name=""/>
        <p:cNvGrpSpPr/>
        <p:nvPr/>
      </p:nvGrpSpPr>
      <p:grpSpPr>
        <a:xfrm>
          <a:off x="0" y="0"/>
          <a:ext cx="0" cy="0"/>
          <a:chOff x="0" y="0"/>
          <a:chExt cx="0" cy="0"/>
        </a:xfrm>
      </p:grpSpPr>
      <p:sp>
        <p:nvSpPr>
          <p:cNvPr id="2" name="Google Shape;3;n"/>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PAAD/HwAA"/>
              </a:ext>
            </a:extLst>
          </p:cNvSpPr>
          <p:nvPr>
            <p:ph type="sldImg" idx="2"/>
          </p:nvPr>
        </p:nvSpPr>
        <p:spPr>
          <a:xfrm>
            <a:off x="215900" y="812800"/>
            <a:ext cx="7127240" cy="4008755"/>
          </a:xfrm>
          <a:custGeom>
            <a:avLst/>
            <a:gdLst/>
            <a:ahLst/>
            <a:cxnLst/>
            <a:rect l="0" t="0" r="7127240" b="4008755"/>
            <a:pathLst>
              <a:path w="7127240" h="4008755" fill="none" extrusionOk="0">
                <a:moveTo>
                  <a:pt x="0" y="0"/>
                </a:moveTo>
                <a:lnTo>
                  <a:pt x="7127240" y="0"/>
                </a:lnTo>
                <a:lnTo>
                  <a:pt x="7127240" y="4008755"/>
                </a:lnTo>
                <a:lnTo>
                  <a:pt x="0" y="4008755"/>
                </a:lnTo>
                <a:close/>
              </a:path>
            </a:pathLst>
          </a:custGeom>
          <a:noFill/>
          <a:ln>
            <a:noFill/>
          </a:ln>
        </p:spPr>
      </p:sp>
      <p:sp>
        <p:nvSpPr>
          <p:cNvPr id="3" name="Google Shape;4;n"/>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L2/AAD/HwAA"/>
              </a:ext>
            </a:extLst>
          </p:cNvSpPr>
          <p:nvPr>
            <p:ph type="body" idx="1"/>
          </p:nvPr>
        </p:nvSpPr>
        <p:spPr>
          <a:xfrm>
            <a:off x="756285" y="5078730"/>
            <a:ext cx="6047105" cy="4810760"/>
          </a:xfrm>
          <a:prstGeom prst="rect">
            <a:avLst/>
          </a:prstGeom>
          <a:noFill/>
          <a:ln>
            <a:noFill/>
          </a:ln>
        </p:spPr>
        <p:txBody>
          <a:bodyPr vert="horz" wrap="square" lIns="0" tIns="0" rIns="0" bIns="0" numCol="1" spcCol="215900" anchor="t">
            <a:prstTxWarp prst="textNoShape">
              <a:avLst/>
            </a:prstTxWarp>
          </a:bodyPr>
          <a:lstStyle>
            <a:lvl1pPr marL="4572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1pPr>
            <a:lvl2pPr marL="9144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2pPr>
            <a:lvl3pPr marL="13716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3pPr>
            <a:lvl4pPr marL="18288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4pPr>
            <a:lvl5pPr marL="22860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5pPr>
            <a:lvl6pPr marL="27432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6pPr>
            <a:lvl7pPr marL="32004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7pPr>
            <a:lvl8pPr marL="36576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8pPr>
            <a:lvl9pPr marL="41148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9pPr>
          </a:lstStyle>
          <a:p>
            <a:pPr/>
          </a:p>
        </p:txBody>
      </p:sp>
      <p:sp>
        <p:nvSpPr>
          <p:cNvPr id="4" name="Google Shape;5;n"/>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AAAAAAAAAuFAAASQMAABAAAAAmAAAACAAAAL2/AAD/HwAA"/>
              </a:ext>
            </a:extLst>
          </p:cNvSpPr>
          <p:nvPr>
            <p:ph type="hdr" idx="3"/>
          </p:nvPr>
        </p:nvSpPr>
        <p:spPr>
          <a:xfrm>
            <a:off x="0" y="0"/>
            <a:ext cx="3280410" cy="534035"/>
          </a:xfrm>
          <a:prstGeom prst="rect">
            <a:avLst/>
          </a:prstGeom>
          <a:noFill/>
          <a:ln>
            <a:noFill/>
          </a:ln>
        </p:spPr>
        <p:txBody>
          <a:bodyPr vert="horz" wrap="square" lIns="0" tIns="0" rIns="0" bIns="0" numCol="1" spcCol="215900" anchor="t">
            <a:prstTxWarp prst="textNoShape">
              <a:avLst/>
            </a:prstTxWarp>
          </a:bodyPr>
          <a:lstStyle>
            <a:lvl1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1pPr>
            <a:lvl2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2pPr>
            <a:lvl3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3pPr>
            <a:lvl4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4pPr>
            <a:lvl5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5pPr>
            <a:lvl6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6pPr>
            <a:lvl7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7pPr>
            <a:lvl8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8pPr>
            <a:lvl9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9pPr>
          </a:lstStyle>
          <a:p>
            <a:pPr/>
          </a:p>
        </p:txBody>
      </p:sp>
      <p:sp>
        <p:nvSpPr>
          <p:cNvPr id="5" name="Google Shape;6;n"/>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AAAAACBLgAASQMAABAAAAAmAAAACAAAAL2/AAD/HwAA"/>
              </a:ext>
            </a:extLst>
          </p:cNvSpPr>
          <p:nvPr>
            <p:ph type="dt" idx="10"/>
          </p:nvPr>
        </p:nvSpPr>
        <p:spPr>
          <a:xfrm>
            <a:off x="4279265" y="0"/>
            <a:ext cx="3280410" cy="534035"/>
          </a:xfrm>
          <a:prstGeom prst="rect">
            <a:avLst/>
          </a:prstGeom>
          <a:noFill/>
          <a:ln>
            <a:noFill/>
          </a:ln>
        </p:spPr>
        <p:txBody>
          <a:bodyPr vert="horz" wrap="square" lIns="0" tIns="0" rIns="0" bIns="0" numCol="1" spcCol="215900" anchor="t">
            <a:prstTxWarp prst="textNoShape">
              <a:avLst/>
            </a:prstTxWarp>
          </a:bodyPr>
          <a:lstStyle>
            <a:lvl1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1pPr>
            <a:lvl2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2pPr>
            <a:lvl3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3pPr>
            <a:lvl4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4pPr>
            <a:lvl5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5pPr>
            <a:lvl6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6pPr>
            <a:lvl7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7pPr>
            <a:lvl8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8pPr>
            <a:lvl9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9pPr>
          </a:lstStyle>
          <a:p>
            <a:pPr/>
          </a:p>
        </p:txBody>
      </p:sp>
      <p:sp>
        <p:nvSpPr>
          <p:cNvPr id="6" name="Google Shape;7;n"/>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AAAAAHw+AAAuFAAAxUEAABAAAAAmAAAACAAAAL2/AAD/HwAA"/>
              </a:ext>
            </a:extLst>
          </p:cNvSpPr>
          <p:nvPr>
            <p:ph type="ftr" idx="11"/>
          </p:nvPr>
        </p:nvSpPr>
        <p:spPr>
          <a:xfrm>
            <a:off x="0" y="10157460"/>
            <a:ext cx="3280410" cy="534035"/>
          </a:xfrm>
          <a:prstGeom prst="rect">
            <a:avLst/>
          </a:prstGeom>
          <a:noFill/>
          <a:ln>
            <a:noFill/>
          </a:ln>
        </p:spPr>
        <p:txBody>
          <a:bodyPr vert="horz" wrap="square" lIns="0" tIns="0" rIns="0" bIns="0" numCol="1" spcCol="215900" anchor="b">
            <a:prstTxWarp prst="textNoShape">
              <a:avLst/>
            </a:prstTxWarp>
          </a:bodyPr>
          <a:lstStyle>
            <a:lvl1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1pPr>
            <a:lvl2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2pPr>
            <a:lvl3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3pPr>
            <a:lvl4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4pPr>
            <a:lvl5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5pPr>
            <a:lvl6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6pPr>
            <a:lvl7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7pPr>
            <a:lvl8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8pPr>
            <a:lvl9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9pPr>
          </a:lstStyle>
          <a:p>
            <a:pPr/>
          </a:p>
        </p:txBody>
      </p:sp>
      <p:sp>
        <p:nvSpPr>
          <p:cNvPr id="7" name="Google Shape;8;n"/>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L0/AAD/HwAA"/>
              </a:ext>
            </a:extLst>
          </p:cNvSpPr>
          <p:nvPr>
            <p:ph type="sldNum" idx="12"/>
          </p:nvPr>
        </p:nvSpPr>
        <p:spPr>
          <a:xfrm>
            <a:off x="4279265" y="10157460"/>
            <a:ext cx="3280410" cy="534035"/>
          </a:xfrm>
          <a:prstGeom prst="rect">
            <a:avLst/>
          </a:prstGeom>
          <a:noFill/>
          <a:ln>
            <a:noFill/>
          </a:ln>
        </p:spPr>
        <p:txBody>
          <a:bodyPr vert="horz" wrap="square" lIns="0" tIns="0" rIns="0" bIns="0" numCol="1" spcCol="215900" anchor="b">
            <a:prstTxWarp prst="textNoShape">
              <a:avLst/>
            </a:prstTxWarp>
          </a:bodyPr>
          <a:lstStyle/>
          <a:p>
            <a:pPr marL="0" marR="0" indent="0" algn="r">
              <a:lnSpc>
                <a:spcPct val="100000"/>
              </a:lnSpc>
              <a:spcBef>
                <a:spcPts val="0"/>
              </a:spcBef>
              <a:spcAft>
                <a:spcPts val="0"/>
              </a:spcAft>
              <a:buNone/>
            </a:pPr>
            <a:fld id="{66E4296D-238B-B1DF-C55C-D58A67123380}" type="slidenum">
              <a:rPr lang="en-in" cap="none">
                <a:latin typeface="Times New Roman" pitchFamily="1" charset="0"/>
                <a:ea typeface="Times New Roman" pitchFamily="1" charset="0"/>
                <a:cs typeface="Times New Roman" pitchFamily="1" charset="0"/>
              </a:rPr>
              <a:t>‹#›</a:t>
            </a:fld>
            <a:endParaRPr cap="none">
              <a:latin typeface="Times New Roman" pitchFamily="1" charset="0"/>
              <a:ea typeface="Times New Roman" pitchFamily="1" charset="0"/>
              <a:cs typeface="Times New Roman" pitchFamily="1" charset="0"/>
            </a:endParaRPr>
          </a:p>
        </p:txBody>
      </p:sp>
    </p:spTree>
  </p:cSld>
  <p:clrMap bg1="lt1" tx1="dk1" bg2="lt2" tx2="dk2" accent1="accent1" accent2="accent2" accent3="accent3" accent4="accent4" accent5="accent5" accent6="accent6" hlink="hlink" folHlink="folHlink"/>
  <p:hf hdr="0" ftr="0" dt="0"/>
  <p:notesStyle>
    <a:lvl1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1pPr>
    <a:lvl2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2pPr>
    <a:lvl3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3pPr>
    <a:lvl4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4pPr>
    <a:lvl5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5pPr>
    <a:lvl6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6pPr>
    <a:lvl7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7pPr>
    <a:lvl8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8pPr>
    <a:lvl9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9pPr>
  </p:notesStyle>
</p:notesMaster>
</file>

<file path=ppt/notesSlides/_rels/notesSlide1.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Google Shape;196;p1:notes"/>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L0/AAD/HwAA"/>
              </a:ext>
            </a:extLst>
          </p:cNvSpPr>
          <p:nvPr>
            <p:ph type="body" idx="1"/>
          </p:nvPr>
        </p:nvSpPr>
        <p:spPr>
          <a:xfrm>
            <a:off x="756285" y="5078730"/>
            <a:ext cx="6047105" cy="4810760"/>
          </a:xfrm>
          <a:prstGeom prst="rect">
            <a:avLst/>
          </a:prstGeom>
          <a:noFill/>
          <a:ln>
            <a:noFill/>
          </a:ln>
        </p:spPr>
        <p:txBody>
          <a:bodyPr vert="horz" wrap="square" lIns="0" tIns="0" rIns="0" bIns="0" numCol="1" spcCol="215900" anchor="t">
            <a:prstTxWarp prst="textNoShape">
              <a:avLst/>
            </a:prstTxWarp>
          </a:bodyPr>
          <a:lstStyle/>
          <a:p>
            <a:pPr marL="0" indent="0" algn="l">
              <a:lnSpc>
                <a:spcPct val="100000"/>
              </a:lnSpc>
              <a:spcBef>
                <a:spcPts val="0"/>
              </a:spcBef>
              <a:spcAft>
                <a:spcPts val="0"/>
              </a:spcAft>
              <a:buNone/>
            </a:pPr>
          </a:p>
        </p:txBody>
      </p:sp>
      <p:sp>
        <p:nvSpPr>
          <p:cNvPr id="3" name="Google Shape;197;p1:notes"/>
          <p:cNvSpPr>
            <a:spLocks noGrp="1" noChangeArrowheads="1"/>
            <a:extLst>
              <a:ext uri="smNativeData">
                <pr:smNativeData xmlns:pr="smNativeData" xmlns="smNativeData" val="SMDATA_15_VcZhaRMAAAAlAAAACwAAAC0AAAAA0QYAAAAFAACwJw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gnh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QYAAAAFAACwJwAAqR0AABAAAAAmAAAACAAAAAEPAAD/HwAA"/>
              </a:ext>
            </a:extLst>
          </p:cNvSpPr>
          <p:nvPr>
            <p:ph type="sldImg" idx="2"/>
          </p:nvPr>
        </p:nvSpPr>
        <p:spPr>
          <a:xfrm>
            <a:off x="1108075" y="812800"/>
            <a:ext cx="5343525" cy="4008755"/>
          </a:xfrm>
          <a:custGeom>
            <a:avLst/>
            <a:gdLst/>
            <a:ahLst/>
            <a:cxnLst/>
            <a:rect l="0" t="0" r="5343525" b="4008755"/>
            <a:pathLst>
              <a:path w="5343525" h="4008755" fill="none" extrusionOk="0">
                <a:moveTo>
                  <a:pt x="0" y="0"/>
                </a:moveTo>
                <a:lnTo>
                  <a:pt x="5343525" y="0"/>
                </a:lnTo>
                <a:lnTo>
                  <a:pt x="5343525" y="4008755"/>
                </a:lnTo>
                <a:lnTo>
                  <a:pt x="0" y="4008755"/>
                </a:lnTo>
                <a:close/>
              </a:path>
            </a:pathLst>
          </a:custGeom>
          <a:noFill/>
          <a:ln>
            <a:noFill/>
          </a:ln>
        </p:spPr>
      </p:sp>
    </p:spTree>
  </p:cSld>
  <p:clrMapOvr>
    <a:masterClrMapping/>
  </p:clrMapOvr>
</p:notes>
</file>

<file path=ppt/notesSlides/notesSlide2.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g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0D0A9214-5AE0-5F64-AEB2-AC31DCFC58F9}" type="slidenum">
              <a:rPr lang="en-us" cap="none"/>
              <a:t>8</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g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3.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A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62FC0679-378F-A9F0-C144-C1A5480A3794}" type="slidenum">
              <a:rPr lang="en-us" cap="none"/>
              <a:t>9</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4.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791BBA28-6694-4E4C-DAA3-9019F4ED2CC5}" type="slidenum">
              <a:rPr lang="en-us" cap="none"/>
              <a:t>10</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5.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73FBA7CF-819E-AE51-D043-7704E90D2622}" type="slidenum">
              <a:rPr lang="en-us" cap="none"/>
              <a:t>11</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kAG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BJyV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6.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67434B2B-658A-16BD-C4FB-93E805B532C6}" type="slidenum">
              <a:rPr lang="en-us" cap="none"/>
              <a:t>12</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7.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197507E4-AAF4-20F1-BACD-5CA449834C09}" type="slidenum">
              <a:rPr lang="en-us" cap="none"/>
              <a:t>13</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8.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7DD22082-CC90-87D6-DE6A-3A836E24286F}" type="slidenum">
              <a:rPr lang="en-us" cap="none"/>
              <a:t>14</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9.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HdAd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4D71C41D-53A0-2432-EEC9-A5678A8718F0}" type="slidenum">
              <a:rPr lang="en-us" cap="none"/>
              <a:t>15</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JA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5AC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10.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U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728FDEF5-BB9F-DA28-D137-4D7D90792718}" type="slidenum">
              <a:rPr lang="en-us" cap="none"/>
              <a:t>16</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IAD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11.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267A5FD9-97CB-2FA9-85C2-61FC118C7334}" type="slidenum">
              <a:rPr lang="en-us" cap="none"/>
              <a:t>17</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12.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176EE54D-03FA-3B13-B4D6-F546AB9842A0}" type="slidenum">
              <a:rPr lang="en-us" cap="none"/>
              <a:t>18</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13.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057D6EFB-B5E8-2898-A6C5-43CD208B5016}" type="slidenum">
              <a:rPr lang="en-us" cap="none"/>
              <a:t>19</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14.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r8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49940A3C-72A4-C1FC-EA2C-84A944621CD1}" type="slidenum">
              <a:rPr lang="en-us" cap="none"/>
              <a:t>20</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15.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I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014A374F-01EC-1FC1-A2F2-F79479BC54A2}" type="slidenum">
              <a:rPr lang="en-us" cap="none"/>
              <a:t>21</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A6c3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R0ck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16.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JAN1V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4E86132E-60A3-D3E5-ED3E-96B05D701BC3}" type="slidenum">
              <a:rPr lang="en-us" cap="none"/>
              <a:t>22</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ks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17.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69AD3CCF-8184-F8CA-CA15-779F725B3C22}" type="slidenum">
              <a:rPr lang="en-us" cap="none"/>
              <a:t>23</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18.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pAn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76DAB19F-D19B-8F47-D562-2712FF2C2372}" type="slidenum">
              <a:rPr lang="en-us" cap="none"/>
              <a:t>24</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HJAm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19.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54628CCB-85B9-377A-F7DA-732FC2940126}" type="slidenum">
              <a:rPr lang="en-us" cap="none"/>
              <a:t>25</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20.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6D6CE4ED-A380-3912-CED4-5547AA9A3800}" type="slidenum">
              <a:rPr lang="en-us" cap="none"/>
              <a:t>26</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21.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4A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1CE8941F-51F1-BD62-BF50-A737DA1E49F2}" type="slidenum">
              <a:rPr lang="en-us" cap="none"/>
              <a:t>27</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Gvl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ACe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22.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0751A85F-11EA-045E-A4E9-E70BE6A752B2}" type="slidenum">
              <a:rPr lang="en-us" cap="none"/>
              <a:t>28</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U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23.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OuA8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04EAC9D1-9FE9-BF3F-A752-696A871C513C}" type="slidenum">
              <a:rPr lang="en-us" cap="none"/>
              <a:t>29</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U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M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24.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M8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4D434F98-D6A0-16B9-EEFB-20EC01B51875}" type="slidenum">
              <a:rPr lang="en-us" cap="none"/>
              <a:t>30</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25.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2249B44C-02CF-1C42-81F1-F417FABF77A1}" type="slidenum">
              <a:rPr lang="en-us" cap="none"/>
              <a:t>31</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26.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3311DE2A-64DE-4428-90A9-927D90E766C7}" type="slidenum">
              <a:rPr lang="en-us" cap="none"/>
              <a:t>32</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27.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49420CAA-E4A4-17FA-EAFA-12AF42B41C47}" type="slidenum">
              <a:rPr lang="en-us" cap="none"/>
              <a:t>33</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28.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54525200-4EB9-07A4-F7EA-B8F11CA401ED}" type="slidenum">
              <a:rPr lang="en-us" cap="none"/>
              <a:t>34</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29.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RFIi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5E12127A-34B3-47E4-FDAA-C2B15CE40B97}" type="slidenum">
              <a:rPr lang="en-us" cap="none"/>
              <a:t>35</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30.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0B81FB43-0DE6-D40D-A839-FB58B5775EAE}" type="slidenum">
              <a:rPr lang="en-us" cap="none"/>
              <a:t>36</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31.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714E5359-179C-1BA5-D2F6-E1F01DB824B4}" type="slidenum">
              <a:rPr lang="en-us" cap="none"/>
              <a:t>37</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U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32.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5D1418CB-85B0-41EE-FEAC-73BB56E20826}" type="slidenum">
              <a:rPr lang="en-us" cap="none"/>
              <a:t>38</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MWek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cAPA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33.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659A8732-7C88-CF71-C622-8A24C96C30DF}" type="slidenum">
              <a:rPr lang="en-us" cap="none"/>
              <a:t>39</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b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34.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573AA580-CEBA-6F53-F482-3806EBCC026D}" type="slidenum">
              <a:rPr lang="en-us" cap="none"/>
              <a:t>40</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BAK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35.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4B36106C-22A6-63E6-E88E-D4B35EC01E81}" type="slidenum">
              <a:rPr lang="en-us" cap="none"/>
              <a:t>41</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36.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XYCb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77CF8F8B-C59A-9A79-D477-332CC1392266}" type="slidenum">
              <a:rPr lang="en-us" cap="none"/>
              <a:t>42</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JI/+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37.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DwTV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60B19E49-078D-E468-C309-F13DD04735A4}" type="slidenum">
              <a:rPr lang="en-us" cap="none"/>
              <a:t>43</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UOd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g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38.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2C575C5F-11C1-02AA-8FEF-E7FF12A179B2}" type="slidenum">
              <a:rPr lang="en-us" cap="none"/>
              <a:t>44</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39.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JP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0B8586D5-9BE6-D070-A83D-6D25C8735E38}" type="slidenum">
              <a:rPr lang="en-us" cap="none"/>
              <a:t>45</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40.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g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0D4B5193-DDE0-1EA7-AEF3-2BF21FBD587E}" type="slidenum">
              <a:rPr lang="en-us" cap="none"/>
              <a:t>46</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41.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5CD8FEAE-E0B1-8D08-FF60-165DB02E0943}" type="slidenum">
              <a:rPr lang="en-us" cap="none"/>
              <a:t>47</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42.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48F6398D-C3A5-A3CF-EB4E-359A77001D60}" type="slidenum">
              <a:rPr lang="en-us" cap="none"/>
              <a:t>48</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43.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0E5BA2AD-E3E3-0E54-ADE3-1501ECAD5B40}" type="slidenum">
              <a:rPr lang="en-us" cap="none"/>
              <a:t>49</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QUFB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44.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QeBB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0E9FF60D-43E3-CA00-AD27-B555B8695BE0}" type="slidenum">
              <a:rPr lang="en-us" cap="none"/>
              <a:t>50</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DoxV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INCw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45.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4ABD44B9-F7A7-E8B2-E905-01E70A4B1F54}" type="slidenum">
              <a:rPr lang="en-us" cap="none"/>
              <a:t>51</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46.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UOd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18077EC4-8AF5-5288-BBBF-7CDD30F14D29}" type="slidenum">
              <a:rPr lang="en-us" cap="none"/>
              <a:t>52</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g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47.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g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oAAHw+AACBLgAAxUEAABAAAAAmAAAACAAAAAEAAACAHwAA"/>
              </a:ext>
            </a:extLst>
          </p:cNvSpPr>
          <p:nvPr>
            <p:ph type="sldNum" sz="quarter" idx="5"/>
          </p:nvPr>
        </p:nvSpPr>
        <p:spPr>
          <a:xfrm>
            <a:off x="4279265" y="10157460"/>
            <a:ext cx="3280410" cy="534035"/>
          </a:xfrm>
          <a:ln>
            <a:noFill/>
          </a:ln>
        </p:spPr>
        <p:txBody>
          <a:bodyPr/>
          <a:lstStyle/>
          <a:p>
            <a:pPr/>
            <a:fld id="{28E4774F-01C5-B181-8B5C-F7D439127DA2}" type="slidenum">
              <a:rPr lang="en-us" cap="none"/>
              <a:t>53</a:t>
            </a:fld>
            <a:endParaRPr lang="en-us" cap="none"/>
          </a:p>
        </p:txBody>
      </p:sp>
      <p:sp>
        <p:nvSpPr>
          <p:cNvPr id="3"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VAEAAAAFAAAsLQAAqR0AABAAAAAmAAAACAAAAAEAAACAHwAA"/>
              </a:ext>
            </a:extLst>
          </p:cNvSpPr>
          <p:nvPr>
            <p:ph type="sldImg"/>
          </p:nvPr>
        </p:nvSpPr>
        <p:spPr>
          <a:xfrm>
            <a:off x="215900" y="812800"/>
            <a:ext cx="7127240" cy="4008755"/>
          </a:xfrm>
          <a:ln>
            <a:noFill/>
          </a:ln>
        </p:spPr>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AEAAAAAAAAA"/>
              </a:ext>
            </a:extLst>
          </p:cNvSpPr>
          <p:nvPr>
            <p:ph type="body" idx="1"/>
          </p:nvPr>
        </p:nvSpPr>
        <p:spPr>
          <a:xfrm>
            <a:off x="756285" y="5078730"/>
            <a:ext cx="6047105" cy="4810760"/>
          </a:xfrm>
        </p:spPr>
        <p:txBody>
          <a:bodyPr/>
          <a:lstStyle/>
          <a:p>
            <a:pPr/>
            <a:endParaRPr lang="en-us" cap="none"/>
          </a:p>
        </p:txBody>
      </p:sp>
    </p:spTree>
  </p:cSld>
  <p:clrMapOvr>
    <a:masterClrMapping/>
  </p:clrMapOvr>
</p:notes>
</file>

<file path=ppt/notesSlides/notesSlide48.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g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endParaRPr lang="en-gb" cap="none"/>
          </a:p>
        </p:txBody>
      </p:sp>
    </p:spTree>
  </p:cSld>
  <p:clrMapOvr>
    <a:masterClrMapping/>
  </p:clrMapOvr>
</p:notes>
</file>

<file path=ppt/notesSlides/notesSlide49.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c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endParaRPr lang="en-gb" cap="none"/>
          </a:p>
        </p:txBody>
      </p:sp>
    </p:spTree>
  </p:cSld>
  <p:clrMapOvr>
    <a:masterClrMapping/>
  </p:clrMapOvr>
</p:notes>
</file>

<file path=ppt/notesSlides/notesSlide50.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endParaRPr lang="en-gb" cap="none"/>
          </a:p>
        </p:txBody>
      </p:sp>
    </p:spTree>
  </p:cSld>
  <p:clrMapOvr>
    <a:masterClrMapping/>
  </p:clrMapOvr>
</p:notes>
</file>

<file path=ppt/notesSlides/notesSlide51.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endParaRPr lang="en-gb" cap="none"/>
          </a:p>
        </p:txBody>
      </p:sp>
    </p:spTree>
  </p:cSld>
  <p:clrMapOvr>
    <a:masterClrMapping/>
  </p:clrMapOvr>
</p:notes>
</file>

<file path=ppt/notesSlides/notesSlide52.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J2QA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endParaRPr lang="en-gb" cap="none"/>
          </a:p>
        </p:txBody>
      </p:sp>
    </p:spTree>
  </p:cSld>
  <p:clrMapOvr>
    <a:masterClrMapping/>
  </p:clrMapOvr>
</p:notes>
</file>

<file path=ppt/notesSlides/notesSlide53.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RqI0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Notes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wAAAAAAAA"/>
              </a:ext>
            </a:extLst>
          </p:cNvSpPr>
          <p:nvPr>
            <p:ph type="body" idx="1"/>
          </p:nvPr>
        </p:nvSpPr>
        <p:spPr>
          <a:xfrm>
            <a:off x="756285" y="5078730"/>
            <a:ext cx="6047105" cy="4810760"/>
          </a:xfrm>
        </p:spPr>
        <p:txBody>
          <a:bodyPr vert="horz" wrap="square" lIns="0" tIns="0" rIns="0" bIns="0" numCol="1" spcCol="215900" anchor="t">
            <a:prstTxWarp prst="textNoShape">
              <a:avLst/>
            </a:prstTxWarp>
          </a:bodyPr>
          <a:lstStyle/>
          <a:p>
            <a:pPr>
              <a:lnSpc>
                <a:spcPct val="80000"/>
              </a:lnSpc>
              <a:defRPr sz="1655" cap="none"/>
            </a:pPr>
            <a:r>
              <a:rPr lang="en-us" cap="none"/>
              <a:t>1 initialize the list (open for not closed nodes, closed for closed nodes)</a:t>
            </a:r>
            <a:endParaRPr lang="en-us" cap="none"/>
          </a:p>
          <a:p>
            <a:pPr>
              <a:lnSpc>
                <a:spcPct val="80000"/>
              </a:lnSpc>
              <a:defRPr sz="1655" cap="none"/>
            </a:pPr>
            <a:r>
              <a:rPr lang="en-us" cap="none"/>
              <a:t>2 insert in the open list the root node</a:t>
            </a:r>
            <a:endParaRPr lang="en-us" cap="none"/>
          </a:p>
          <a:p>
            <a:pPr>
              <a:lnSpc>
                <a:spcPct val="80000"/>
              </a:lnSpc>
              <a:defRPr sz="1655" cap="none"/>
            </a:pPr>
            <a:r>
              <a:rPr lang="en-us" cap="none"/>
              <a:t>3 while the open list is not empty</a:t>
            </a:r>
            <a:endParaRPr lang="en-us" cap="none"/>
          </a:p>
          <a:p>
            <a:pPr>
              <a:lnSpc>
                <a:spcPct val="80000"/>
              </a:lnSpc>
              <a:defRPr sz="1655" cap="none"/>
            </a:pPr>
            <a:r>
              <a:rPr lang="en-us" cap="none"/>
              <a:t>	a. remove from the front of the list the first node</a:t>
            </a:r>
            <a:endParaRPr lang="en-us" cap="none"/>
          </a:p>
          <a:p>
            <a:pPr>
              <a:lnSpc>
                <a:spcPct val="80000"/>
              </a:lnSpc>
              <a:defRPr sz="1655" cap="none"/>
            </a:pPr>
            <a:r>
              <a:rPr lang="en-us" cap="none"/>
              <a:t>	b. insert the current node in the back of the closed list</a:t>
            </a:r>
            <a:endParaRPr lang="en-us" cap="none"/>
          </a:p>
          <a:p>
            <a:pPr>
              <a:lnSpc>
                <a:spcPct val="80000"/>
              </a:lnSpc>
              <a:defRPr sz="1655" cap="none"/>
            </a:pPr>
            <a:r>
              <a:rPr lang="en-us" cap="none"/>
              <a:t>	c. if the node is the goal state, return it</a:t>
            </a:r>
            <a:endParaRPr lang="en-us" cap="none"/>
          </a:p>
          <a:p>
            <a:pPr>
              <a:lnSpc>
                <a:spcPct val="80000"/>
              </a:lnSpc>
              <a:defRPr sz="1655" cap="none"/>
            </a:pPr>
            <a:r>
              <a:rPr lang="en-us" cap="none"/>
              <a:t>	d. otherwise</a:t>
            </a:r>
            <a:endParaRPr lang="en-us" cap="none"/>
          </a:p>
          <a:p>
            <a:pPr>
              <a:lnSpc>
                <a:spcPct val="80000"/>
              </a:lnSpc>
              <a:defRPr sz="1655" cap="none"/>
            </a:pPr>
            <a:r>
              <a:rPr lang="en-us" cap="none"/>
              <a:t>		i. Create the list of successors in shortest estimation order for the current node (local cost estimation! Not total!)</a:t>
            </a:r>
            <a:endParaRPr lang="en-us" cap="none"/>
          </a:p>
          <a:p>
            <a:pPr>
              <a:lnSpc>
                <a:spcPct val="80000"/>
              </a:lnSpc>
              <a:defRPr sz="1655" cap="none"/>
            </a:pPr>
            <a:r>
              <a:rPr lang="en-us" cap="none"/>
              <a:t>		ii. Add all the successors not already visited in back of the open list</a:t>
            </a:r>
            <a:endParaRPr lang="en-us" cap="none"/>
          </a:p>
          <a:p>
            <a:pPr>
              <a:lnSpc>
                <a:spcPct val="80000"/>
              </a:lnSpc>
              <a:defRPr sz="1655" cap="none"/>
            </a:pPr>
            <a:endParaRPr lang="en-us" cap="none"/>
          </a:p>
          <a:p>
            <a:pPr>
              <a:lnSpc>
                <a:spcPct val="80000"/>
              </a:lnSpc>
              <a:defRPr sz="1655" cap="none"/>
            </a:pPr>
            <a:endParaRPr lang="en-us" cap="none"/>
          </a:p>
          <a:p>
            <a:pPr>
              <a:lnSpc>
                <a:spcPct val="80000"/>
              </a:lnSpc>
              <a:defRPr sz="1655" cap="none"/>
            </a:pPr>
            <a:r>
              <a:rPr lang="en-us" cap="none"/>
              <a:t>remove-front corresponds to pop</a:t>
            </a:r>
            <a:endParaRPr lang="en-us" cap="none"/>
          </a:p>
          <a:p>
            <a:pPr>
              <a:lnSpc>
                <a:spcPct val="80000"/>
              </a:lnSpc>
              <a:defRPr sz="1655" cap="none"/>
            </a:pPr>
            <a:r>
              <a:rPr lang="en-us" cap="none"/>
              <a:t>insert-back, instead of putting the element at the beginning of the list (push), put it at the end</a:t>
            </a:r>
            <a:endParaRPr lang="en-us" cap="none"/>
          </a:p>
          <a:p>
            <a:pPr>
              <a:lnSpc>
                <a:spcPct val="80000"/>
              </a:lnSpc>
              <a:defRPr sz="1655" cap="none"/>
            </a:pPr>
            <a:r>
              <a:rPr lang="en-us" cap="none"/>
              <a:t>not-empty checks if the list is empty</a:t>
            </a:r>
            <a:endParaRPr lang="en-us" cap="none"/>
          </a:p>
          <a:p>
            <a:pPr>
              <a:lnSpc>
                <a:spcPct val="80000"/>
              </a:lnSpc>
              <a:defRPr sz="1655" cap="none"/>
            </a:pPr>
            <a:r>
              <a:rPr lang="en-us" cap="none"/>
              <a:t>estimationOrderedSuccessorsOf returns the list of direct descendants of the current node in shortest cost order </a:t>
            </a:r>
            <a:endParaRPr lang="en-us" cap="none"/>
          </a:p>
          <a:p>
            <a:pPr>
              <a:lnSpc>
                <a:spcPct val="80000"/>
              </a:lnSpc>
              <a:defRPr sz="1655" cap="none"/>
            </a:pPr>
            <a:r>
              <a:rPr lang="en-us" cap="none"/>
              <a:t>not-in checks if a node is not in a list</a:t>
            </a:r>
            <a:endParaRPr lang="en-us" cap="none"/>
          </a:p>
        </p:txBody>
      </p:sp>
      <p:sp>
        <p:nvSpPr>
          <p:cNvPr id="4" name="Slide Number Placeholder 3"/>
          <p:cNvSpPr>
            <a:extLst>
              <a:ext uri="smNativeData">
                <pr:smNativeData xmlns:pr="smNativeData" xmlns="smNativeData" val="SMDATA_15_VcZhaRMAAAAlAAAAZAAAAA0AAAAAmgAAAE0AAACaAAAATQ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BgAABA7AADiKgAALj4AABAAAAAmAAAACAAAAP//////////"/>
              </a:ext>
            </a:extLst>
          </p:cNvSpPr>
          <p:nvPr/>
        </p:nvSpPr>
        <p:spPr>
          <a:xfrm>
            <a:off x="3949700" y="9601200"/>
            <a:ext cx="3021330" cy="506730"/>
          </a:xfrm>
          <a:prstGeom prst="rect">
            <a:avLst/>
          </a:prstGeom>
          <a:noFill/>
          <a:ln>
            <a:noFill/>
          </a:ln>
          <a:effectLst/>
        </p:spPr>
        <p:txBody>
          <a:bodyPr vert="horz" wrap="square" lIns="97790" tIns="48895" rIns="97790" bIns="48895" numCol="1" spcCol="215900" anchor="b"/>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364FD38D-C3DB-1A25-95F7-35709DB96360}" type="slidenum">
              <a:rPr lang="en-us" sz="1300" cap="none"/>
              <a:t>59</a:t>
            </a:fld>
            <a:endParaRPr lang="en-us" sz="1300" cap="none"/>
          </a:p>
        </p:txBody>
      </p:sp>
    </p:spTree>
  </p:cSld>
  <p:clrMapOvr>
    <a:masterClrMapping/>
  </p:clrMapOvr>
</p:notes>
</file>

<file path=ppt/notesSlides/notesSlide54.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gtlS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Notes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M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endParaRPr lang="en-gb" cap="none"/>
          </a:p>
        </p:txBody>
      </p:sp>
      <p:sp>
        <p:nvSpPr>
          <p:cNvPr id="4" name="Slide Number Placeholder 3"/>
          <p:cNvSpPr>
            <a:extLst>
              <a:ext uri="smNativeData">
                <pr:smNativeData xmlns:pr="smNativeData" xmlns="smNativeData" val="SMDATA_15_VcZhaRMAAAAlAAAAZAAAAA0AAAAAmgAAAE0AAACaAAAATQ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BgAABA7AADiKgAALj4AABAAAAAmAAAACAAAAP//////////"/>
              </a:ext>
            </a:extLst>
          </p:cNvSpPr>
          <p:nvPr/>
        </p:nvSpPr>
        <p:spPr>
          <a:xfrm>
            <a:off x="3949700" y="9601200"/>
            <a:ext cx="3021330" cy="506730"/>
          </a:xfrm>
          <a:prstGeom prst="rect">
            <a:avLst/>
          </a:prstGeom>
          <a:noFill/>
          <a:ln>
            <a:noFill/>
          </a:ln>
          <a:effectLst/>
        </p:spPr>
        <p:txBody>
          <a:bodyPr vert="horz" wrap="square" lIns="97790" tIns="48895" rIns="97790" bIns="48895" numCol="1" spcCol="215900" anchor="b"/>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439DA371-3FAE-C855-E025-C900ED6B169C}" type="slidenum">
              <a:rPr lang="en-us" sz="1300" cap="none"/>
              <a:t>60</a:t>
            </a:fld>
            <a:endParaRPr lang="en-us" sz="1300" cap="none"/>
          </a:p>
        </p:txBody>
      </p:sp>
    </p:spTree>
  </p:cSld>
  <p:clrMapOvr>
    <a:masterClrMapping/>
  </p:clrMapOvr>
</p:notes>
</file>

<file path=ppt/notesSlides/notesSlide55.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Notes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endParaRPr lang="en-gb" cap="none"/>
          </a:p>
        </p:txBody>
      </p:sp>
      <p:sp>
        <p:nvSpPr>
          <p:cNvPr id="4" name="Slide Number Placeholder 3"/>
          <p:cNvSpPr>
            <a:extLst>
              <a:ext uri="smNativeData">
                <pr:smNativeData xmlns:pr="smNativeData" xmlns="smNativeData" val="SMDATA_15_VcZhaRMAAAAlAAAAZAAAAA0AAAAAmgAAAE0AAACaAAAATQ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BgAABA7AADiKgAALj4AABAAAAAmAAAACAAAAP//////////"/>
              </a:ext>
            </a:extLst>
          </p:cNvSpPr>
          <p:nvPr/>
        </p:nvSpPr>
        <p:spPr>
          <a:xfrm>
            <a:off x="3949700" y="9601200"/>
            <a:ext cx="3021330" cy="506730"/>
          </a:xfrm>
          <a:prstGeom prst="rect">
            <a:avLst/>
          </a:prstGeom>
          <a:noFill/>
          <a:ln>
            <a:noFill/>
          </a:ln>
          <a:effectLst/>
        </p:spPr>
        <p:txBody>
          <a:bodyPr vert="horz" wrap="square" lIns="97790" tIns="48895" rIns="97790" bIns="48895" numCol="1" spcCol="215900" anchor="b"/>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67C89E79-378A-9D68-C470-C13DD03E3294}" type="slidenum">
              <a:rPr lang="en-us" sz="1300" cap="none"/>
              <a:t>61</a:t>
            </a:fld>
            <a:endParaRPr lang="en-us" sz="1300" cap="none"/>
          </a:p>
        </p:txBody>
      </p:sp>
    </p:spTree>
  </p:cSld>
  <p:clrMapOvr>
    <a:masterClrMapping/>
  </p:clrMapOvr>
</p:notes>
</file>

<file path=ppt/notesSlides/notesSlide56.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CVFl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endParaRPr lang="en-gb" cap="none"/>
          </a:p>
        </p:txBody>
      </p:sp>
    </p:spTree>
  </p:cSld>
  <p:clrMapOvr>
    <a:masterClrMapping/>
  </p:clrMapOvr>
</p:notes>
</file>

<file path=ppt/notesSlides/notesSlide57.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FsdE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Notes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wAAAAAAAA"/>
              </a:ext>
            </a:extLst>
          </p:cNvSpPr>
          <p:nvPr>
            <p:ph type="body" idx="1"/>
          </p:nvPr>
        </p:nvSpPr>
        <p:spPr>
          <a:xfrm>
            <a:off x="756285" y="5078730"/>
            <a:ext cx="6047105" cy="4810760"/>
          </a:xfrm>
        </p:spPr>
        <p:txBody>
          <a:bodyPr vert="horz" wrap="square" lIns="0" tIns="0" rIns="0" bIns="0" numCol="1" spcCol="215900" anchor="t">
            <a:prstTxWarp prst="textNoShape">
              <a:avLst/>
            </a:prstTxWarp>
          </a:bodyPr>
          <a:lstStyle/>
          <a:p>
            <a:pPr>
              <a:lnSpc>
                <a:spcPct val="80000"/>
              </a:lnSpc>
              <a:defRPr sz="1655" cap="none"/>
            </a:pPr>
            <a:r>
              <a:rPr lang="en-us" cap="none"/>
              <a:t>1 initialize the list (open for not closed nodes, closed for closed nodes)</a:t>
            </a:r>
            <a:endParaRPr lang="en-us" cap="none"/>
          </a:p>
          <a:p>
            <a:pPr>
              <a:lnSpc>
                <a:spcPct val="80000"/>
              </a:lnSpc>
              <a:defRPr sz="1655" cap="none"/>
            </a:pPr>
            <a:r>
              <a:rPr lang="en-us" cap="none"/>
              <a:t>2 insert in the open list the root node</a:t>
            </a:r>
            <a:endParaRPr lang="en-us" cap="none"/>
          </a:p>
          <a:p>
            <a:pPr>
              <a:lnSpc>
                <a:spcPct val="80000"/>
              </a:lnSpc>
              <a:defRPr sz="1655" cap="none"/>
            </a:pPr>
            <a:r>
              <a:rPr lang="en-us" cap="none"/>
              <a:t>3 while the open list is not empty</a:t>
            </a:r>
            <a:endParaRPr lang="en-us" cap="none"/>
          </a:p>
          <a:p>
            <a:pPr>
              <a:lnSpc>
                <a:spcPct val="80000"/>
              </a:lnSpc>
              <a:defRPr sz="1655" cap="none"/>
            </a:pPr>
            <a:r>
              <a:rPr lang="en-us" cap="none"/>
              <a:t>	a. remove from the front of the list the first node</a:t>
            </a:r>
            <a:endParaRPr lang="en-us" cap="none"/>
          </a:p>
          <a:p>
            <a:pPr>
              <a:lnSpc>
                <a:spcPct val="80000"/>
              </a:lnSpc>
              <a:defRPr sz="1655" cap="none"/>
            </a:pPr>
            <a:r>
              <a:rPr lang="en-us" cap="none"/>
              <a:t>	b. insert the current node in the back of the closed list</a:t>
            </a:r>
            <a:endParaRPr lang="en-us" cap="none"/>
          </a:p>
          <a:p>
            <a:pPr>
              <a:lnSpc>
                <a:spcPct val="80000"/>
              </a:lnSpc>
              <a:defRPr sz="1655" cap="none"/>
            </a:pPr>
            <a:r>
              <a:rPr lang="en-us" cap="none"/>
              <a:t>	c. if the node is the goal state, return it</a:t>
            </a:r>
            <a:endParaRPr lang="en-us" cap="none"/>
          </a:p>
          <a:p>
            <a:pPr>
              <a:lnSpc>
                <a:spcPct val="80000"/>
              </a:lnSpc>
              <a:defRPr sz="1655" cap="none"/>
            </a:pPr>
            <a:r>
              <a:rPr lang="en-us" cap="none"/>
              <a:t>	d. otherwise</a:t>
            </a:r>
            <a:endParaRPr lang="en-us" cap="none"/>
          </a:p>
          <a:p>
            <a:pPr>
              <a:lnSpc>
                <a:spcPct val="80000"/>
              </a:lnSpc>
              <a:defRPr sz="1655" cap="none"/>
            </a:pPr>
            <a:r>
              <a:rPr lang="en-us" cap="none"/>
              <a:t>		i. Create the list of successors in shortest estimation order for the current node (Total cost estimation! Not local!)</a:t>
            </a:r>
            <a:endParaRPr lang="en-us" cap="none"/>
          </a:p>
          <a:p>
            <a:pPr>
              <a:lnSpc>
                <a:spcPct val="80000"/>
              </a:lnSpc>
              <a:defRPr sz="1655" cap="none"/>
            </a:pPr>
            <a:r>
              <a:rPr lang="en-us" cap="none"/>
              <a:t>		ii. Add all the successors not already visited in back of the open list</a:t>
            </a:r>
            <a:endParaRPr lang="en-us" cap="none"/>
          </a:p>
          <a:p>
            <a:pPr>
              <a:lnSpc>
                <a:spcPct val="80000"/>
              </a:lnSpc>
              <a:defRPr sz="1655" cap="none"/>
            </a:pPr>
            <a:endParaRPr lang="en-us" cap="none"/>
          </a:p>
          <a:p>
            <a:pPr>
              <a:lnSpc>
                <a:spcPct val="80000"/>
              </a:lnSpc>
              <a:defRPr sz="1655" cap="none"/>
            </a:pPr>
            <a:endParaRPr lang="en-us" cap="none"/>
          </a:p>
          <a:p>
            <a:pPr>
              <a:lnSpc>
                <a:spcPct val="80000"/>
              </a:lnSpc>
              <a:defRPr sz="1655" cap="none"/>
            </a:pPr>
            <a:r>
              <a:rPr lang="en-us" cap="none"/>
              <a:t>remove-front corresponds to pop</a:t>
            </a:r>
            <a:endParaRPr lang="en-us" cap="none"/>
          </a:p>
          <a:p>
            <a:pPr>
              <a:lnSpc>
                <a:spcPct val="80000"/>
              </a:lnSpc>
              <a:defRPr sz="1655" cap="none"/>
            </a:pPr>
            <a:r>
              <a:rPr lang="en-us" cap="none"/>
              <a:t>insert-back, instead of putting the element at the beginning of the list (push), put it at the end</a:t>
            </a:r>
            <a:endParaRPr lang="en-us" cap="none"/>
          </a:p>
          <a:p>
            <a:pPr>
              <a:lnSpc>
                <a:spcPct val="80000"/>
              </a:lnSpc>
              <a:defRPr sz="1655" cap="none"/>
            </a:pPr>
            <a:r>
              <a:rPr lang="en-us" cap="none"/>
              <a:t>not-empty checks if the list is empty</a:t>
            </a:r>
            <a:endParaRPr lang="en-us" cap="none"/>
          </a:p>
          <a:p>
            <a:pPr>
              <a:lnSpc>
                <a:spcPct val="80000"/>
              </a:lnSpc>
              <a:defRPr sz="1655" cap="none"/>
            </a:pPr>
            <a:r>
              <a:rPr lang="en-us" cap="none"/>
              <a:t>totalEstimationOrderedSuccessorsOf returns the list of direct descendants of the current node in shortest total estimation order </a:t>
            </a:r>
            <a:endParaRPr lang="en-us" cap="none"/>
          </a:p>
          <a:p>
            <a:pPr>
              <a:lnSpc>
                <a:spcPct val="80000"/>
              </a:lnSpc>
              <a:defRPr sz="1655" cap="none"/>
            </a:pPr>
            <a:r>
              <a:rPr lang="en-us" cap="none"/>
              <a:t>not-in checks if a node is not in a list</a:t>
            </a:r>
            <a:endParaRPr lang="en-us" cap="none"/>
          </a:p>
        </p:txBody>
      </p:sp>
      <p:sp>
        <p:nvSpPr>
          <p:cNvPr id="4" name="Slide Number Placeholder 3"/>
          <p:cNvSpPr>
            <a:extLst>
              <a:ext uri="smNativeData">
                <pr:smNativeData xmlns:pr="smNativeData" xmlns="smNativeData" val="SMDATA_15_VcZhaRMAAAAlAAAAZAAAAA0AAAAAmgAAAE0AAACaAAAATQ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BgAABA7AADiKgAALj4AABAAAAAmAAAACAAAAP//////////"/>
              </a:ext>
            </a:extLst>
          </p:cNvSpPr>
          <p:nvPr/>
        </p:nvSpPr>
        <p:spPr>
          <a:xfrm>
            <a:off x="3949700" y="9601200"/>
            <a:ext cx="3021330" cy="506730"/>
          </a:xfrm>
          <a:prstGeom prst="rect">
            <a:avLst/>
          </a:prstGeom>
          <a:noFill/>
          <a:ln>
            <a:noFill/>
          </a:ln>
          <a:effectLst/>
        </p:spPr>
        <p:txBody>
          <a:bodyPr vert="horz" wrap="square" lIns="97790" tIns="48895" rIns="97790" bIns="48895" numCol="1" spcCol="215900" anchor="b"/>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28EE6279-37C5-BB94-8B56-C1C12C187D94}" type="slidenum">
              <a:rPr lang="en-us" sz="1300" cap="none"/>
              <a:t>63</a:t>
            </a:fld>
            <a:endParaRPr lang="en-us" sz="1300" cap="none"/>
          </a:p>
        </p:txBody>
      </p:sp>
    </p:spTree>
  </p:cSld>
  <p:clrMapOvr>
    <a:masterClrMapping/>
  </p:clrMapOvr>
</p:notes>
</file>

<file path=ppt/notesSlides/notesSlide58.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BAK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Notes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M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endParaRPr lang="en-gb" cap="none"/>
          </a:p>
        </p:txBody>
      </p:sp>
      <p:sp>
        <p:nvSpPr>
          <p:cNvPr id="4" name="Slide Number Placeholder 3"/>
          <p:cNvSpPr>
            <a:extLst>
              <a:ext uri="smNativeData">
                <pr:smNativeData xmlns:pr="smNativeData" xmlns="smNativeData" val="SMDATA_15_VcZhaRMAAAAlAAAAZAAAAA0AAAAAmgAAAE0AAACaAAAATQ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LkG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BgAABA7AADiKgAALj4AABAAAAAmAAAACAAAAP//////////"/>
              </a:ext>
            </a:extLst>
          </p:cNvSpPr>
          <p:nvPr/>
        </p:nvSpPr>
        <p:spPr>
          <a:xfrm>
            <a:off x="3949700" y="9601200"/>
            <a:ext cx="3021330" cy="506730"/>
          </a:xfrm>
          <a:prstGeom prst="rect">
            <a:avLst/>
          </a:prstGeom>
          <a:noFill/>
          <a:ln>
            <a:noFill/>
          </a:ln>
          <a:effectLst/>
        </p:spPr>
        <p:txBody>
          <a:bodyPr vert="horz" wrap="square" lIns="97790" tIns="48895" rIns="97790" bIns="48895" numCol="1" spcCol="215900" anchor="b"/>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2952EB5D-13C4-071D-8AEA-E548A5A47CB0}" type="slidenum">
              <a:rPr lang="en-us" sz="1300" cap="none"/>
              <a:t>64</a:t>
            </a:fld>
            <a:endParaRPr lang="en-us" sz="1300" cap="none"/>
          </a:p>
        </p:txBody>
      </p:sp>
    </p:spTree>
  </p:cSld>
  <p:clrMapOvr>
    <a:masterClrMapping/>
  </p:clrMapOvr>
</p:notes>
</file>

<file path=ppt/notesSlides/notesSlide59.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Notes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d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endParaRPr lang="en-gb" cap="none"/>
          </a:p>
        </p:txBody>
      </p:sp>
      <p:sp>
        <p:nvSpPr>
          <p:cNvPr id="4" name="Slide Number Placeholder 3"/>
          <p:cNvSpPr>
            <a:extLst>
              <a:ext uri="smNativeData">
                <pr:smNativeData xmlns:pr="smNativeData" xmlns="smNativeData" val="SMDATA_15_VcZhaRMAAAAlAAAAZAAAAA0AAAAAmgAAAE0AAACaAAAATQ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d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BgAABA7AADiKgAALj4AABAAAAAmAAAACAAAAP//////////"/>
              </a:ext>
            </a:extLst>
          </p:cNvSpPr>
          <p:nvPr/>
        </p:nvSpPr>
        <p:spPr>
          <a:xfrm>
            <a:off x="3949700" y="9601200"/>
            <a:ext cx="3021330" cy="506730"/>
          </a:xfrm>
          <a:prstGeom prst="rect">
            <a:avLst/>
          </a:prstGeom>
          <a:noFill/>
          <a:ln>
            <a:noFill/>
          </a:ln>
          <a:effectLst/>
        </p:spPr>
        <p:txBody>
          <a:bodyPr vert="horz" wrap="square" lIns="97790" tIns="48895" rIns="97790" bIns="48895" numCol="1" spcCol="215900" anchor="b"/>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643D8B14-5A89-687D-C785-AC28C5CB31F9}" type="slidenum">
              <a:rPr lang="en-us" sz="1300" cap="none"/>
              <a:t>65</a:t>
            </a:fld>
            <a:endParaRPr lang="en-us" sz="1300" cap="none"/>
          </a:p>
        </p:txBody>
      </p:sp>
    </p:spTree>
  </p:cSld>
  <p:clrMapOvr>
    <a:masterClrMapping/>
  </p:clrMapOvr>
</p:notes>
</file>

<file path=ppt/notesSlides/notesSlide60.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endParaRPr lang="en-gb" cap="none"/>
          </a:p>
        </p:txBody>
      </p:sp>
    </p:spTree>
  </p:cSld>
  <p:clrMapOvr>
    <a:masterClrMapping/>
  </p:clrMapOvr>
</p:notes>
</file>

<file path=ppt/notesSlides/notesSlide61.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yAl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Notes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r>
              <a:rPr lang="en-us" cap="none"/>
              <a:t>1 set current node as root node</a:t>
            </a:r>
            <a:endParaRPr lang="en-us" cap="none"/>
          </a:p>
          <a:p>
            <a:pPr/>
            <a:r>
              <a:rPr lang="en-us" cap="none"/>
              <a:t>2 while a solution is not found or reach dead end</a:t>
            </a:r>
            <a:endParaRPr lang="en-us" cap="none"/>
          </a:p>
          <a:p>
            <a:pPr/>
            <a:r>
              <a:rPr lang="en-us" cap="none"/>
              <a:t>	a. if the node is the goal state, return it</a:t>
            </a:r>
            <a:endParaRPr lang="en-us" cap="none"/>
          </a:p>
          <a:p>
            <a:pPr/>
            <a:r>
              <a:rPr lang="en-us" cap="none"/>
              <a:t>	b. otherwise</a:t>
            </a:r>
            <a:endParaRPr lang="en-us" cap="none"/>
          </a:p>
          <a:p>
            <a:pPr/>
            <a:r>
              <a:rPr lang="en-us" cap="none"/>
              <a:t>		i. Create the list of successors for the current node</a:t>
            </a:r>
            <a:endParaRPr lang="en-us" cap="none"/>
          </a:p>
          <a:p>
            <a:pPr/>
            <a:r>
              <a:rPr lang="en-us" cap="none"/>
              <a:t>		ii. Find the nearest successor and use it as next node</a:t>
            </a:r>
            <a:endParaRPr lang="en-us" cap="none"/>
          </a:p>
        </p:txBody>
      </p:sp>
      <p:sp>
        <p:nvSpPr>
          <p:cNvPr id="4" name="Slide Number Placeholder 3"/>
          <p:cNvSpPr>
            <a:extLst>
              <a:ext uri="smNativeData">
                <pr:smNativeData xmlns:pr="smNativeData" xmlns="smNativeData" val="SMDATA_15_VcZhaRMAAAAlAAAAZAAAAA0AAAAAmgAAAE0AAACaAAAATQ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Y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BgAABA7AADiKgAALj4AABAAAAAmAAAACAAAAP//////////"/>
              </a:ext>
            </a:extLst>
          </p:cNvSpPr>
          <p:nvPr/>
        </p:nvSpPr>
        <p:spPr>
          <a:xfrm>
            <a:off x="3949700" y="9601200"/>
            <a:ext cx="3021330" cy="506730"/>
          </a:xfrm>
          <a:prstGeom prst="rect">
            <a:avLst/>
          </a:prstGeom>
          <a:noFill/>
          <a:ln>
            <a:noFill/>
          </a:ln>
          <a:effectLst/>
        </p:spPr>
        <p:txBody>
          <a:bodyPr vert="horz" wrap="square" lIns="97790" tIns="48895" rIns="97790" bIns="48895" numCol="1" spcCol="215900" anchor="b"/>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1397DEA0-EEFE-C228-B02F-187D9061464D}" type="slidenum">
              <a:rPr lang="en-us" sz="1300" cap="none"/>
              <a:t>67</a:t>
            </a:fld>
            <a:endParaRPr lang="en-us" sz="1300" cap="none"/>
          </a:p>
        </p:txBody>
      </p:sp>
    </p:spTree>
  </p:cSld>
  <p:clrMapOvr>
    <a:masterClrMapping/>
  </p:clrMapOvr>
</p:notes>
</file>

<file path=ppt/notesSlides/notesSlide62.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M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Notes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endParaRPr lang="en-gb" cap="none"/>
          </a:p>
        </p:txBody>
      </p:sp>
      <p:sp>
        <p:nvSpPr>
          <p:cNvPr id="4" name="Slide Number Placeholder 3"/>
          <p:cNvSpPr>
            <a:extLst>
              <a:ext uri="smNativeData">
                <pr:smNativeData xmlns:pr="smNativeData" xmlns="smNativeData" val="SMDATA_15_VcZhaRMAAAAlAAAAZAAAAA0AAAAAmgAAAE0AAACaAAAATQ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BgAABA7AADiKgAALj4AABAAAAAmAAAACAAAAP//////////"/>
              </a:ext>
            </a:extLst>
          </p:cNvSpPr>
          <p:nvPr/>
        </p:nvSpPr>
        <p:spPr>
          <a:xfrm>
            <a:off x="3949700" y="9601200"/>
            <a:ext cx="3021330" cy="506730"/>
          </a:xfrm>
          <a:prstGeom prst="rect">
            <a:avLst/>
          </a:prstGeom>
          <a:noFill/>
          <a:ln>
            <a:noFill/>
          </a:ln>
          <a:effectLst/>
        </p:spPr>
        <p:txBody>
          <a:bodyPr vert="horz" wrap="square" lIns="97790" tIns="48895" rIns="97790" bIns="48895" numCol="1" spcCol="215900" anchor="b"/>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20EE1A50-1ECD-BBEC-8356-E8B9541875BD}" type="slidenum">
              <a:rPr lang="en-us" sz="1300" cap="none"/>
              <a:t>68</a:t>
            </a:fld>
            <a:endParaRPr lang="en-us" sz="1300" cap="none"/>
          </a:p>
        </p:txBody>
      </p:sp>
    </p:spTree>
  </p:cSld>
  <p:clrMapOvr>
    <a:masterClrMapping/>
  </p:clrMapOvr>
</p:notes>
</file>

<file path=ppt/notesSlides/notesSlide63.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Dk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Notes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endParaRPr lang="en-gb" cap="none"/>
          </a:p>
        </p:txBody>
      </p:sp>
      <p:sp>
        <p:nvSpPr>
          <p:cNvPr id="4" name="Slide Number Placeholder 3"/>
          <p:cNvSpPr>
            <a:extLst>
              <a:ext uri="smNativeData">
                <pr:smNativeData xmlns:pr="smNativeData" xmlns="smNativeData" val="SMDATA_15_VcZhaRMAAAAlAAAAZAAAAA0AAAAAmgAAAE0AAACaAAAATQ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M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TBgAABA7AADiKgAALj4AABAAAAAmAAAACAAAAP//////////"/>
              </a:ext>
            </a:extLst>
          </p:cNvSpPr>
          <p:nvPr/>
        </p:nvSpPr>
        <p:spPr>
          <a:xfrm>
            <a:off x="3949700" y="9601200"/>
            <a:ext cx="3021330" cy="506730"/>
          </a:xfrm>
          <a:prstGeom prst="rect">
            <a:avLst/>
          </a:prstGeom>
          <a:noFill/>
          <a:ln>
            <a:noFill/>
          </a:ln>
          <a:effectLst/>
        </p:spPr>
        <p:txBody>
          <a:bodyPr vert="horz" wrap="square" lIns="97790" tIns="48895" rIns="97790" bIns="48895" numCol="1" spcCol="215900" anchor="b"/>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0C225813-5DE1-77AE-AF9A-ABFB16D459FE}" type="slidenum">
              <a:rPr lang="en-us" sz="1300" cap="none"/>
              <a:t>69</a:t>
            </a:fld>
            <a:endParaRPr lang="en-us" sz="1300" cap="none"/>
          </a:p>
        </p:txBody>
      </p:sp>
    </p:spTree>
  </p:cSld>
  <p:clrMapOvr>
    <a:masterClrMapping/>
  </p:clrMapOvr>
</p:notes>
</file>

<file path=ppt/notesSlides/notesSlide64.xml><?xml version="1.0" encoding="utf-8"?>
<p:notes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showMasterSp="0">
  <p:cSld>
    <p:bg>
      <p:bgPr>
        <a:solidFill>
          <a:schemeClr val="bg1"/>
        </a:solidFill>
        <a:effectLst/>
      </p:bgPr>
    </p:bg>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CwAAAC0AAAAAVAEAAAAFAAAsLQAAqR0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0QYAAAAFAACwJwAAqR0AABAAAAAmAAAACAAAAAEOAAD/HwAA"/>
              </a:ext>
            </a:extLst>
          </p:cNvSpPr>
          <p:nvPr>
            <p:ph type="sldImg"/>
          </p:nvPr>
        </p:nvSpPr>
        <p:spPr>
          <a:xfrm>
            <a:off x="1108075" y="812800"/>
            <a:ext cx="5343525" cy="4008755"/>
          </a:xfrm>
          <a:noFill/>
          <a:ln w="9525" cap="flat" cmpd="sng" algn="ctr">
            <a:solidFill>
              <a:srgbClr val="000000"/>
            </a:solidFill>
            <a:prstDash val="solid"/>
            <a:headEnd type="none"/>
            <a:tailEnd type="none"/>
          </a:ln>
        </p:spPr>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pwQAAD4fAADaKQAA1jwAABAAAAAmAAAACAAAAIEQAAB/AAAA"/>
              </a:ext>
            </a:extLst>
          </p:cNvSpPr>
          <p:nvPr>
            <p:ph type="body" idx="1"/>
          </p:nvPr>
        </p:nvSpPr>
        <p:spPr>
          <a:xfrm>
            <a:off x="756285" y="5078730"/>
            <a:ext cx="6047105" cy="4810760"/>
          </a:xfrm>
          <a:noFill/>
        </p:spPr>
        <p:txBody>
          <a:bodyPr vert="horz" wrap="square" lIns="0" tIns="0" rIns="0" bIns="0" numCol="1" spcCol="215900" anchor="t">
            <a:prstTxWarp prst="textNoShape">
              <a:avLst/>
            </a:prstTxWarp>
          </a:bodyPr>
          <a:lstStyle/>
          <a:p>
            <a:pPr/>
            <a:endParaRPr lang="en-gb" cap="none"/>
          </a:p>
        </p:txBody>
      </p:sp>
    </p:spTree>
  </p:cSld>
  <p:clrMapOvr>
    <a:masterClrMapping/>
  </p:clrMapOvr>
</p:notes>
</file>

<file path=ppt/slideLayouts/_rels/slideLayout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4.xml.rels><?xml version="1.0" encoding="UTF-8" standalone="yes" ?>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eg"/><Relationship Id="rId3" Type="http://schemas.openxmlformats.org/officeDocument/2006/relationships/image" Target="../media/image5.png"/></Relationships>
</file>

<file path=ppt/slideLayouts/_rels/slideLayout27.xml.rels><?xml version="1.0" encoding="UTF-8" standalone="yes" ?>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8.xml.rels><?xml version="1.0" encoding="UTF-8" standalone="yes" ?>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x">
  <p:cSld name="TITLE_AND_BODY">
    <p:spTree>
      <p:nvGrpSpPr>
        <p:cNvPr id="1" name=""/>
        <p:cNvGrpSpPr/>
        <p:nvPr/>
      </p:nvGrpSpPr>
      <p:grpSpPr>
        <a:xfrm>
          <a:off x="0" y="0"/>
          <a:ext cx="0" cy="0"/>
          <a:chOff x="0" y="0"/>
          <a:chExt cx="0" cy="0"/>
        </a:xfrm>
      </p:grpSpPr>
      <p:sp>
        <p:nvSpPr>
          <p:cNvPr id="2" name="Google Shape;21;p20"/>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2wAAD/HwAA"/>
              </a:ext>
            </a:extLst>
          </p:cNvSpPr>
          <p:nvPr>
            <p:ph type="title"/>
          </p:nvPr>
        </p:nvSpPr>
        <p:spPr>
          <a:xfrm>
            <a:off x="395605" y="274955"/>
            <a:ext cx="6120130" cy="849630"/>
          </a:xfrm>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22;p20"/>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BvNQAAryUAABAAAAAmAAAACAAAAL2wAAD/HwAA"/>
              </a:ext>
            </a:extLst>
          </p:cNvSpPr>
          <p:nvPr>
            <p:ph type="subTitle" idx="1"/>
          </p:nvPr>
        </p:nvSpPr>
        <p:spPr>
          <a:xfrm>
            <a:off x="457200" y="1600200"/>
            <a:ext cx="8228965" cy="4525645"/>
          </a:xfrm>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Tree>
  </p:cSld>
  <p:clrMapOvr>
    <a:masterClrMapping/>
  </p:clrMapOvr>
</p:sldLayout>
</file>

<file path=ppt/slideLayouts/slideLayout3.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
  <p:cSld name="OBJECT">
    <p:spTree>
      <p:nvGrpSpPr>
        <p:cNvPr id="1" name=""/>
        <p:cNvGrpSpPr/>
        <p:nvPr/>
      </p:nvGrpSpPr>
      <p:grpSpPr>
        <a:xfrm>
          <a:off x="0" y="0"/>
          <a:ext cx="0" cy="0"/>
          <a:chOff x="0" y="0"/>
          <a:chExt cx="0" cy="0"/>
        </a:xfrm>
      </p:grpSpPr>
      <p:sp>
        <p:nvSpPr>
          <p:cNvPr id="2" name="Google Shape;24;p2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MAb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2wAAD/HwAA"/>
              </a:ext>
            </a:extLst>
          </p:cNvSpPr>
          <p:nvPr>
            <p:ph type="title"/>
          </p:nvPr>
        </p:nvSpPr>
        <p:spPr>
          <a:xfrm>
            <a:off x="395605" y="274955"/>
            <a:ext cx="6120130" cy="849630"/>
          </a:xfrm>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25;p21"/>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8Ad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BvNQAAryUAABAAAAAmAAAACAAAAD2wAAD/HwAA"/>
              </a:ext>
            </a:extLst>
          </p:cNvSpPr>
          <p:nvPr>
            <p:ph idx="1"/>
          </p:nvPr>
        </p:nvSpPr>
        <p:spPr>
          <a:xfrm>
            <a:off x="457200" y="1600200"/>
            <a:ext cx="8228965" cy="452564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4.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Obj">
  <p:cSld name="TWO_OBJECTS">
    <p:spTree>
      <p:nvGrpSpPr>
        <p:cNvPr id="1" name=""/>
        <p:cNvGrpSpPr/>
        <p:nvPr/>
      </p:nvGrpSpPr>
      <p:grpSpPr>
        <a:xfrm>
          <a:off x="0" y="0"/>
          <a:ext cx="0" cy="0"/>
          <a:chOff x="0" y="0"/>
          <a:chExt cx="0" cy="0"/>
        </a:xfrm>
      </p:grpSpPr>
      <p:sp>
        <p:nvSpPr>
          <p:cNvPr id="2" name="Google Shape;27;p2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2wAAD/HwAA"/>
              </a:ext>
            </a:extLst>
          </p:cNvSpPr>
          <p:nvPr>
            <p:ph type="title"/>
          </p:nvPr>
        </p:nvSpPr>
        <p:spPr>
          <a:xfrm>
            <a:off x="395605" y="274955"/>
            <a:ext cx="6120130" cy="849630"/>
          </a:xfrm>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28;p22"/>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CEGwAAryUAABAAAAAmAAAACAAAAD2wAAD/HwAA"/>
              </a:ext>
            </a:extLst>
          </p:cNvSpPr>
          <p:nvPr>
            <p:ph idx="1"/>
          </p:nvPr>
        </p:nvSpPr>
        <p:spPr>
          <a:xfrm>
            <a:off x="457200" y="1600200"/>
            <a:ext cx="4015740" cy="452564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4" name="Google Shape;29;p22"/>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M8Eo4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RwAANgJAAB1NQAAryUAABAAAAAmAAAACAAAAD2wAAD/HwAA"/>
              </a:ext>
            </a:extLst>
          </p:cNvSpPr>
          <p:nvPr>
            <p:ph idx="2"/>
          </p:nvPr>
        </p:nvSpPr>
        <p:spPr>
          <a:xfrm>
            <a:off x="4674235" y="1600200"/>
            <a:ext cx="4015740" cy="452564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5.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Only">
  <p:cSld name="TITLE_ONLY">
    <p:spTree>
      <p:nvGrpSpPr>
        <p:cNvPr id="1" name=""/>
        <p:cNvGrpSpPr/>
        <p:nvPr/>
      </p:nvGrpSpPr>
      <p:grpSpPr>
        <a:xfrm>
          <a:off x="0" y="0"/>
          <a:ext cx="0" cy="0"/>
          <a:chOff x="0" y="0"/>
          <a:chExt cx="0" cy="0"/>
        </a:xfrm>
      </p:grpSpPr>
      <p:sp>
        <p:nvSpPr>
          <p:cNvPr id="2" name="Google Shape;31;p23"/>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2wAAD/HwAA"/>
              </a:ext>
            </a:extLst>
          </p:cNvSpPr>
          <p:nvPr>
            <p:ph type="title"/>
          </p:nvPr>
        </p:nvSpPr>
        <p:spPr>
          <a:xfrm>
            <a:off x="395605" y="274955"/>
            <a:ext cx="6120130" cy="849630"/>
          </a:xfrm>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Tree>
  </p:cSld>
  <p:clrMapOvr>
    <a:masterClrMapping/>
  </p:clrMapOvr>
</p:sldLayout>
</file>

<file path=ppt/slideLayouts/slideLayout6.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Only">
  <p:cSld name="OBJECT_ONLY">
    <p:spTree>
      <p:nvGrpSpPr>
        <p:cNvPr id="1" name=""/>
        <p:cNvGrpSpPr/>
        <p:nvPr/>
      </p:nvGrpSpPr>
      <p:grpSpPr>
        <a:xfrm>
          <a:off x="0" y="0"/>
          <a:ext cx="0" cy="0"/>
          <a:chOff x="0" y="0"/>
          <a:chExt cx="0" cy="0"/>
        </a:xfrm>
      </p:grpSpPr>
      <p:sp>
        <p:nvSpPr>
          <p:cNvPr id="2" name="Google Shape;33;p24"/>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7xkAABAAAAAmAAAACAAAAL2wAAD/HwAA"/>
              </a:ext>
            </a:extLst>
          </p:cNvSpPr>
          <p:nvPr>
            <p:ph type="subTitle" idx="1"/>
          </p:nvPr>
        </p:nvSpPr>
        <p:spPr>
          <a:xfrm>
            <a:off x="395605" y="274955"/>
            <a:ext cx="6120130" cy="3940810"/>
          </a:xfrm>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Tree>
  </p:cSld>
  <p:clrMapOvr>
    <a:masterClrMapping/>
  </p:clrMapOvr>
</p:sldLayout>
</file>

<file path=ppt/slideLayouts/slideLayout7.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ObjAndObj">
  <p:cSld name="TWO_OBJECTS_AND_OBJECT">
    <p:spTree>
      <p:nvGrpSpPr>
        <p:cNvPr id="1" name=""/>
        <p:cNvGrpSpPr/>
        <p:nvPr/>
      </p:nvGrpSpPr>
      <p:grpSpPr>
        <a:xfrm>
          <a:off x="0" y="0"/>
          <a:ext cx="0" cy="0"/>
          <a:chOff x="0" y="0"/>
          <a:chExt cx="0" cy="0"/>
        </a:xfrm>
      </p:grpSpPr>
      <p:sp>
        <p:nvSpPr>
          <p:cNvPr id="2" name="Google Shape;35;p25"/>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2wAAD/HwAA"/>
              </a:ext>
            </a:extLst>
          </p:cNvSpPr>
          <p:nvPr>
            <p:ph type="title"/>
          </p:nvPr>
        </p:nvSpPr>
        <p:spPr>
          <a:xfrm>
            <a:off x="395605" y="274955"/>
            <a:ext cx="6120130" cy="849630"/>
          </a:xfrm>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36;p25"/>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Y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CEGwAAHxcAABAAAAAmAAAACAAAAD2wAAD/HwAA"/>
              </a:ext>
            </a:extLst>
          </p:cNvSpPr>
          <p:nvPr>
            <p:ph idx="1"/>
          </p:nvPr>
        </p:nvSpPr>
        <p:spPr>
          <a:xfrm>
            <a:off x="457200" y="1600200"/>
            <a:ext cx="4015740"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4" name="Google Shape;37;p25"/>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RwAANgJAAB1NQAAryUAABAAAAAmAAAACAAAAD2wAAD/HwAA"/>
              </a:ext>
            </a:extLst>
          </p:cNvSpPr>
          <p:nvPr>
            <p:ph idx="2"/>
          </p:nvPr>
        </p:nvSpPr>
        <p:spPr>
          <a:xfrm>
            <a:off x="4674235" y="1600200"/>
            <a:ext cx="4015740" cy="452564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5" name="Google Shape;38;p25"/>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GMYAACEGwAAqiUAABAAAAAmAAAACAAAAD2wAAD/HwAA"/>
              </a:ext>
            </a:extLst>
          </p:cNvSpPr>
          <p:nvPr>
            <p:ph idx="3"/>
          </p:nvPr>
        </p:nvSpPr>
        <p:spPr>
          <a:xfrm>
            <a:off x="457200" y="3964305"/>
            <a:ext cx="4015740"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8.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AndTwoObj">
  <p:cSld name="OBJECT_AND_TWO_OBJECTS">
    <p:spTree>
      <p:nvGrpSpPr>
        <p:cNvPr id="1" name=""/>
        <p:cNvGrpSpPr/>
        <p:nvPr/>
      </p:nvGrpSpPr>
      <p:grpSpPr>
        <a:xfrm>
          <a:off x="0" y="0"/>
          <a:ext cx="0" cy="0"/>
          <a:chOff x="0" y="0"/>
          <a:chExt cx="0" cy="0"/>
        </a:xfrm>
      </p:grpSpPr>
      <p:sp>
        <p:nvSpPr>
          <p:cNvPr id="2" name="Google Shape;40;p26"/>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2wAAD/HwAA"/>
              </a:ext>
            </a:extLst>
          </p:cNvSpPr>
          <p:nvPr>
            <p:ph type="title"/>
          </p:nvPr>
        </p:nvSpPr>
        <p:spPr>
          <a:xfrm>
            <a:off x="395605" y="274955"/>
            <a:ext cx="6120130" cy="849630"/>
          </a:xfrm>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41;p26"/>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CEGwAAryUAABAAAAAmAAAACAAAAD2wAAD/HwAA"/>
              </a:ext>
            </a:extLst>
          </p:cNvSpPr>
          <p:nvPr>
            <p:ph idx="1"/>
          </p:nvPr>
        </p:nvSpPr>
        <p:spPr>
          <a:xfrm>
            <a:off x="457200" y="1600200"/>
            <a:ext cx="4015740" cy="452564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4" name="Google Shape;42;p26"/>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RwAANgJAAB1NQAAHxcAABAAAAAmAAAACAAAAD2wAAD/HwAA"/>
              </a:ext>
            </a:extLst>
          </p:cNvSpPr>
          <p:nvPr>
            <p:ph idx="2"/>
          </p:nvPr>
        </p:nvSpPr>
        <p:spPr>
          <a:xfrm>
            <a:off x="4674235" y="1600200"/>
            <a:ext cx="4015740"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5" name="Google Shape;43;p26"/>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RwAAGMYAAB1NQAAqiUAABAAAAAmAAAACAAAAD2wAAD/HwAA"/>
              </a:ext>
            </a:extLst>
          </p:cNvSpPr>
          <p:nvPr>
            <p:ph idx="3"/>
          </p:nvPr>
        </p:nvSpPr>
        <p:spPr>
          <a:xfrm>
            <a:off x="4674235" y="3964305"/>
            <a:ext cx="4015740"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9.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ObjOverTx">
  <p:cSld name="TWO_OBJECTS_OVER_TEXT">
    <p:spTree>
      <p:nvGrpSpPr>
        <p:cNvPr id="1" name=""/>
        <p:cNvGrpSpPr/>
        <p:nvPr/>
      </p:nvGrpSpPr>
      <p:grpSpPr>
        <a:xfrm>
          <a:off x="0" y="0"/>
          <a:ext cx="0" cy="0"/>
          <a:chOff x="0" y="0"/>
          <a:chExt cx="0" cy="0"/>
        </a:xfrm>
      </p:grpSpPr>
      <p:sp>
        <p:nvSpPr>
          <p:cNvPr id="2" name="Google Shape;45;p27"/>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2wAAD/HwAA"/>
              </a:ext>
            </a:extLst>
          </p:cNvSpPr>
          <p:nvPr>
            <p:ph type="title"/>
          </p:nvPr>
        </p:nvSpPr>
        <p:spPr>
          <a:xfrm>
            <a:off x="395605" y="274955"/>
            <a:ext cx="6120130" cy="849630"/>
          </a:xfrm>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46;p2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B3QU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CEGwAAHxcAABAAAAAmAAAACAAAAD2wAAD/HwAA"/>
              </a:ext>
            </a:extLst>
          </p:cNvSpPr>
          <p:nvPr>
            <p:ph idx="1"/>
          </p:nvPr>
        </p:nvSpPr>
        <p:spPr>
          <a:xfrm>
            <a:off x="457200" y="1600200"/>
            <a:ext cx="4015740"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4" name="Google Shape;47;p2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sfDn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RwAANgJAAB1NQAAHxcAABAAAAAmAAAACAAAAD2wAAD/HwAA"/>
              </a:ext>
            </a:extLst>
          </p:cNvSpPr>
          <p:nvPr>
            <p:ph idx="2"/>
          </p:nvPr>
        </p:nvSpPr>
        <p:spPr>
          <a:xfrm>
            <a:off x="4674235" y="1600200"/>
            <a:ext cx="4015740"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5" name="Google Shape;48;p27"/>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GMYAABvNQAAqiUAABAAAAAmAAAACAAAAD2wAAD/HwAA"/>
              </a:ext>
            </a:extLst>
          </p:cNvSpPr>
          <p:nvPr>
            <p:ph idx="3"/>
          </p:nvPr>
        </p:nvSpPr>
        <p:spPr>
          <a:xfrm>
            <a:off x="457200" y="3964305"/>
            <a:ext cx="8228965"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10.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OverTx">
  <p:cSld name="OBJECT_OVER_TEXT">
    <p:spTree>
      <p:nvGrpSpPr>
        <p:cNvPr id="1" name=""/>
        <p:cNvGrpSpPr/>
        <p:nvPr/>
      </p:nvGrpSpPr>
      <p:grpSpPr>
        <a:xfrm>
          <a:off x="0" y="0"/>
          <a:ext cx="0" cy="0"/>
          <a:chOff x="0" y="0"/>
          <a:chExt cx="0" cy="0"/>
        </a:xfrm>
      </p:grpSpPr>
      <p:sp>
        <p:nvSpPr>
          <p:cNvPr id="2" name="Google Shape;50;p28"/>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2wAAD/HwAA"/>
              </a:ext>
            </a:extLst>
          </p:cNvSpPr>
          <p:nvPr>
            <p:ph type="title"/>
          </p:nvPr>
        </p:nvSpPr>
        <p:spPr>
          <a:xfrm>
            <a:off x="395605" y="274955"/>
            <a:ext cx="6120130" cy="849630"/>
          </a:xfrm>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51;p28"/>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c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BvNQAAHxcAABAAAAAmAAAACAAAAD2wAAD/HwAA"/>
              </a:ext>
            </a:extLst>
          </p:cNvSpPr>
          <p:nvPr>
            <p:ph idx="1"/>
          </p:nvPr>
        </p:nvSpPr>
        <p:spPr>
          <a:xfrm>
            <a:off x="457200" y="1600200"/>
            <a:ext cx="8228965"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4" name="Google Shape;52;p28"/>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c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GMYAABvNQAAqiUAABAAAAAmAAAACAAAAD2wAAD/HwAA"/>
              </a:ext>
            </a:extLst>
          </p:cNvSpPr>
          <p:nvPr>
            <p:ph idx="2"/>
          </p:nvPr>
        </p:nvSpPr>
        <p:spPr>
          <a:xfrm>
            <a:off x="457200" y="3964305"/>
            <a:ext cx="8228965"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1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fourObj">
  <p:cSld name="FOUR_OBJECTS">
    <p:spTree>
      <p:nvGrpSpPr>
        <p:cNvPr id="1" name=""/>
        <p:cNvGrpSpPr/>
        <p:nvPr/>
      </p:nvGrpSpPr>
      <p:grpSpPr>
        <a:xfrm>
          <a:off x="0" y="0"/>
          <a:ext cx="0" cy="0"/>
          <a:chOff x="0" y="0"/>
          <a:chExt cx="0" cy="0"/>
        </a:xfrm>
      </p:grpSpPr>
      <p:sp>
        <p:nvSpPr>
          <p:cNvPr id="2" name="Google Shape;54;p29"/>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2wAAD/HwAA"/>
              </a:ext>
            </a:extLst>
          </p:cNvSpPr>
          <p:nvPr>
            <p:ph type="title"/>
          </p:nvPr>
        </p:nvSpPr>
        <p:spPr>
          <a:xfrm>
            <a:off x="395605" y="274955"/>
            <a:ext cx="6120130" cy="849630"/>
          </a:xfrm>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55;p29"/>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lDBQ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CEGwAAHxcAABAAAAAmAAAACAAAAD2wAAD/HwAA"/>
              </a:ext>
            </a:extLst>
          </p:cNvSpPr>
          <p:nvPr>
            <p:ph idx="1"/>
          </p:nvPr>
        </p:nvSpPr>
        <p:spPr>
          <a:xfrm>
            <a:off x="457200" y="1600200"/>
            <a:ext cx="4015740"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4" name="Google Shape;56;p29"/>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RwAANgJAAB1NQAAHxcAABAAAAAmAAAACAAAAD2wAAD/HwAA"/>
              </a:ext>
            </a:extLst>
          </p:cNvSpPr>
          <p:nvPr>
            <p:ph idx="2"/>
          </p:nvPr>
        </p:nvSpPr>
        <p:spPr>
          <a:xfrm>
            <a:off x="4674235" y="1600200"/>
            <a:ext cx="4015740"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5" name="Google Shape;57;p29"/>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GMYAACEGwAAqiUAABAAAAAmAAAACAAAAD2wAAD/HwAA"/>
              </a:ext>
            </a:extLst>
          </p:cNvSpPr>
          <p:nvPr>
            <p:ph idx="3"/>
          </p:nvPr>
        </p:nvSpPr>
        <p:spPr>
          <a:xfrm>
            <a:off x="457200" y="3964305"/>
            <a:ext cx="4015740"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6" name="Google Shape;58;p29"/>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RwAAGMYAAB1NQAAqiUAABAAAAAmAAAACAAAAD2wAAD/HwAA"/>
              </a:ext>
            </a:extLst>
          </p:cNvSpPr>
          <p:nvPr>
            <p:ph idx="4"/>
          </p:nvPr>
        </p:nvSpPr>
        <p:spPr>
          <a:xfrm>
            <a:off x="4674235" y="3964305"/>
            <a:ext cx="4015740"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12.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cSld name="Title, 6 Content">
    <p:spTree>
      <p:nvGrpSpPr>
        <p:cNvPr id="1" name=""/>
        <p:cNvGrpSpPr/>
        <p:nvPr/>
      </p:nvGrpSpPr>
      <p:grpSpPr>
        <a:xfrm>
          <a:off x="0" y="0"/>
          <a:ext cx="0" cy="0"/>
          <a:chOff x="0" y="0"/>
          <a:chExt cx="0" cy="0"/>
        </a:xfrm>
      </p:grpSpPr>
      <p:sp>
        <p:nvSpPr>
          <p:cNvPr id="2" name="Google Shape;60;p30"/>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2wAAD/HwAA"/>
              </a:ext>
            </a:extLst>
          </p:cNvSpPr>
          <p:nvPr>
            <p:ph type="title"/>
          </p:nvPr>
        </p:nvSpPr>
        <p:spPr>
          <a:xfrm>
            <a:off x="395605" y="274955"/>
            <a:ext cx="6120130" cy="849630"/>
          </a:xfrm>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61;p30"/>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duPS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AdEwAAHxcAABAAAAAmAAAACAAAAD2wAAD/HwAA"/>
              </a:ext>
            </a:extLst>
          </p:cNvSpPr>
          <p:nvPr>
            <p:ph idx="1"/>
          </p:nvPr>
        </p:nvSpPr>
        <p:spPr>
          <a:xfrm>
            <a:off x="457200" y="1600200"/>
            <a:ext cx="2649855"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4" name="Google Shape;62;p30"/>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7hMAANgJAAA6JAAAHxcAABAAAAAmAAAACAAAAD2wAAD/HwAA"/>
              </a:ext>
            </a:extLst>
          </p:cNvSpPr>
          <p:nvPr>
            <p:ph idx="2"/>
          </p:nvPr>
        </p:nvSpPr>
        <p:spPr>
          <a:xfrm>
            <a:off x="3239770" y="1600200"/>
            <a:ext cx="2649220"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5" name="Google Shape;63;p30"/>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c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CUAANgJAABYNQAAHxcAABAAAAAmAAAACAAAAD2wAAD/HwAA"/>
              </a:ext>
            </a:extLst>
          </p:cNvSpPr>
          <p:nvPr>
            <p:ph idx="3"/>
          </p:nvPr>
        </p:nvSpPr>
        <p:spPr>
          <a:xfrm>
            <a:off x="6022340" y="1600200"/>
            <a:ext cx="2649220"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6" name="Google Shape;64;p30"/>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c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GMYAAAdEwAAqiUAABAAAAAmAAAACAAAAD2wAAD/HwAA"/>
              </a:ext>
            </a:extLst>
          </p:cNvSpPr>
          <p:nvPr>
            <p:ph idx="4"/>
          </p:nvPr>
        </p:nvSpPr>
        <p:spPr>
          <a:xfrm>
            <a:off x="457200" y="3964305"/>
            <a:ext cx="2649855"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7" name="Google Shape;65;p30"/>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8+PC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7hMAAGMYAAA6JAAAqiUAABAAAAAmAAAACAAAAD2wAAD/HwAA"/>
              </a:ext>
            </a:extLst>
          </p:cNvSpPr>
          <p:nvPr>
            <p:ph idx="5"/>
          </p:nvPr>
        </p:nvSpPr>
        <p:spPr>
          <a:xfrm>
            <a:off x="3239770" y="3964305"/>
            <a:ext cx="2649220"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8" name="Google Shape;66;p30"/>
          <p:cNvSpPr>
            <a:spLocks noGrp="1" noChangeArrowheads="1"/>
            <a:extLst>
              <a:ext uri="smNativeData">
                <pr:smNativeData xmlns:pr="smNativeData" xmlns="smNativeData" val="SMDATA_15_VcZhaRMAAAAlAAAAZAAAAA0AAAAAAAAAAAAAAAAAAAAAA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FsPS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CUAAGMYAABYNQAAqiUAABAAAAAmAAAACAAAAD2wAAD/HwAA"/>
              </a:ext>
            </a:extLst>
          </p:cNvSpPr>
          <p:nvPr>
            <p:ph idx="6"/>
          </p:nvPr>
        </p:nvSpPr>
        <p:spPr>
          <a:xfrm>
            <a:off x="6022340" y="3964305"/>
            <a:ext cx="2649220" cy="2158365"/>
          </a:xfrm>
          <a:noFill/>
          <a:ln>
            <a:noFill/>
          </a:ln>
        </p:spPr>
        <p:txBody>
          <a:bodyPr vert="horz" wrap="square" lIns="0" tIns="0" rIns="0" bIns="0" numCol="1" spcCol="215900" anchor="b">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13.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x">
  <p:cSld name="TITLE_AND_BODY">
    <p:spTree>
      <p:nvGrpSpPr>
        <p:cNvPr id="1" name=""/>
        <p:cNvGrpSpPr/>
        <p:nvPr/>
      </p:nvGrpSpPr>
      <p:grpSpPr>
        <a:xfrm>
          <a:off x="0" y="0"/>
          <a:ext cx="0" cy="0"/>
          <a:chOff x="0" y="0"/>
          <a:chExt cx="0" cy="0"/>
        </a:xfrm>
      </p:grpSpPr>
      <p:sp>
        <p:nvSpPr>
          <p:cNvPr id="2" name="Google Shape;83;p3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9hOn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ywAAD/HwAA"/>
              </a:ext>
            </a:extLst>
          </p:cNvSpPr>
          <p:nvPr>
            <p:ph type="title"/>
          </p:nvPr>
        </p:nvSpPr>
        <p:spPr>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84;p3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pzcG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BvNQAAryUAABAAAAAmAAAACAAAALywAAD/HwAA"/>
              </a:ext>
            </a:extLst>
          </p:cNvSpPr>
          <p:nvPr>
            <p:ph type="subTitle" idx="1"/>
          </p:nvPr>
        </p:nvSpPr>
        <p:spPr>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Tree>
  </p:cSld>
  <p:clrMapOvr>
    <a:masterClrMapping/>
  </p:clrMapOvr>
</p:sldLayout>
</file>

<file path=ppt/slideLayouts/slideLayout14.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
  <p:cSld name="OBJECT">
    <p:spTree>
      <p:nvGrpSpPr>
        <p:cNvPr id="1" name=""/>
        <p:cNvGrpSpPr/>
        <p:nvPr/>
      </p:nvGrpSpPr>
      <p:grpSpPr>
        <a:xfrm>
          <a:off x="0" y="0"/>
          <a:ext cx="0" cy="0"/>
          <a:chOff x="0" y="0"/>
          <a:chExt cx="0" cy="0"/>
        </a:xfrm>
      </p:grpSpPr>
      <p:sp>
        <p:nvSpPr>
          <p:cNvPr id="2" name="Google Shape;86;p3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RCQU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ywAAD/HwAA"/>
              </a:ext>
            </a:extLst>
          </p:cNvSpPr>
          <p:nvPr>
            <p:ph type="title"/>
          </p:nvPr>
        </p:nvSpPr>
        <p:spPr>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87;p3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FBQU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BvNQAAryUAABAAAAAmAAAACAAAADywAAD/HwAA"/>
              </a:ext>
            </a:extLst>
          </p:cNvSpPr>
          <p:nvPr>
            <p:ph idx="1"/>
          </p:nvPr>
        </p:nvSpPr>
        <p:spPr>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15.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Obj">
  <p:cSld name="TWO_OBJECTS">
    <p:spTree>
      <p:nvGrpSpPr>
        <p:cNvPr id="1" name=""/>
        <p:cNvGrpSpPr/>
        <p:nvPr/>
      </p:nvGrpSpPr>
      <p:grpSpPr>
        <a:xfrm>
          <a:off x="0" y="0"/>
          <a:ext cx="0" cy="0"/>
          <a:chOff x="0" y="0"/>
          <a:chExt cx="0" cy="0"/>
        </a:xfrm>
      </p:grpSpPr>
      <p:sp>
        <p:nvSpPr>
          <p:cNvPr id="2" name="Google Shape;89;p33"/>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FBQU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ywAAD/HwAA"/>
              </a:ext>
            </a:extLst>
          </p:cNvSpPr>
          <p:nvPr>
            <p:ph type="title"/>
          </p:nvPr>
        </p:nvSpPr>
        <p:spPr>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90;p3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htbG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CEGwAAryUAABAAAAAmAAAACAAAAD2wAAD/HwAA"/>
              </a:ext>
            </a:extLst>
          </p:cNvSpPr>
          <p:nvPr>
            <p:ph idx="1"/>
          </p:nvPr>
        </p:nvSpPr>
        <p:spPr>
          <a:xfrm>
            <a:off x="457200" y="1600200"/>
            <a:ext cx="4015740" cy="452564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4" name="Google Shape;91;p3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FBd0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RwAANgJAAB1NQAAryUAABAAAAAmAAAACAAAAD2wAAD/HwAA"/>
              </a:ext>
            </a:extLst>
          </p:cNvSpPr>
          <p:nvPr>
            <p:ph idx="2"/>
          </p:nvPr>
        </p:nvSpPr>
        <p:spPr>
          <a:xfrm>
            <a:off x="4674235" y="1600200"/>
            <a:ext cx="4015740" cy="452564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16.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Only">
  <p:cSld name="OBJECT_ONLY">
    <p:spTree>
      <p:nvGrpSpPr>
        <p:cNvPr id="1" name=""/>
        <p:cNvGrpSpPr/>
        <p:nvPr/>
      </p:nvGrpSpPr>
      <p:grpSpPr>
        <a:xfrm>
          <a:off x="0" y="0"/>
          <a:ext cx="0" cy="0"/>
          <a:chOff x="0" y="0"/>
          <a:chExt cx="0" cy="0"/>
        </a:xfrm>
      </p:grpSpPr>
      <p:sp>
        <p:nvSpPr>
          <p:cNvPr id="2" name="Google Shape;95;p35"/>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M4LT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7xkAABAAAAAmAAAACAAAAL2wAAD/HwAA"/>
              </a:ext>
            </a:extLst>
          </p:cNvSpPr>
          <p:nvPr>
            <p:ph type="subTitle" idx="1"/>
          </p:nvPr>
        </p:nvSpPr>
        <p:spPr>
          <a:xfrm>
            <a:off x="395605" y="274955"/>
            <a:ext cx="6120130" cy="3940810"/>
          </a:xfrm>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Tree>
  </p:cSld>
  <p:clrMapOvr>
    <a:masterClrMapping/>
  </p:clrMapOvr>
</p:sldLayout>
</file>

<file path=ppt/slideLayouts/slideLayout17.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ObjAndObj">
  <p:cSld name="TWO_OBJECTS_AND_OBJECT">
    <p:spTree>
      <p:nvGrpSpPr>
        <p:cNvPr id="1" name=""/>
        <p:cNvGrpSpPr/>
        <p:nvPr/>
      </p:nvGrpSpPr>
      <p:grpSpPr>
        <a:xfrm>
          <a:off x="0" y="0"/>
          <a:ext cx="0" cy="0"/>
          <a:chOff x="0" y="0"/>
          <a:chExt cx="0" cy="0"/>
        </a:xfrm>
      </p:grpSpPr>
      <p:sp>
        <p:nvSpPr>
          <p:cNvPr id="2" name="Google Shape;97;p36"/>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ywAAD/HwAA"/>
              </a:ext>
            </a:extLst>
          </p:cNvSpPr>
          <p:nvPr>
            <p:ph type="title"/>
          </p:nvPr>
        </p:nvSpPr>
        <p:spPr>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98;p36"/>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CEGwAAHxcAABAAAAAmAAAACAAAAD2wAAD/HwAA"/>
              </a:ext>
            </a:extLst>
          </p:cNvSpPr>
          <p:nvPr>
            <p:ph idx="1"/>
          </p:nvPr>
        </p:nvSpPr>
        <p:spPr>
          <a:xfrm>
            <a:off x="457200" y="1600200"/>
            <a:ext cx="4015740"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4" name="Google Shape;99;p36"/>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RwAANgJAAB1NQAAryUAABAAAAAmAAAACAAAAD2wAAD/HwAA"/>
              </a:ext>
            </a:extLst>
          </p:cNvSpPr>
          <p:nvPr>
            <p:ph idx="2"/>
          </p:nvPr>
        </p:nvSpPr>
        <p:spPr>
          <a:xfrm>
            <a:off x="4674235" y="1600200"/>
            <a:ext cx="4015740" cy="452564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5" name="Google Shape;100;p36"/>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GMYAACEGwAAqiUAABAAAAAmAAAACAAAAD2wAAD/HwAA"/>
              </a:ext>
            </a:extLst>
          </p:cNvSpPr>
          <p:nvPr>
            <p:ph idx="3"/>
          </p:nvPr>
        </p:nvSpPr>
        <p:spPr>
          <a:xfrm>
            <a:off x="457200" y="3964305"/>
            <a:ext cx="4015740"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18.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AndTwoObj">
  <p:cSld name="OBJECT_AND_TWO_OBJECTS">
    <p:spTree>
      <p:nvGrpSpPr>
        <p:cNvPr id="1" name=""/>
        <p:cNvGrpSpPr/>
        <p:nvPr/>
      </p:nvGrpSpPr>
      <p:grpSpPr>
        <a:xfrm>
          <a:off x="0" y="0"/>
          <a:ext cx="0" cy="0"/>
          <a:chOff x="0" y="0"/>
          <a:chExt cx="0" cy="0"/>
        </a:xfrm>
      </p:grpSpPr>
      <p:sp>
        <p:nvSpPr>
          <p:cNvPr id="2" name="Google Shape;102;p37"/>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ywAAD/HwAA"/>
              </a:ext>
            </a:extLst>
          </p:cNvSpPr>
          <p:nvPr>
            <p:ph type="title"/>
          </p:nvPr>
        </p:nvSpPr>
        <p:spPr>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103;p37"/>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CEGwAAryUAABAAAAAmAAAACAAAAD2wAAD/HwAA"/>
              </a:ext>
            </a:extLst>
          </p:cNvSpPr>
          <p:nvPr>
            <p:ph idx="1"/>
          </p:nvPr>
        </p:nvSpPr>
        <p:spPr>
          <a:xfrm>
            <a:off x="457200" y="1600200"/>
            <a:ext cx="4015740" cy="452564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4" name="Google Shape;104;p37"/>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RwAANgJAAB1NQAAHxcAABAAAAAmAAAACAAAAD2wAAD/HwAA"/>
              </a:ext>
            </a:extLst>
          </p:cNvSpPr>
          <p:nvPr>
            <p:ph idx="2"/>
          </p:nvPr>
        </p:nvSpPr>
        <p:spPr>
          <a:xfrm>
            <a:off x="4674235" y="1600200"/>
            <a:ext cx="4015740"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5" name="Google Shape;105;p37"/>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RwAAGMYAAB1NQAAqiUAABAAAAAmAAAACAAAAD2wAAD/HwAA"/>
              </a:ext>
            </a:extLst>
          </p:cNvSpPr>
          <p:nvPr>
            <p:ph idx="3"/>
          </p:nvPr>
        </p:nvSpPr>
        <p:spPr>
          <a:xfrm>
            <a:off x="4674235" y="3964305"/>
            <a:ext cx="4015740"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19.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ObjOverTx">
  <p:cSld name="TWO_OBJECTS_OVER_TEXT">
    <p:spTree>
      <p:nvGrpSpPr>
        <p:cNvPr id="1" name=""/>
        <p:cNvGrpSpPr/>
        <p:nvPr/>
      </p:nvGrpSpPr>
      <p:grpSpPr>
        <a:xfrm>
          <a:off x="0" y="0"/>
          <a:ext cx="0" cy="0"/>
          <a:chOff x="0" y="0"/>
          <a:chExt cx="0" cy="0"/>
        </a:xfrm>
      </p:grpSpPr>
      <p:sp>
        <p:nvSpPr>
          <p:cNvPr id="2" name="Google Shape;107;p38"/>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ywAAD/HwAA"/>
              </a:ext>
            </a:extLst>
          </p:cNvSpPr>
          <p:nvPr>
            <p:ph type="title"/>
          </p:nvPr>
        </p:nvSpPr>
        <p:spPr>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108;p38"/>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CEGwAAHxcAABAAAAAmAAAACAAAAD2wAAD/HwAA"/>
              </a:ext>
            </a:extLst>
          </p:cNvSpPr>
          <p:nvPr>
            <p:ph idx="1"/>
          </p:nvPr>
        </p:nvSpPr>
        <p:spPr>
          <a:xfrm>
            <a:off x="457200" y="1600200"/>
            <a:ext cx="4015740"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4" name="Google Shape;109;p38"/>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RwAANgJAAB1NQAAHxcAABAAAAAmAAAACAAAAD2wAAD/HwAA"/>
              </a:ext>
            </a:extLst>
          </p:cNvSpPr>
          <p:nvPr>
            <p:ph idx="2"/>
          </p:nvPr>
        </p:nvSpPr>
        <p:spPr>
          <a:xfrm>
            <a:off x="4674235" y="1600200"/>
            <a:ext cx="4015740"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5" name="Google Shape;110;p38"/>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GMYAABvNQAAqiUAABAAAAAmAAAACAAAAD2wAAD/HwAA"/>
              </a:ext>
            </a:extLst>
          </p:cNvSpPr>
          <p:nvPr>
            <p:ph idx="3"/>
          </p:nvPr>
        </p:nvSpPr>
        <p:spPr>
          <a:xfrm>
            <a:off x="457200" y="3964305"/>
            <a:ext cx="8228965"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20.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OverTx">
  <p:cSld name="OBJECT_OVER_TEXT">
    <p:spTree>
      <p:nvGrpSpPr>
        <p:cNvPr id="1" name=""/>
        <p:cNvGrpSpPr/>
        <p:nvPr/>
      </p:nvGrpSpPr>
      <p:grpSpPr>
        <a:xfrm>
          <a:off x="0" y="0"/>
          <a:ext cx="0" cy="0"/>
          <a:chOff x="0" y="0"/>
          <a:chExt cx="0" cy="0"/>
        </a:xfrm>
      </p:grpSpPr>
      <p:sp>
        <p:nvSpPr>
          <p:cNvPr id="2" name="Google Shape;112;p39"/>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ywAAD/HwAA"/>
              </a:ext>
            </a:extLst>
          </p:cNvSpPr>
          <p:nvPr>
            <p:ph type="title"/>
          </p:nvPr>
        </p:nvSpPr>
        <p:spPr>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113;p39"/>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BvNQAAHxcAABAAAAAmAAAACAAAAD2wAAD/HwAA"/>
              </a:ext>
            </a:extLst>
          </p:cNvSpPr>
          <p:nvPr>
            <p:ph idx="1"/>
          </p:nvPr>
        </p:nvSpPr>
        <p:spPr>
          <a:xfrm>
            <a:off x="457200" y="1600200"/>
            <a:ext cx="8228965"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4" name="Google Shape;114;p39"/>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GMYAABvNQAAqiUAABAAAAAmAAAACAAAAD2wAAD/HwAA"/>
              </a:ext>
            </a:extLst>
          </p:cNvSpPr>
          <p:nvPr>
            <p:ph idx="2"/>
          </p:nvPr>
        </p:nvSpPr>
        <p:spPr>
          <a:xfrm>
            <a:off x="457200" y="3964305"/>
            <a:ext cx="8228965"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2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fourObj">
  <p:cSld name="FOUR_OBJECTS">
    <p:spTree>
      <p:nvGrpSpPr>
        <p:cNvPr id="1" name=""/>
        <p:cNvGrpSpPr/>
        <p:nvPr/>
      </p:nvGrpSpPr>
      <p:grpSpPr>
        <a:xfrm>
          <a:off x="0" y="0"/>
          <a:ext cx="0" cy="0"/>
          <a:chOff x="0" y="0"/>
          <a:chExt cx="0" cy="0"/>
        </a:xfrm>
      </p:grpSpPr>
      <p:sp>
        <p:nvSpPr>
          <p:cNvPr id="2" name="Google Shape;116;p40"/>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ywAAD/HwAA"/>
              </a:ext>
            </a:extLst>
          </p:cNvSpPr>
          <p:nvPr>
            <p:ph type="title"/>
          </p:nvPr>
        </p:nvSpPr>
        <p:spPr>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117;p40"/>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CEGwAAHxcAABAAAAAmAAAACAAAAD2wAAD/HwAA"/>
              </a:ext>
            </a:extLst>
          </p:cNvSpPr>
          <p:nvPr>
            <p:ph idx="1"/>
          </p:nvPr>
        </p:nvSpPr>
        <p:spPr>
          <a:xfrm>
            <a:off x="457200" y="1600200"/>
            <a:ext cx="4015740"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4" name="Google Shape;118;p40"/>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RwAANgJAAB1NQAAHxcAABAAAAAmAAAACAAAAD2wAAD/HwAA"/>
              </a:ext>
            </a:extLst>
          </p:cNvSpPr>
          <p:nvPr>
            <p:ph idx="2"/>
          </p:nvPr>
        </p:nvSpPr>
        <p:spPr>
          <a:xfrm>
            <a:off x="4674235" y="1600200"/>
            <a:ext cx="4015740"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5" name="Google Shape;119;p40"/>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GMYAACEGwAAqiUAABAAAAAmAAAACAAAAD2wAAD/HwAA"/>
              </a:ext>
            </a:extLst>
          </p:cNvSpPr>
          <p:nvPr>
            <p:ph idx="3"/>
          </p:nvPr>
        </p:nvSpPr>
        <p:spPr>
          <a:xfrm>
            <a:off x="457200" y="3964305"/>
            <a:ext cx="4015740"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6" name="Google Shape;120;p40"/>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RwAAGMYAAB1NQAAqiUAABAAAAAmAAAACAAAAD2wAAD/HwAA"/>
              </a:ext>
            </a:extLst>
          </p:cNvSpPr>
          <p:nvPr>
            <p:ph idx="4"/>
          </p:nvPr>
        </p:nvSpPr>
        <p:spPr>
          <a:xfrm>
            <a:off x="4674235" y="3964305"/>
            <a:ext cx="4015740"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22.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cSld name="Title, 6 Content">
    <p:spTree>
      <p:nvGrpSpPr>
        <p:cNvPr id="1" name=""/>
        <p:cNvGrpSpPr/>
        <p:nvPr/>
      </p:nvGrpSpPr>
      <p:grpSpPr>
        <a:xfrm>
          <a:off x="0" y="0"/>
          <a:ext cx="0" cy="0"/>
          <a:chOff x="0" y="0"/>
          <a:chExt cx="0" cy="0"/>
        </a:xfrm>
      </p:grpSpPr>
      <p:sp>
        <p:nvSpPr>
          <p:cNvPr id="2" name="Google Shape;122;p4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ywAAD/HwAA"/>
              </a:ext>
            </a:extLst>
          </p:cNvSpPr>
          <p:nvPr>
            <p:ph type="title"/>
          </p:nvPr>
        </p:nvSpPr>
        <p:spPr>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
        <p:nvSpPr>
          <p:cNvPr id="3" name="Google Shape;123;p41"/>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AdEwAAHxcAABAAAAAmAAAACAAAAD2wAAD/HwAA"/>
              </a:ext>
            </a:extLst>
          </p:cNvSpPr>
          <p:nvPr>
            <p:ph idx="1"/>
          </p:nvPr>
        </p:nvSpPr>
        <p:spPr>
          <a:xfrm>
            <a:off x="457200" y="1600200"/>
            <a:ext cx="2649855"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4" name="Google Shape;124;p41"/>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7hMAANgJAAA6JAAAHxcAABAAAAAmAAAACAAAAD2wAAD/HwAA"/>
              </a:ext>
            </a:extLst>
          </p:cNvSpPr>
          <p:nvPr>
            <p:ph idx="2"/>
          </p:nvPr>
        </p:nvSpPr>
        <p:spPr>
          <a:xfrm>
            <a:off x="3239770" y="1600200"/>
            <a:ext cx="2649220"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5" name="Google Shape;125;p41"/>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CUAANgJAABYNQAAHxcAABAAAAAmAAAACAAAAD2wAAD/HwAA"/>
              </a:ext>
            </a:extLst>
          </p:cNvSpPr>
          <p:nvPr>
            <p:ph idx="3"/>
          </p:nvPr>
        </p:nvSpPr>
        <p:spPr>
          <a:xfrm>
            <a:off x="6022340" y="1600200"/>
            <a:ext cx="2649220"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6" name="Google Shape;126;p41"/>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GMYAAAdEwAAqiUAABAAAAAmAAAACAAAAD2wAAD/HwAA"/>
              </a:ext>
            </a:extLst>
          </p:cNvSpPr>
          <p:nvPr>
            <p:ph idx="4"/>
          </p:nvPr>
        </p:nvSpPr>
        <p:spPr>
          <a:xfrm>
            <a:off x="457200" y="3964305"/>
            <a:ext cx="2649855"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7" name="Google Shape;127;p41"/>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7hMAAGMYAAA6JAAAqiUAABAAAAAmAAAACAAAAD2wAAD/HwAA"/>
              </a:ext>
            </a:extLst>
          </p:cNvSpPr>
          <p:nvPr>
            <p:ph idx="5"/>
          </p:nvPr>
        </p:nvSpPr>
        <p:spPr>
          <a:xfrm>
            <a:off x="3239770" y="3964305"/>
            <a:ext cx="2649220"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
        <p:nvSpPr>
          <p:cNvPr id="8" name="Google Shape;128;p41"/>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CUAAGMYAABYNQAAqiUAABAAAAAmAAAACAAAAD2wAAD/HwAA"/>
              </a:ext>
            </a:extLst>
          </p:cNvSpPr>
          <p:nvPr>
            <p:ph idx="6"/>
          </p:nvPr>
        </p:nvSpPr>
        <p:spPr>
          <a:xfrm>
            <a:off x="6022340" y="3964305"/>
            <a:ext cx="2649220" cy="2158365"/>
          </a:xfrm>
          <a:noFill/>
          <a:ln>
            <a:noFill/>
          </a:ln>
        </p:spPr>
        <p:txBody>
          <a:bodyPr vert="horz" wrap="square" lIns="0" tIns="0" rIns="0" bIns="0" numCol="1" spcCol="215900" anchor="t">
            <a:prstTxWarp prst="textNoShape">
              <a:avLst/>
            </a:prstTxWarp>
          </a:bodyPr>
          <a:lstStyle>
            <a:lvl1pPr marL="457200" indent="-228600" algn="l">
              <a:lnSpc>
                <a:spcPct val="100000"/>
              </a:lnSpc>
              <a:spcBef>
                <a:spcPts val="0"/>
              </a:spcBef>
              <a:spcAft>
                <a:spcPts val="0"/>
              </a:spcAft>
              <a:buNone/>
            </a:lvl1pPr>
            <a:lvl2pPr marL="914400" indent="-228600" algn="l">
              <a:lnSpc>
                <a:spcPct val="100000"/>
              </a:lnSpc>
              <a:spcBef>
                <a:spcPts val="0"/>
              </a:spcBef>
              <a:spcAft>
                <a:spcPts val="0"/>
              </a:spcAft>
              <a:buNone/>
            </a:lvl2pPr>
            <a:lvl3pPr marL="1371600" indent="-228600" algn="l">
              <a:lnSpc>
                <a:spcPct val="100000"/>
              </a:lnSpc>
              <a:spcBef>
                <a:spcPts val="0"/>
              </a:spcBef>
              <a:spcAft>
                <a:spcPts val="0"/>
              </a:spcAft>
              <a:buNone/>
            </a:lvl3pPr>
            <a:lvl4pPr marL="1828800" indent="-228600" algn="l">
              <a:lnSpc>
                <a:spcPct val="100000"/>
              </a:lnSpc>
              <a:spcBef>
                <a:spcPts val="0"/>
              </a:spcBef>
              <a:spcAft>
                <a:spcPts val="0"/>
              </a:spcAft>
              <a:buNone/>
            </a:lvl4pPr>
            <a:lvl5pPr marL="2286000" indent="-228600" algn="l">
              <a:lnSpc>
                <a:spcPct val="100000"/>
              </a:lnSpc>
              <a:spcBef>
                <a:spcPts val="0"/>
              </a:spcBef>
              <a:spcAft>
                <a:spcPts val="0"/>
              </a:spcAft>
              <a:buNone/>
            </a:lvl5pPr>
            <a:lvl6pPr marL="2743200" indent="-228600" algn="l">
              <a:lnSpc>
                <a:spcPct val="100000"/>
              </a:lnSpc>
              <a:spcBef>
                <a:spcPts val="0"/>
              </a:spcBef>
              <a:spcAft>
                <a:spcPts val="0"/>
              </a:spcAft>
              <a:buNone/>
            </a:lvl6pPr>
            <a:lvl7pPr marL="3200400" indent="-228600" algn="l">
              <a:lnSpc>
                <a:spcPct val="100000"/>
              </a:lnSpc>
              <a:spcBef>
                <a:spcPts val="0"/>
              </a:spcBef>
              <a:spcAft>
                <a:spcPts val="0"/>
              </a:spcAft>
              <a:buNone/>
            </a:lvl7pPr>
            <a:lvl8pPr marL="3657600" indent="-228600" algn="l">
              <a:lnSpc>
                <a:spcPct val="100000"/>
              </a:lnSpc>
              <a:spcBef>
                <a:spcPts val="0"/>
              </a:spcBef>
              <a:spcAft>
                <a:spcPts val="0"/>
              </a:spcAft>
              <a:buNone/>
            </a:lvl8pPr>
            <a:lvl9pPr marL="4114800" indent="-228600" algn="l">
              <a:lnSpc>
                <a:spcPct val="100000"/>
              </a:lnSpc>
              <a:spcBef>
                <a:spcPts val="0"/>
              </a:spcBef>
              <a:spcAft>
                <a:spcPts val="0"/>
              </a:spcAft>
              <a:buNone/>
            </a:lvl9pPr>
          </a:lstStyle>
          <a:p>
            <a:pPr/>
          </a:p>
        </p:txBody>
      </p:sp>
    </p:spTree>
  </p:cSld>
  <p:clrMapOvr>
    <a:masterClrMapping/>
  </p:clrMapOvr>
</p:sldLayout>
</file>

<file path=ppt/slideLayouts/slideLayout23.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cSld name="1_Title and Content">
    <p:spTree>
      <p:nvGrpSpPr>
        <p:cNvPr id="1" name=""/>
        <p:cNvGrpSpPr/>
        <p:nvPr/>
      </p:nvGrpSpPr>
      <p:grpSpPr>
        <a:xfrm>
          <a:off x="0" y="0"/>
          <a:ext cx="0" cy="0"/>
          <a:chOff x="0" y="0"/>
          <a:chExt cx="0" cy="0"/>
        </a:xfrm>
      </p:grpSpPr>
      <p:sp>
        <p:nvSpPr>
          <p:cNvPr id="2" name="TextBox 3"/>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5TcG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H0l9A8zMzADAwP8Af39/AAAAAAAAAAAAAAAAAAAAAAAAAAAAIQAAABgAAAAUAAAAKBQAAJQoAABAOAAAMCoAABAgAAAmAAAACAAAAP//////////"/>
              </a:ext>
            </a:extLst>
          </p:cNvSpPr>
          <p:nvPr/>
        </p:nvSpPr>
        <p:spPr>
          <a:xfrm>
            <a:off x="3276600" y="6596380"/>
            <a:ext cx="5867400" cy="261620"/>
          </a:xfrm>
          <a:prstGeom prst="rect">
            <a:avLst/>
          </a:prstGeom>
          <a:noFill/>
          <a:ln>
            <a:noFill/>
          </a:ln>
          <a:effectLst/>
        </p:spPr>
        <p:txBody>
          <a:bodyPr vert="horz" wrap="square" lIns="91440" tIns="45720" rIns="91440" bIns="45720" numCol="1" spcCol="215900" anchor="t"/>
          <a:lstStyle/>
          <a:p>
            <a:pPr algn="r">
              <a:spcBef>
                <a:spcPts val="0"/>
              </a:spcBef>
              <a:spcAft>
                <a:spcPts val="0"/>
              </a:spcAft>
            </a:pPr>
            <a:r>
              <a:rPr lang="en-us" sz="1100" b="1" cap="none">
                <a:solidFill>
                  <a:srgbClr val="101141"/>
                </a:solidFill>
              </a:rPr>
              <a:t>BITS </a:t>
            </a:r>
            <a:r>
              <a:rPr lang="en-us" sz="1100" cap="none">
                <a:solidFill>
                  <a:srgbClr val="101141"/>
                </a:solidFill>
              </a:rPr>
              <a:t>Pilani, Pilani Campus</a:t>
            </a:r>
            <a:endParaRPr lang="en-us" sz="1100" cap="none">
              <a:solidFill>
                <a:srgbClr val="101141"/>
              </a:solidFill>
            </a:endParaRPr>
          </a:p>
        </p:txBody>
      </p:sp>
      <p:grpSp>
        <p:nvGrpSpPr>
          <p:cNvPr id="3" name="Group 11"/>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NMMAABLKAAAQDgAAJkoAAAQAAAAJgAAAAgAAAD/////AAAAAA=="/>
              </a:ext>
            </a:extLst>
          </p:cNvGrpSpPr>
          <p:nvPr/>
        </p:nvGrpSpPr>
        <p:grpSpPr>
          <a:xfrm>
            <a:off x="2084705" y="6550025"/>
            <a:ext cx="7059295" cy="49530"/>
            <a:chOff x="2084705" y="6550025"/>
            <a:chExt cx="7059295" cy="49530"/>
          </a:xfrm>
        </p:grpSpPr>
        <p:sp>
          <p:nvSpPr>
            <p:cNvPr id="6" name="Rectangle 5"/>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dsLl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RzIH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sLlAKbC/wAAAAAAAAAAAAAAAAAAAAAAAAAAAAAAAAAAAAAAAAAAAEl9vAB/f38AH0l9A8zMzADAwP8Af39/AAAAAAAAAAAAAAAAAAAAAAAAAAAAIQAAABgAAAAUAAAAfRwAAEsoAADQKgAAmSgAAAAAAAAmAAAACAAAAP//////////"/>
                </a:ext>
              </a:extLst>
            </p:cNvSpPr>
            <p:nvPr/>
          </p:nvSpPr>
          <p:spPr>
            <a:xfrm>
              <a:off x="4631055" y="6550025"/>
              <a:ext cx="2328545" cy="49530"/>
            </a:xfrm>
            <a:prstGeom prst="rect">
              <a:avLst/>
            </a:prstGeom>
            <a:solidFill>
              <a:srgbClr val="76C2E5"/>
            </a:solidFill>
            <a:ln>
              <a:noFill/>
            </a:ln>
            <a:effectLst/>
          </p:spPr>
          <p:txBody>
            <a:bodyPr vert="horz" wrap="square" lIns="91440" tIns="45720" rIns="91440" bIns="45720" numCol="1" spcCol="215900" anchor="ctr"/>
            <a:lstStyle/>
            <a:p>
              <a:pPr algn="ctr">
                <a:spcBef>
                  <a:spcPts val="0"/>
                </a:spcBef>
                <a:spcAft>
                  <a:spcPts val="0"/>
                </a:spcAft>
                <a:defRPr cap="none">
                  <a:solidFill>
                    <a:srgbClr val="FFFFFF"/>
                  </a:solidFill>
                </a:defRPr>
              </a:pPr>
              <a:endParaRPr lang="en-us" cap="none"/>
            </a:p>
          </p:txBody>
        </p:sp>
        <p:sp>
          <p:nvSpPr>
            <p:cNvPr id="5" name="Rectangle 6"/>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4xwk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48L2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4xwkAKbC/wAAAAAAAAAAAAAAAAAAAAAAAAAAAAAAAAAAAAAAAAAAAEl9vAB/f38AH0l9A8zMzADAwP8Af39/AAAAAAAAAAAAAAAAAAAAAAAAAAAAIQAAABgAAAAUAAAAgCoAAEsoAABAOAAAlCgAAAAAAAAmAAAACAAAAP//////////"/>
                </a:ext>
              </a:extLst>
            </p:cNvSpPr>
            <p:nvPr/>
          </p:nvSpPr>
          <p:spPr>
            <a:xfrm>
              <a:off x="6908800" y="6550025"/>
              <a:ext cx="2235200" cy="46355"/>
            </a:xfrm>
            <a:prstGeom prst="rect">
              <a:avLst/>
            </a:prstGeom>
            <a:solidFill>
              <a:srgbClr val="E31C24"/>
            </a:solidFill>
            <a:ln>
              <a:noFill/>
            </a:ln>
            <a:effectLst/>
          </p:spPr>
          <p:txBody>
            <a:bodyPr vert="horz" wrap="square" lIns="91440" tIns="45720" rIns="91440" bIns="45720" numCol="1" spcCol="215900" anchor="ctr"/>
            <a:lstStyle/>
            <a:p>
              <a:pPr algn="ctr">
                <a:spcBef>
                  <a:spcPts val="0"/>
                </a:spcBef>
                <a:spcAft>
                  <a:spcPts val="0"/>
                </a:spcAft>
                <a:defRPr cap="none">
                  <a:solidFill>
                    <a:srgbClr val="FFFFFF"/>
                  </a:solidFill>
                </a:defRPr>
              </a:pPr>
              <a:endParaRPr lang="en-us" cap="none"/>
            </a:p>
          </p:txBody>
        </p:sp>
        <p:sp>
          <p:nvSpPr>
            <p:cNvPr id="4" name="Rectangle 7"/>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LAX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YAB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LAXAKbC/wAAAAAAAAAAAAAAAAAAAAAAAAAAAAAAAAAAAAAAAAAAAEl9vAB/f38AH0l9A8zMzADAwP8Af39/AAAAAAAAAAAAAAAAAAAAAAAAAAAAIQAAABgAAAAUAAAA0wwAAEsoAAC0HAAAmSgAAAAAAAAmAAAACAAAAP//////////"/>
                </a:ext>
              </a:extLst>
            </p:cNvSpPr>
            <p:nvPr/>
          </p:nvSpPr>
          <p:spPr>
            <a:xfrm>
              <a:off x="2084705" y="6550025"/>
              <a:ext cx="2581275" cy="49530"/>
            </a:xfrm>
            <a:prstGeom prst="rect">
              <a:avLst/>
            </a:prstGeom>
            <a:solidFill>
              <a:srgbClr val="FCB017"/>
            </a:solidFill>
            <a:ln>
              <a:noFill/>
            </a:ln>
            <a:effectLst/>
          </p:spPr>
          <p:txBody>
            <a:bodyPr vert="horz" wrap="square" lIns="91440" tIns="45720" rIns="91440" bIns="45720" numCol="1" spcCol="215900" anchor="ctr"/>
            <a:lstStyle/>
            <a:p>
              <a:pPr algn="ctr">
                <a:spcBef>
                  <a:spcPts val="0"/>
                </a:spcBef>
                <a:spcAft>
                  <a:spcPts val="0"/>
                </a:spcAft>
                <a:defRPr cap="none">
                  <a:solidFill>
                    <a:srgbClr val="FFFFFF"/>
                  </a:solidFill>
                </a:defRPr>
              </a:pPr>
              <a:endParaRPr lang="en-us" cap="none"/>
            </a:p>
          </p:txBody>
        </p:sp>
      </p:grpSp>
      <p:pic>
        <p:nvPicPr>
          <p:cNvPr id="7" name="Picture 11" descr="Picture 7.png"/>
          <p:cNvPicPr>
            <a:picLocks noChangeAspect="1"/>
            <a:extLst>
              <a:ext uri="smNativeData">
                <pr:smNativeData xmlns:pr="smNativeData" xmlns="smNativeData" val="SMDATA_17_VcZh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wAAAAAAAAAAAAAAAFgIAAAAAAABkAAAAZAAAAAAAAAAjAAAABAAAAGQAAAAXAAAAFAAAAAAAAAAAAAAA/38AAP9/AAAAAAAACQAAAAQAAAAQBQQ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MgoAAAAAAAARzYAAEIEAAAQAAAAJgAAAAgAAAD//////////w=="/>
              </a:ext>
            </a:extLst>
          </p:cNvPicPr>
          <p:nvPr/>
        </p:nvPicPr>
        <p:blipFill>
          <a:blip r:embed="rId2"/>
          <a:srcRect l="1920" t="0" r="0" b="5340"/>
          <a:stretch>
            <a:fillRect/>
          </a:stretch>
        </p:blipFill>
        <p:spPr>
          <a:xfrm>
            <a:off x="6629400" y="0"/>
            <a:ext cx="2193925" cy="692150"/>
          </a:xfrm>
          <a:prstGeom prst="rect">
            <a:avLst/>
          </a:prstGeom>
          <a:noFill/>
          <a:ln>
            <a:noFill/>
          </a:ln>
          <a:effectLst/>
        </p:spPr>
      </p:pic>
      <p:grpSp>
        <p:nvGrpSpPr>
          <p:cNvPr id="8" name="Group 18"/>
          <p:cNvGrpSpPr>
            <a:extLst>
              <a:ext uri="smNativeData">
                <pr:smNativeData xmlns:pr="smNativeData" xmlns="smNativeData" val="SMDATA_6_VcZhaRMAAAAlAAAAAQAAAA8BAAAAkAAAAEgAAACQAAAASAAAAAAAAAAAAAAAAAAAABcAAAAUAAAAAAAAAAAAAAD/fwAA/38AAAAAAAAJAAAABAAAAP////8fAAAAVAAAAAAAAAAAAAAAAAAAAAAAAAAAAAAAAAAAAAAAAAAAAAAAAAAAAAAAAAAAAAAAAAAAAAAAAAAAAAAAAAAAAAAAAAAAAAAAAAAAAAAAAAAAAAAAAAAAACEAAAAYAAAAFAAAACANAABQKAAAQDgAAJkoAAAQAAAAJgAAAAgAAAD/////AAAAAA=="/>
              </a:ext>
            </a:extLst>
          </p:cNvGrpSpPr>
          <p:nvPr/>
        </p:nvGrpSpPr>
        <p:grpSpPr>
          <a:xfrm>
            <a:off x="2133600" y="6553200"/>
            <a:ext cx="7010400" cy="46355"/>
            <a:chOff x="2133600" y="6553200"/>
            <a:chExt cx="7010400" cy="46355"/>
          </a:xfrm>
        </p:grpSpPr>
        <p:sp>
          <p:nvSpPr>
            <p:cNvPr id="11" name="Rectangle 10"/>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dsLl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xsLz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sLlAKbC/wAAAAAAAAAAAAAAAAAAAAAAAAAAAAAAAAAAAAAAAAAAAEl9vAB/f38AH0l9A8zMzADAwP8Af39/AAAAAAAAAAAAAAAAAAAAAAAAAAAAIQAAABgAAAAUAAAAqBsAAFAoAAD8KQAAmSgAAAAAAAAmAAAACAAAAP//////////"/>
                </a:ext>
              </a:extLst>
            </p:cNvSpPr>
            <p:nvPr/>
          </p:nvSpPr>
          <p:spPr>
            <a:xfrm>
              <a:off x="4495800" y="6553200"/>
              <a:ext cx="2329180" cy="46355"/>
            </a:xfrm>
            <a:prstGeom prst="rect">
              <a:avLst/>
            </a:prstGeom>
            <a:solidFill>
              <a:srgbClr val="76C2E5"/>
            </a:solidFill>
            <a:ln>
              <a:noFill/>
            </a:ln>
            <a:effectLst/>
          </p:spPr>
          <p:txBody>
            <a:bodyPr vert="horz" wrap="square" lIns="91440" tIns="45720" rIns="91440" bIns="45720" numCol="1" spcCol="215900" anchor="ctr"/>
            <a:lstStyle/>
            <a:p>
              <a:pPr algn="ctr">
                <a:spcBef>
                  <a:spcPts val="0"/>
                </a:spcBef>
                <a:spcAft>
                  <a:spcPts val="0"/>
                </a:spcAft>
                <a:defRPr cap="none">
                  <a:solidFill>
                    <a:srgbClr val="FFFFFF"/>
                  </a:solidFill>
                </a:defRPr>
              </a:pPr>
              <a:endParaRPr lang="en-us" cap="none"/>
            </a:p>
          </p:txBody>
        </p:sp>
        <p:sp>
          <p:nvSpPr>
            <p:cNvPr id="10" name="Rectangle 1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LAX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NwY0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LAXAKbC/wAAAAAAAAAAAAAAAAAAAAAAAAAAAAAAAAAAAAAAAAAAAEl9vAB/f38AH0l9A8zMzADAwP8Af39/AAAAAAAAAAAAAAAAAAAAAAAAAAAAIQAAABgAAAAUAAAAIA0AAFAoAACoGwAAmSgAAAAAAAAmAAAACAAAAP//////////"/>
                </a:ext>
              </a:extLst>
            </p:cNvSpPr>
            <p:nvPr/>
          </p:nvSpPr>
          <p:spPr>
            <a:xfrm>
              <a:off x="2133600" y="6553200"/>
              <a:ext cx="2362200" cy="46355"/>
            </a:xfrm>
            <a:prstGeom prst="rect">
              <a:avLst/>
            </a:prstGeom>
            <a:solidFill>
              <a:srgbClr val="FCB017"/>
            </a:solidFill>
            <a:ln>
              <a:noFill/>
            </a:ln>
            <a:effectLst/>
          </p:spPr>
          <p:txBody>
            <a:bodyPr vert="horz" wrap="square" lIns="91440" tIns="45720" rIns="91440" bIns="45720" numCol="1" spcCol="215900" anchor="ctr"/>
            <a:lstStyle/>
            <a:p>
              <a:pPr algn="ctr">
                <a:spcBef>
                  <a:spcPts val="0"/>
                </a:spcBef>
                <a:spcAft>
                  <a:spcPts val="0"/>
                </a:spcAft>
                <a:defRPr cap="none">
                  <a:solidFill>
                    <a:srgbClr val="FFFFFF"/>
                  </a:solidFill>
                </a:defRPr>
              </a:pPr>
              <a:endParaRPr lang="en-us" cap="none"/>
            </a:p>
          </p:txBody>
        </p:sp>
        <p:sp>
          <p:nvSpPr>
            <p:cNvPr id="9" name="Rectangle 12"/>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wAA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NwY1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KbC/wAAAAAAAAAAAAAAAAAAAAAAAAAAAAAAAAAAAAAAAAAAAEl9vAB/f38AH0l9A8zMzADAwP8Af39/AAAAAAAAAAAAAAAAAAAAAAAAAAAAIQAAABgAAAAUAAAA7SkAAFAoAABAOAAAmSgAAAAAAAAmAAAACAAAAP//////////"/>
                </a:ext>
              </a:extLst>
            </p:cNvSpPr>
            <p:nvPr/>
          </p:nvSpPr>
          <p:spPr>
            <a:xfrm>
              <a:off x="6815455" y="6553200"/>
              <a:ext cx="2328545" cy="46355"/>
            </a:xfrm>
            <a:prstGeom prst="rect">
              <a:avLst/>
            </a:prstGeom>
            <a:solidFill>
              <a:srgbClr val="FF0000"/>
            </a:solidFill>
            <a:ln>
              <a:noFill/>
            </a:ln>
            <a:effectLst/>
          </p:spPr>
          <p:txBody>
            <a:bodyPr vert="horz" wrap="square" lIns="91440" tIns="45720" rIns="91440" bIns="45720" numCol="1" spcCol="215900" anchor="ctr"/>
            <a:lstStyle/>
            <a:p>
              <a:pPr algn="ctr">
                <a:spcBef>
                  <a:spcPts val="0"/>
                </a:spcBef>
                <a:spcAft>
                  <a:spcPts val="0"/>
                </a:spcAft>
                <a:defRPr cap="none">
                  <a:solidFill>
                    <a:srgbClr val="FFFFFF"/>
                  </a:solidFill>
                </a:defRPr>
              </a:pPr>
              <a:endParaRPr lang="en-us" cap="none"/>
            </a:p>
          </p:txBody>
        </p:sp>
      </p:grpSp>
      <p:grpSp>
        <p:nvGrpSpPr>
          <p:cNvPr id="12" name="Group 22"/>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AAAAAD4BwAAICsAAEEIAAAQAAAAJgAAAAgAAAD/////AAAAAA=="/>
              </a:ext>
            </a:extLst>
          </p:cNvGrpSpPr>
          <p:nvPr/>
        </p:nvGrpSpPr>
        <p:grpSpPr>
          <a:xfrm>
            <a:off x="0" y="1295400"/>
            <a:ext cx="7010400" cy="46355"/>
            <a:chOff x="0" y="1295400"/>
            <a:chExt cx="7010400" cy="46355"/>
          </a:xfrm>
        </p:grpSpPr>
        <p:sp>
          <p:nvSpPr>
            <p:cNvPr id="15" name="Rectangle 14"/>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dsLl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x98t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sLlAKbC/wAAAAAAAAAAAAAAAAAAAAAAAAAAAAAAAAAAAAAAAAAAAEl9vAB/f38AH0l9A8zMzADAwP8Af39/AAAAAAAAAAAAAAAAAAAAAAAAAAAAIQAAABgAAAAUAAAAiA4AAPgHAADcHAAAQQgAAAAAAAAmAAAACAAAAP//////////"/>
                </a:ext>
              </a:extLst>
            </p:cNvSpPr>
            <p:nvPr/>
          </p:nvSpPr>
          <p:spPr>
            <a:xfrm>
              <a:off x="2362200" y="1295400"/>
              <a:ext cx="2329180" cy="46355"/>
            </a:xfrm>
            <a:prstGeom prst="rect">
              <a:avLst/>
            </a:prstGeom>
            <a:solidFill>
              <a:srgbClr val="76C2E5"/>
            </a:solidFill>
            <a:ln>
              <a:noFill/>
            </a:ln>
            <a:effectLst/>
          </p:spPr>
          <p:txBody>
            <a:bodyPr vert="horz" wrap="square" lIns="91440" tIns="45720" rIns="91440" bIns="45720" numCol="1" spcCol="215900" anchor="ctr"/>
            <a:lstStyle/>
            <a:p>
              <a:pPr algn="ctr">
                <a:spcBef>
                  <a:spcPts val="0"/>
                </a:spcBef>
                <a:spcAft>
                  <a:spcPts val="0"/>
                </a:spcAft>
                <a:defRPr cap="none">
                  <a:solidFill>
                    <a:srgbClr val="FFFFFF"/>
                  </a:solidFill>
                </a:defRPr>
              </a:pPr>
              <a:endParaRPr lang="en-us" cap="none"/>
            </a:p>
          </p:txBody>
        </p:sp>
        <p:sp>
          <p:nvSpPr>
            <p:cNvPr id="14" name="Rectangle 15"/>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LAX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IgbH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LAXAKbC/wAAAAAAAAAAAAAAAAAAAAAAAAAAAAAAAAAAAAAAAAAAAEl9vAB/f38AH0l9A8zMzADAwP8Af39/AAAAAAAAAAAAAAAAAAAAAAAAAAAAIQAAABgAAAAUAAAAAAAAAPgHAACIDgAAQQgAAAAAAAAmAAAACAAAAP//////////"/>
                </a:ext>
              </a:extLst>
            </p:cNvSpPr>
            <p:nvPr/>
          </p:nvSpPr>
          <p:spPr>
            <a:xfrm>
              <a:off x="0" y="1295400"/>
              <a:ext cx="2362200" cy="46355"/>
            </a:xfrm>
            <a:prstGeom prst="rect">
              <a:avLst/>
            </a:prstGeom>
            <a:solidFill>
              <a:srgbClr val="FCB017"/>
            </a:solidFill>
            <a:ln>
              <a:noFill/>
            </a:ln>
            <a:effectLst/>
          </p:spPr>
          <p:txBody>
            <a:bodyPr vert="horz" wrap="square" lIns="91440" tIns="45720" rIns="91440" bIns="45720" numCol="1" spcCol="215900" anchor="ctr"/>
            <a:lstStyle/>
            <a:p>
              <a:pPr algn="ctr">
                <a:spcBef>
                  <a:spcPts val="0"/>
                </a:spcBef>
                <a:spcAft>
                  <a:spcPts val="0"/>
                </a:spcAft>
                <a:defRPr cap="none">
                  <a:solidFill>
                    <a:srgbClr val="FFFFFF"/>
                  </a:solidFill>
                </a:defRPr>
              </a:pPr>
              <a:endParaRPr lang="en-us" cap="none"/>
            </a:p>
          </p:txBody>
        </p:sp>
        <p:sp>
          <p:nvSpPr>
            <p:cNvPr id="13" name="Rectangle 16"/>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wAA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RzIH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KbC/wAAAAAAAAAAAAAAAAAAAAAAAAAAAAAAAAAAAAAAAAAAAEl9vAB/f38AH0l9A8zMzADAwP8Af39/AAAAAAAAAAAAAAAAAAAAAAAAAAAAIQAAABgAAAAUAAAAzRwAAPgHAAAgKwAAQQgAAAAAAAAmAAAACAAAAP//////////"/>
                </a:ext>
              </a:extLst>
            </p:cNvSpPr>
            <p:nvPr/>
          </p:nvSpPr>
          <p:spPr>
            <a:xfrm>
              <a:off x="4681855" y="1295400"/>
              <a:ext cx="2328545" cy="46355"/>
            </a:xfrm>
            <a:prstGeom prst="rect">
              <a:avLst/>
            </a:prstGeom>
            <a:solidFill>
              <a:srgbClr val="FF0000"/>
            </a:solidFill>
            <a:ln>
              <a:noFill/>
            </a:ln>
            <a:effectLst/>
          </p:spPr>
          <p:txBody>
            <a:bodyPr vert="horz" wrap="square" lIns="91440" tIns="45720" rIns="91440" bIns="45720" numCol="1" spcCol="215900" anchor="ctr"/>
            <a:lstStyle/>
            <a:p>
              <a:pPr algn="ctr">
                <a:spcBef>
                  <a:spcPts val="0"/>
                </a:spcBef>
                <a:spcAft>
                  <a:spcPts val="0"/>
                </a:spcAft>
                <a:defRPr cap="none">
                  <a:solidFill>
                    <a:srgbClr val="FFFFFF"/>
                  </a:solidFill>
                </a:defRPr>
              </a:pPr>
              <a:endParaRPr lang="en-us" cap="none"/>
            </a:p>
          </p:txBody>
        </p:sp>
      </p:grpSp>
      <p:sp>
        <p:nvSpPr>
          <p:cNvPr id="16" name="Content Placeholder 2"/>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4AEAADAJAACANAAACCUAABAAAAAmAAAACAAAAAGAAAAAAAAA"/>
              </a:ext>
            </a:extLst>
          </p:cNvSpPr>
          <p:nvPr>
            <p:ph idx="1"/>
          </p:nvPr>
        </p:nvSpPr>
        <p:spPr>
          <a:xfrm>
            <a:off x="304800" y="1493520"/>
            <a:ext cx="8229600" cy="4526280"/>
          </a:xfrm>
        </p:spPr>
        <p:txBody>
          <a:bodyPr/>
          <a:lstStyle>
            <a:lvl1pPr marL="342900" marR="0" indent="-342900" algn="l" defTabSz="914400">
              <a:lnSpc>
                <a:spcPct val="100000"/>
              </a:lnSpc>
              <a:spcBef>
                <a:spcPts val="0"/>
              </a:spcBef>
              <a:spcAft>
                <a:spcPts val="0"/>
              </a:spcAft>
              <a:buNone/>
              <a:tabLst/>
              <a:defRPr sz="2400" cap="none">
                <a:latin typeface="Arial" pitchFamily="1" charset="0"/>
                <a:ea typeface="Arial" pitchFamily="1" charset="0"/>
                <a:cs typeface="Arial" pitchFamily="1" charset="0"/>
              </a:defRPr>
            </a:lvl1pPr>
            <a:lvl2pPr marL="742950" marR="0" indent="-285750" algn="l" defTabSz="914400">
              <a:lnSpc>
                <a:spcPct val="100000"/>
              </a:lnSpc>
              <a:spcBef>
                <a:spcPts val="0"/>
              </a:spcBef>
              <a:spcAft>
                <a:spcPts val="0"/>
              </a:spcAft>
              <a:buClrTx/>
              <a:buSzTx/>
              <a:buFont typeface="Arial" pitchFamily="1" charset="0"/>
              <a:buChar char="–"/>
              <a:tabLst/>
              <a:defRPr sz="1600" cap="none">
                <a:latin typeface="Arial" pitchFamily="1" charset="0"/>
                <a:ea typeface="Arial" pitchFamily="1" charset="0"/>
                <a:cs typeface="Arial" pitchFamily="1" charset="0"/>
              </a:defRPr>
            </a:lvl2pPr>
          </a:lstStyle>
          <a:p>
            <a:pPr/>
            <a:r>
              <a:rPr cap="none" noProof="1"/>
              <a:t>Click to edit Master text styles</a:t>
            </a:r>
            <a:endParaRPr cap="none" noProof="1"/>
          </a:p>
          <a:p>
            <a:pPr lvl="1"/>
            <a:r>
              <a:rPr cap="none" noProof="1"/>
              <a:t>Second level</a:t>
            </a:r>
            <a:endParaRPr cap="none" noProof="1"/>
          </a:p>
          <a:p>
            <a:pPr lvl="2"/>
            <a:r>
              <a:rPr cap="none" noProof="1"/>
              <a:t>Third level</a:t>
            </a:r>
            <a:endParaRPr cap="none" noProof="1"/>
          </a:p>
          <a:p>
            <a:pPr lvl="3"/>
            <a:r>
              <a:rPr cap="none" noProof="1"/>
              <a:t>Fourth level</a:t>
            </a:r>
            <a:endParaRPr cap="none" noProof="1"/>
          </a:p>
          <a:p>
            <a:pPr lvl="4"/>
            <a:r>
              <a:rPr cap="none" noProof="1"/>
              <a:t>Fifth level</a:t>
            </a:r>
            <a:endParaRPr lang="en-us" cap="none"/>
          </a:p>
        </p:txBody>
      </p:sp>
      <p:sp>
        <p:nvSpPr>
          <p:cNvPr id="17" name="Content Placeholder 18"/>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4AEAAPAAAADIKAAA+AcAABAAAAAmAAAACAAAAIGgAAAAAAAA"/>
              </a:ext>
            </a:extLst>
          </p:cNvSpPr>
          <p:nvPr>
            <p:ph idx="10"/>
          </p:nvPr>
        </p:nvSpPr>
        <p:spPr>
          <a:xfrm>
            <a:off x="304800" y="152400"/>
            <a:ext cx="6324600" cy="1143000"/>
          </a:xfrm>
        </p:spPr>
        <p:txBody>
          <a:bodyPr vert="horz" wrap="square" lIns="91440" tIns="45720" rIns="91440" bIns="45720" numCol="1" spcCol="215900" anchor="ctr">
            <a:prstTxWarp prst="textNoShape">
              <a:avLst/>
            </a:prstTxWarp>
          </a:bodyPr>
          <a:lstStyle>
            <a:lvl1pPr marL="0">
              <a:lnSpc>
                <a:spcPts val="3600"/>
              </a:lnSpc>
              <a:spcBef>
                <a:spcPts val="0"/>
              </a:spcBef>
              <a:buNone/>
              <a:defRPr sz="3600" b="1" cap="none" spc="0" baseline="0">
                <a:latin typeface="Arial" pitchFamily="1" charset="0"/>
                <a:ea typeface="Arial" pitchFamily="1" charset="0"/>
                <a:cs typeface="Arial" pitchFamily="1" charset="0"/>
              </a:defRPr>
            </a:lvl1pPr>
          </a:lstStyle>
          <a:p>
            <a:pPr/>
            <a:r>
              <a:rPr lang="en-us" cap="none"/>
              <a:t>Click to edit Master text styles</a:t>
            </a:r>
            <a:endParaRPr lang="en-us" cap="none"/>
          </a:p>
        </p:txBody>
      </p:sp>
    </p:spTree>
  </p:cSld>
  <p:clrMapOvr>
    <a:masterClrMapping/>
  </p:clrMapOvr>
</p:sldLayout>
</file>

<file path=ppt/slideLayouts/slideLayout24.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xAndObj">
  <p:cSld name="Title, Text and Content">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MADAAAINAAAyAoAABAAAAAmAAAACAAAAAEAAAAAAAAA"/>
              </a:ext>
            </a:extLst>
          </p:cNvSpPr>
          <p:nvPr>
            <p:ph type="title"/>
          </p:nvPr>
        </p:nvSpPr>
        <p:spPr>
          <a:xfrm>
            <a:off x="685800" y="609600"/>
            <a:ext cx="7772400" cy="1143000"/>
          </a:xfrm>
        </p:spPr>
        <p:txBody>
          <a:bodyPr/>
          <a:lstStyle/>
          <a:p>
            <a:pPr/>
            <a:r>
              <a:rPr lang="en-gb" cap="none"/>
              <a:t>Click to edit Master title style</a:t>
            </a:r>
            <a:endParaRPr lang="en-us" cap="none"/>
          </a:p>
        </p:txBody>
      </p:sp>
      <p:sp>
        <p:nvSpPr>
          <p:cNvPr id="3" name="Text Placeholder 2"/>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DAMAACoGwAAgCUAABAAAAAmAAAACAAAAAEAAAAAAAAA"/>
              </a:ext>
            </a:extLst>
          </p:cNvSpPr>
          <p:nvPr>
            <p:ph idx="1"/>
          </p:nvPr>
        </p:nvSpPr>
        <p:spPr>
          <a:xfrm>
            <a:off x="685800" y="1981200"/>
            <a:ext cx="3810000" cy="4114800"/>
          </a:xfrm>
        </p:spPr>
        <p:txBody>
          <a:bodyPr/>
          <a:lstStyle/>
          <a:p>
            <a:pPr/>
            <a:r>
              <a:rPr lang="en-gb" cap="none"/>
              <a:t>Click to edit Master text styles</a:t>
            </a:r>
            <a:endParaRPr lang="en-gb" cap="none"/>
          </a:p>
          <a:p>
            <a:pPr lvl="1"/>
            <a:r>
              <a:rPr lang="en-gb" cap="none"/>
              <a:t>Second level</a:t>
            </a:r>
            <a:endParaRPr lang="en-gb" cap="none"/>
          </a:p>
          <a:p>
            <a:pPr lvl="2"/>
            <a:r>
              <a:rPr lang="en-gb" cap="none"/>
              <a:t>Third level</a:t>
            </a:r>
            <a:endParaRPr lang="en-gb" cap="none"/>
          </a:p>
          <a:p>
            <a:pPr lvl="3"/>
            <a:r>
              <a:rPr lang="en-gb" cap="none"/>
              <a:t>Fourth level</a:t>
            </a:r>
            <a:endParaRPr lang="en-gb" cap="none"/>
          </a:p>
          <a:p>
            <a:pPr lvl="4"/>
            <a:r>
              <a:rPr lang="en-gb" cap="none"/>
              <a:t>Fifth level</a:t>
            </a:r>
            <a:endParaRPr lang="en-us" cap="none"/>
          </a:p>
        </p:txBody>
      </p:sp>
      <p:sp>
        <p:nvSpPr>
          <p:cNvPr id="4" name="Content Placeholder 3"/>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mBwAADAMAAAINAAAgCUAABAAAAAmAAAACAAAAAEAAAAAAAAA"/>
              </a:ext>
            </a:extLst>
          </p:cNvSpPr>
          <p:nvPr>
            <p:ph idx="2"/>
          </p:nvPr>
        </p:nvSpPr>
        <p:spPr>
          <a:xfrm>
            <a:off x="4648200" y="1981200"/>
            <a:ext cx="3810000" cy="4114800"/>
          </a:xfrm>
        </p:spPr>
        <p:txBody>
          <a:bodyPr/>
          <a:lstStyle/>
          <a:p>
            <a:pPr/>
            <a:r>
              <a:rPr lang="en-gb" cap="none"/>
              <a:t>Click to edit Master text styles</a:t>
            </a:r>
            <a:endParaRPr lang="en-gb" cap="none"/>
          </a:p>
          <a:p>
            <a:pPr lvl="1"/>
            <a:r>
              <a:rPr lang="en-gb" cap="none"/>
              <a:t>Second level</a:t>
            </a:r>
            <a:endParaRPr lang="en-gb" cap="none"/>
          </a:p>
          <a:p>
            <a:pPr lvl="2"/>
            <a:r>
              <a:rPr lang="en-gb" cap="none"/>
              <a:t>Third level</a:t>
            </a:r>
            <a:endParaRPr lang="en-gb" cap="none"/>
          </a:p>
          <a:p>
            <a:pPr lvl="3"/>
            <a:r>
              <a:rPr lang="en-gb" cap="none"/>
              <a:t>Fourth level</a:t>
            </a:r>
            <a:endParaRPr lang="en-gb" cap="none"/>
          </a:p>
          <a:p>
            <a:pPr lvl="4"/>
            <a:r>
              <a:rPr lang="en-gb" cap="none"/>
              <a:t>Fifth level</a:t>
            </a:r>
            <a:endParaRPr lang="en-us" cap="none"/>
          </a:p>
        </p:txBody>
      </p:sp>
      <p:sp>
        <p:nvSpPr>
          <p:cNvPr id="5" name="Slide Number Placeholder 4"/>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iCwAAFAoAABAOAAAMCoAABAAAAAmAAAACAAAAAEAAAAAAAAA"/>
              </a:ext>
            </a:extLst>
          </p:cNvSpPr>
          <p:nvPr>
            <p:ph type="sldNum" sz="quarter" idx="10"/>
          </p:nvPr>
        </p:nvSpPr>
        <p:spPr>
          <a:xfrm>
            <a:off x="7239000" y="6553200"/>
            <a:ext cx="1905000" cy="304800"/>
          </a:xfrm>
        </p:spPr>
        <p:txBody>
          <a:bodyPr/>
          <a:lstStyle/>
          <a:p>
            <a:pPr/>
            <a:fld id="{057EC613-5DE8-2B30-A6C6-AB65888850FE}" type="slidenum">
              <a:rPr lang="en-us" cap="none"/>
              <a:t/>
            </a:fld>
            <a:endParaRPr lang="en-us" cap="none"/>
          </a:p>
        </p:txBody>
      </p:sp>
    </p:spTree>
  </p:cSld>
  <p:clrMapOvr>
    <a:masterClrMapping/>
  </p:clrMapOvr>
  <p:hf hdr="0" ftr="0" dt="0"/>
</p:sldLayout>
</file>

<file path=ppt/slideLayouts/slideLayout25.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
  <p:cSld name="1_Title Slide">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QAABsNAAAINAAAJhYAABAAAAAmAAAACAAAAAEAAAAAAAAA"/>
              </a:ext>
            </a:extLst>
          </p:cNvSpPr>
          <p:nvPr>
            <p:ph type="ctrTitle"/>
          </p:nvPr>
        </p:nvSpPr>
        <p:spPr>
          <a:xfrm>
            <a:off x="685800" y="2130425"/>
            <a:ext cx="7772400" cy="1470025"/>
          </a:xfrm>
        </p:spPr>
        <p:txBody>
          <a:bodyPr/>
          <a:lstStyle/>
          <a:p>
            <a:pPr/>
            <a:r>
              <a:rPr lang="en-us" cap="none"/>
              <a:t>Click to edit Master title style</a:t>
            </a:r>
            <a:endParaRPr lang="en-us" cap="none"/>
          </a:p>
        </p:txBody>
      </p:sp>
      <p:sp>
        <p:nvSpPr>
          <p:cNvPr id="3" name="Subtitle 2"/>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cAgAAOgXAADQLwAAsCIAABAAAAAmAAAACAAAAAGAAAAAAAAA"/>
              </a:ext>
            </a:extLst>
          </p:cNvSpPr>
          <p:nvPr>
            <p:ph type="subTitle" idx="1"/>
          </p:nvPr>
        </p:nvSpPr>
        <p:spPr>
          <a:xfrm>
            <a:off x="1371600" y="3886200"/>
            <a:ext cx="6400800" cy="1752600"/>
          </a:xfrm>
        </p:spPr>
        <p:txBody>
          <a:bodyPr/>
          <a:lstStyle>
            <a:lvl1pPr marL="0" indent="0" algn="ctr">
              <a:buNone/>
              <a:defRPr cap="none">
                <a:solidFill>
                  <a:srgbClr val="8C8C8C"/>
                </a:solidFill>
              </a:defRPr>
            </a:lvl1pPr>
            <a:lvl2pPr marL="457200" indent="0" algn="ctr">
              <a:buNone/>
              <a:defRPr cap="none">
                <a:solidFill>
                  <a:srgbClr val="8C8C8C"/>
                </a:solidFill>
              </a:defRPr>
            </a:lvl2pPr>
            <a:lvl3pPr marL="914400" indent="0" algn="ctr">
              <a:buNone/>
              <a:defRPr cap="none">
                <a:solidFill>
                  <a:srgbClr val="8C8C8C"/>
                </a:solidFill>
              </a:defRPr>
            </a:lvl3pPr>
            <a:lvl4pPr marL="1371600" indent="0" algn="ctr">
              <a:buNone/>
              <a:defRPr cap="none">
                <a:solidFill>
                  <a:srgbClr val="8C8C8C"/>
                </a:solidFill>
              </a:defRPr>
            </a:lvl4pPr>
            <a:lvl5pPr marL="1828800" indent="0" algn="ctr">
              <a:buNone/>
              <a:defRPr cap="none">
                <a:solidFill>
                  <a:srgbClr val="8C8C8C"/>
                </a:solidFill>
              </a:defRPr>
            </a:lvl5pPr>
            <a:lvl6pPr marL="2286000" indent="0" algn="ctr">
              <a:buNone/>
              <a:defRPr cap="none">
                <a:solidFill>
                  <a:srgbClr val="8C8C8C"/>
                </a:solidFill>
              </a:defRPr>
            </a:lvl6pPr>
            <a:lvl7pPr marL="2743200" indent="0" algn="ctr">
              <a:buNone/>
              <a:defRPr cap="none">
                <a:solidFill>
                  <a:srgbClr val="8C8C8C"/>
                </a:solidFill>
              </a:defRPr>
            </a:lvl7pPr>
            <a:lvl8pPr marL="3200400" indent="0" algn="ctr">
              <a:buNone/>
              <a:defRPr cap="none">
                <a:solidFill>
                  <a:srgbClr val="8C8C8C"/>
                </a:solidFill>
              </a:defRPr>
            </a:lvl8pPr>
            <a:lvl9pPr marL="3657600" indent="0" algn="ctr">
              <a:buNone/>
              <a:defRPr cap="none">
                <a:solidFill>
                  <a:srgbClr val="8C8C8C"/>
                </a:solidFill>
              </a:defRPr>
            </a:lvl9pPr>
          </a:lstStyle>
          <a:p>
            <a:pPr/>
            <a:r>
              <a:rPr lang="en-us" cap="none"/>
              <a:t>Click to edit Master subtitle style</a:t>
            </a:r>
            <a:endParaRPr lang="en-us" cap="none"/>
          </a:p>
        </p:txBody>
      </p:sp>
      <p:sp>
        <p:nvSpPr>
          <p:cNvPr id="4" name="Date Placeholder 3"/>
          <p:cNvSpPr txBox="1">
            <a:spLocks noGrp="1" noChangeArrowheads="1"/>
            <a:extLst>
              <a:ext uri="smNativeData">
                <pr:smNativeData xmlns:pr="smNativeData" xmlns="smNativeData" val="SMDATA_15_VcZhaRMAAAAlAAAAE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CBAAAAAAAA"/>
              </a:ext>
            </a:extLst>
          </p:cNvSpPr>
          <p:nvPr>
            <p:ph type="dt" sz="half" idx="10"/>
          </p:nvPr>
        </p:nvSpPr>
        <p:spPr>
          <a:prstGeom prst="rect">
            <a:avLst/>
          </a:prstGeom>
        </p:spPr>
        <p:txBody>
          <a:bodyPr/>
          <a:lstStyle/>
          <a:p>
            <a:pPr/>
            <a:fld id="{350D9A5D-13D8-586C-96B5-E539D4FB60B0}" type="datetime1">
              <a:rPr lang="en-us" cap="none">
                <a:solidFill>
                  <a:srgbClr val="8C8C8C"/>
                </a:solidFill>
              </a:rPr>
              <a:t/>
            </a:fld>
            <a:endParaRPr lang="en-us" cap="none">
              <a:solidFill>
                <a:srgbClr val="8C8C8C"/>
              </a:solidFill>
            </a:endParaRPr>
          </a:p>
        </p:txBody>
      </p:sp>
      <p:sp>
        <p:nvSpPr>
          <p:cNvPr id="5" name="Footer Placeholder 4"/>
          <p:cNvSpPr txBox="1">
            <a:spLocks noGrp="1" noChangeArrowheads="1"/>
            <a:extLst>
              <a:ext uri="smNativeData">
                <pr:smNativeData xmlns:pr="smNativeData" xmlns="smNativeData" val="SMDATA_15_VcZhaRMAAAAlAAAAE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CBAAAAAAAA"/>
              </a:ext>
            </a:extLst>
          </p:cNvSpPr>
          <p:nvPr>
            <p:ph type="ftr" sz="quarter" idx="11"/>
          </p:nvPr>
        </p:nvSpPr>
        <p:spPr>
          <a:prstGeom prst="rect">
            <a:avLst/>
          </a:prstGeom>
        </p:spPr>
        <p:txBody>
          <a:bodyPr/>
          <a:lstStyle/>
          <a:p>
            <a:pPr/>
            <a:endParaRPr lang="en-us" cap="none">
              <a:solidFill>
                <a:srgbClr val="8C8C8C"/>
              </a:solidFill>
            </a:endParaRPr>
          </a:p>
        </p:txBody>
      </p:sp>
      <p:sp>
        <p:nvSpPr>
          <p:cNvPr id="6" name="Slide Number Placeholder 5"/>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fTQAAF8mAAA/OAAALCgAABAAAAAmAAAACAAAAAAAAAAAAAAA"/>
              </a:ext>
            </a:extLst>
          </p:cNvSpPr>
          <p:nvPr>
            <p:ph type="sldNum" sz="quarter" idx="12"/>
          </p:nvPr>
        </p:nvSpPr>
        <p:spPr/>
        <p:txBody>
          <a:bodyPr/>
          <a:lstStyle/>
          <a:p>
            <a:pPr/>
            <a:fld id="{3DB186A3-EDD0-E470-9E09-1B25C847684E}" type="slidenum">
              <a:rPr lang="en-us" cap="none">
                <a:solidFill>
                  <a:srgbClr val="8C8C8C"/>
                </a:solidFill>
              </a:rPr>
              <a:t/>
            </a:fld>
            <a:endParaRPr lang="en-us" cap="none">
              <a:solidFill>
                <a:srgbClr val="8C8C8C"/>
              </a:solidFill>
            </a:endParaRPr>
          </a:p>
        </p:txBody>
      </p:sp>
    </p:spTree>
  </p:cSld>
  <p:clrMapOvr>
    <a:masterClrMapping/>
  </p:clrMapOvr>
  <p:hf hdr="0" ftr="0"/>
</p:sldLayout>
</file>

<file path=ppt/slideLayouts/slideLayout26.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cSld name="Custom Layout">
    <p:bg>
      <p:bgPr>
        <a:blipFill>
          <a:blip r:embed="rId2"/>
          <a:srcRect/>
          <a:stretch/>
        </a:blipFill>
        <a:effectLst/>
      </p:bgPr>
    </p:bg>
    <p:spTree>
      <p:nvGrpSpPr>
        <p:cNvPr id="1" name=""/>
        <p:cNvGrpSpPr/>
        <p:nvPr/>
      </p:nvGrpSpPr>
      <p:grpSpPr>
        <a:xfrm>
          <a:off x="0" y="0"/>
          <a:ext cx="0" cy="0"/>
          <a:chOff x="0" y="0"/>
          <a:chExt cx="0" cy="0"/>
        </a:xfrm>
      </p:grpSpPr>
      <p:sp>
        <p:nvSpPr>
          <p:cNvPr id="2" name="Rectangle 3"/>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EBFB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EBFBAKbC/wAAAAAAAAAAAAAAAAAAAAAAAAAAAAAAAAAAAAAAAAAAAEl9vAB/f38AAAAAA8zMzADAwP8Af39/AAAAAAAAAAAAAAAAAAAAAAAAAAAAIQAAABgAAAAUAAAAAAAAAKAUAABwNQAAgCUAABAAAAAmAAAACAAAAP//////////"/>
              </a:ext>
            </a:extLst>
          </p:cNvSpPr>
          <p:nvPr/>
        </p:nvSpPr>
        <p:spPr>
          <a:xfrm>
            <a:off x="0" y="3352800"/>
            <a:ext cx="8686800" cy="2743200"/>
          </a:xfrm>
          <a:prstGeom prst="rect">
            <a:avLst/>
          </a:prstGeom>
          <a:solidFill>
            <a:srgbClr val="101141"/>
          </a:solidFill>
          <a:ln>
            <a:noFill/>
          </a:ln>
          <a:effectLst/>
        </p:spPr>
        <p:txBody>
          <a:bodyPr vert="horz" wrap="square" lIns="91440" tIns="45720" rIns="91440" bIns="45720" numCol="1" spcCol="215900" anchor="ctr"/>
          <a:lstStyle/>
          <a:p>
            <a:pPr algn="ctr">
              <a:buNone/>
              <a:defRPr cap="none">
                <a:solidFill>
                  <a:srgbClr val="FFFFFF"/>
                </a:solidFill>
              </a:defRPr>
            </a:pPr>
            <a:endParaRPr lang="en-us" sz="1800" cap="none"/>
          </a:p>
        </p:txBody>
      </p:sp>
      <p:sp>
        <p:nvSpPr>
          <p:cNvPr id="3" name="Rectangle 4"/>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dsLl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sLlAKbC/wAAAAAAAAAAAAAAAAAAAAAAAAAAAAAAAAAAAAAAAAAAAEl9vAB/f38AAAAAA8zMzADAwP8Af39/AAAAAAAAAAAAAAAAAAAAAAAAAAAAIQAAABgAAAAUAAAA0BEAAIAlAACgIwAA+CUAABAAAAAmAAAACAAAAP//////////"/>
              </a:ext>
            </a:extLst>
          </p:cNvSpPr>
          <p:nvPr/>
        </p:nvSpPr>
        <p:spPr>
          <a:xfrm>
            <a:off x="2895600" y="6096000"/>
            <a:ext cx="2895600" cy="76200"/>
          </a:xfrm>
          <a:prstGeom prst="rect">
            <a:avLst/>
          </a:prstGeom>
          <a:solidFill>
            <a:srgbClr val="76C2E5"/>
          </a:solidFill>
          <a:ln>
            <a:noFill/>
          </a:ln>
          <a:effectLst/>
        </p:spPr>
        <p:txBody>
          <a:bodyPr vert="horz" wrap="square" lIns="91440" tIns="45720" rIns="91440" bIns="45720" numCol="1" spcCol="215900" anchor="ctr"/>
          <a:lstStyle/>
          <a:p>
            <a:pPr algn="ctr">
              <a:buNone/>
              <a:defRPr cap="none">
                <a:solidFill>
                  <a:srgbClr val="FFFFFF"/>
                </a:solidFill>
              </a:defRPr>
            </a:pPr>
            <a:endParaRPr lang="en-us" sz="1800" cap="none"/>
          </a:p>
        </p:txBody>
      </p:sp>
      <p:sp>
        <p:nvSpPr>
          <p:cNvPr id="4" name="Rectangle 5"/>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LAX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LBlkL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LAXAKbC/wAAAAAAAAAAAAAAAAAAAAAAAAAAAAAAAAAAAAAAAAAAAEl9vAB/f38AAAAAA8zMzADAwP8Af39/AAAAAAAAAAAAAAAAAAAAAAAAAAAAIQAAABgAAAAUAAAAAAAAAIAlAADQEQAA+CUAABAAAAAmAAAACAAAAP//////////"/>
              </a:ext>
            </a:extLst>
          </p:cNvSpPr>
          <p:nvPr/>
        </p:nvSpPr>
        <p:spPr>
          <a:xfrm>
            <a:off x="0" y="6096000"/>
            <a:ext cx="2895600" cy="76200"/>
          </a:xfrm>
          <a:prstGeom prst="rect">
            <a:avLst/>
          </a:prstGeom>
          <a:solidFill>
            <a:srgbClr val="FCB017"/>
          </a:solidFill>
          <a:ln>
            <a:noFill/>
          </a:ln>
          <a:effectLst/>
        </p:spPr>
        <p:txBody>
          <a:bodyPr vert="horz" wrap="square" lIns="91440" tIns="45720" rIns="91440" bIns="45720" numCol="1" spcCol="215900" anchor="ctr"/>
          <a:lstStyle/>
          <a:p>
            <a:pPr algn="ctr">
              <a:buNone/>
              <a:defRPr cap="none">
                <a:solidFill>
                  <a:srgbClr val="FFFFFF"/>
                </a:solidFill>
              </a:defRPr>
            </a:pPr>
            <a:endParaRPr lang="en-us" sz="1800" cap="none"/>
          </a:p>
        </p:txBody>
      </p:sp>
      <p:sp>
        <p:nvSpPr>
          <p:cNvPr id="5" name="Rectangle 7"/>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wAA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LNtlL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KbC/wAAAAAAAAAAAAAAAAAAAAAAAAAAAAAAAAAAAAAAAAAAAEl9vAB/f38AAAAAA8zMzADAwP8Af39/AAAAAAAAAAAAAAAAAAAAAAAAAAAAIQAAABgAAAAUAAAAoCMAAIAlAABwNQAA+CUAABAAAAAmAAAACAAAAP//////////"/>
              </a:ext>
            </a:extLst>
          </p:cNvSpPr>
          <p:nvPr/>
        </p:nvSpPr>
        <p:spPr>
          <a:xfrm>
            <a:off x="5791200" y="6096000"/>
            <a:ext cx="2895600" cy="76200"/>
          </a:xfrm>
          <a:prstGeom prst="rect">
            <a:avLst/>
          </a:prstGeom>
          <a:solidFill>
            <a:srgbClr val="FF0000"/>
          </a:solidFill>
          <a:ln>
            <a:noFill/>
          </a:ln>
          <a:effectLst/>
        </p:spPr>
        <p:txBody>
          <a:bodyPr vert="horz" wrap="square" lIns="91440" tIns="45720" rIns="91440" bIns="45720" numCol="1" spcCol="215900" anchor="ctr"/>
          <a:lstStyle/>
          <a:p>
            <a:pPr algn="ctr">
              <a:buNone/>
              <a:defRPr cap="none">
                <a:solidFill>
                  <a:srgbClr val="FFFFFF"/>
                </a:solidFill>
              </a:defRPr>
            </a:pPr>
            <a:endParaRPr lang="en-us" sz="1800" cap="none"/>
          </a:p>
        </p:txBody>
      </p:sp>
      <p:pic>
        <p:nvPicPr>
          <p:cNvPr id="6" name="Picture 10" descr="BITS_university_logo_whitevert.png"/>
          <p:cNvPicPr>
            <a:picLocks noChangeAspect="1"/>
            <a:extLst>
              <a:ext uri="smNativeData">
                <pr:smNativeData xmlns:pr="smNativeData" xmlns="smNativeData" val="SMDATA_17_VcZh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Kws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AAAAAUAAAABAAAAAAAAAAAAAAAAAAAAAAAAAAAAAAAAAAAAAAAAAAAAAAACf39/AAAAAAPMzMwAwMD/AH9/fwAAAAAAAAAAAAAAAAD///8AAAAAACEAAAAYAAAAFAAAAHgAAACgFAAAIA0AAM4gAAAQAAAAJgAAAAgAAAD//////////w=="/>
              </a:ext>
            </a:extLst>
          </p:cNvPicPr>
          <p:nvPr/>
        </p:nvPicPr>
        <p:blipFill>
          <a:blip r:embed="rId3"/>
          <a:srcRect l="0" t="0" r="0" b="28590"/>
          <a:stretch>
            <a:fillRect/>
          </a:stretch>
        </p:blipFill>
        <p:spPr>
          <a:xfrm>
            <a:off x="76200" y="3352800"/>
            <a:ext cx="2057400" cy="1979930"/>
          </a:xfrm>
          <a:prstGeom prst="rect">
            <a:avLst/>
          </a:prstGeom>
          <a:noFill/>
          <a:ln>
            <a:noFill/>
          </a:ln>
          <a:effectLst/>
        </p:spPr>
      </p:pic>
      <p:sp>
        <p:nvSpPr>
          <p:cNvPr id="7" name="TextBox 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C3Hy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iP///1ggAAAgDQAAwSMAABAgAAAmAAAACAAAAP//////////"/>
              </a:ext>
            </a:extLst>
          </p:cNvSpPr>
          <p:nvPr/>
        </p:nvSpPr>
        <p:spPr>
          <a:xfrm>
            <a:off x="-76200" y="5257800"/>
            <a:ext cx="2209800" cy="554355"/>
          </a:xfrm>
          <a:prstGeom prst="rect">
            <a:avLst/>
          </a:prstGeom>
          <a:noFill/>
          <a:ln>
            <a:noFill/>
          </a:ln>
          <a:effectLst/>
        </p:spPr>
        <p:txBody>
          <a:bodyPr vert="horz" wrap="square" lIns="91440" tIns="45720" rIns="91440" bIns="45720" numCol="1" spcCol="215900" anchor="t"/>
          <a:lstStyle/>
          <a:p>
            <a:pPr algn="ctr">
              <a:buNone/>
            </a:pPr>
            <a:r>
              <a:rPr lang="en-us" sz="2900" b="1" cap="none">
                <a:solidFill>
                  <a:srgbClr val="FFFFFF"/>
                </a:solidFill>
              </a:rPr>
              <a:t>BITS</a:t>
            </a:r>
            <a:r>
              <a:rPr lang="en-us" sz="2900" cap="none">
                <a:solidFill>
                  <a:srgbClr val="FFFFFF"/>
                </a:solidFill>
              </a:rPr>
              <a:t> Pilani</a:t>
            </a:r>
            <a:endParaRPr lang="en-us" sz="2900" cap="none">
              <a:solidFill>
                <a:srgbClr val="FFFFFF"/>
              </a:solidFill>
            </a:endParaRPr>
          </a:p>
        </p:txBody>
      </p:sp>
      <p:sp>
        <p:nvSpPr>
          <p:cNvPr id="8" name="TextBox 10"/>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8AAAAN0iAACoDAAAkCQAABAgAAAmAAAACAAAAP//////////"/>
              </a:ext>
            </a:extLst>
          </p:cNvSpPr>
          <p:nvPr/>
        </p:nvSpPr>
        <p:spPr>
          <a:xfrm>
            <a:off x="152400" y="5667375"/>
            <a:ext cx="1905000" cy="276225"/>
          </a:xfrm>
          <a:prstGeom prst="rect">
            <a:avLst/>
          </a:prstGeom>
          <a:noFill/>
          <a:ln>
            <a:noFill/>
          </a:ln>
          <a:effectLst/>
        </p:spPr>
        <p:txBody>
          <a:bodyPr vert="horz" wrap="square" lIns="91440" tIns="45720" rIns="91440" bIns="45720" numCol="1" spcCol="215900" anchor="t"/>
          <a:lstStyle/>
          <a:p>
            <a:pPr>
              <a:buNone/>
            </a:pPr>
            <a:r>
              <a:rPr lang="en-us" sz="1200" cap="none">
                <a:solidFill>
                  <a:srgbClr val="FFFFFF"/>
                </a:solidFill>
              </a:rPr>
              <a:t>Pilani Campus</a:t>
            </a:r>
            <a:endParaRPr lang="en-us" sz="1200" cap="none">
              <a:solidFill>
                <a:srgbClr val="FFFFFF"/>
              </a:solidFill>
            </a:endParaRPr>
          </a:p>
        </p:txBody>
      </p:sp>
      <p:sp>
        <p:nvSpPr>
          <p:cNvPr id="9" name="Content Placeholder 6"/>
          <p:cNvSpPr>
            <a:spLocks noGrp="1" noChangeArrowheads="1"/>
            <a:extLst>
              <a:ext uri="smNativeData">
                <pr:smNativeData xmlns:pr="smNativeData" xmlns="smNativeData" val="SMDATA_15_VcZhaR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eA8AAEghAACANAAAkCQAABAAAAAmAAAACAAAAIGgAAAAAAAA"/>
              </a:ext>
            </a:extLst>
          </p:cNvSpPr>
          <p:nvPr>
            <p:ph idx="13"/>
          </p:nvPr>
        </p:nvSpPr>
        <p:spPr>
          <a:xfrm>
            <a:off x="2514600" y="5410200"/>
            <a:ext cx="6019800" cy="533400"/>
          </a:xfrm>
        </p:spPr>
        <p:txBody>
          <a:bodyPr vert="horz" wrap="square" lIns="91440" tIns="45720" rIns="91440" bIns="45720" numCol="1" spcCol="215900" anchor="b">
            <a:prstTxWarp prst="textNoShape">
              <a:avLst/>
            </a:prstTxWarp>
          </a:bodyPr>
          <a:lstStyle>
            <a:lvl1pPr marL="0" indent="0" algn="r">
              <a:lnSpc>
                <a:spcPts val="1800"/>
              </a:lnSpc>
              <a:spcBef>
                <a:spcPts val="0"/>
              </a:spcBef>
              <a:buNone/>
              <a:defRPr sz="1800" cap="none" baseline="0">
                <a:solidFill>
                  <a:schemeClr val="bg1"/>
                </a:solidFill>
              </a:defRPr>
            </a:lvl1pPr>
          </a:lstStyle>
          <a:p>
            <a:pPr/>
            <a:r>
              <a:rPr lang="en-us" cap="none"/>
              <a:t>Click to edit Master text styles</a:t>
            </a:r>
            <a:endParaRPr lang="en-us" cap="none"/>
          </a:p>
          <a:p>
            <a:pPr lvl="1"/>
            <a:r>
              <a:rPr lang="en-us" cap="none"/>
              <a:t>Second level</a:t>
            </a:r>
            <a:endParaRPr lang="en-us" cap="none"/>
          </a:p>
        </p:txBody>
      </p:sp>
      <p:sp>
        <p:nvSpPr>
          <p:cNvPr id="10" name="Title 1"/>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eA8AAHAXAACANAAA0CAAABAAAAAmAAAACAAAAAGgAAAAAAAA"/>
              </a:ext>
            </a:extLst>
          </p:cNvSpPr>
          <p:nvPr>
            <p:ph type="title"/>
          </p:nvPr>
        </p:nvSpPr>
        <p:spPr>
          <a:xfrm>
            <a:off x="2514600" y="3810000"/>
            <a:ext cx="6019800" cy="1524000"/>
          </a:xfrm>
        </p:spPr>
        <p:txBody>
          <a:bodyPr vert="horz" wrap="square" lIns="91440" tIns="45720" rIns="91440" bIns="45720" numCol="1" spcCol="215900" anchor="ctr">
            <a:prstTxWarp prst="textNoShape">
              <a:avLst/>
            </a:prstTxWarp>
          </a:bodyPr>
          <a:lstStyle>
            <a:lvl1pPr algn="l">
              <a:lnSpc>
                <a:spcPts val="4000"/>
              </a:lnSpc>
              <a:defRPr sz="4400" cap="none" baseline="0">
                <a:solidFill>
                  <a:schemeClr val="bg1"/>
                </a:solidFill>
              </a:defRPr>
            </a:lvl1pPr>
          </a:lstStyle>
          <a:p>
            <a:pPr/>
            <a:r>
              <a:rPr lang="en-us" cap="none"/>
              <a:t>Click to edit Master title style</a:t>
            </a:r>
            <a:endParaRPr lang="en-us" cap="none"/>
          </a:p>
        </p:txBody>
      </p:sp>
    </p:spTree>
  </p:cSld>
  <p:clrMapOvr>
    <a:masterClrMapping/>
  </p:clrMapOvr>
</p:sldLayout>
</file>

<file path=ppt/slideLayouts/slideLayout27.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cSld name="2_Title and Content">
    <p:spTree>
      <p:nvGrpSpPr>
        <p:cNvPr id="1" name=""/>
        <p:cNvGrpSpPr/>
        <p:nvPr/>
      </p:nvGrpSpPr>
      <p:grpSpPr>
        <a:xfrm>
          <a:off x="0" y="0"/>
          <a:ext cx="0" cy="0"/>
          <a:chOff x="0" y="0"/>
          <a:chExt cx="0" cy="0"/>
        </a:xfrm>
      </p:grpSpPr>
      <p:sp>
        <p:nvSpPr>
          <p:cNvPr id="2" name="TextBox 3"/>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B/f38AH0l9A8zMzADAwP8Af39/AAAAAAAAAAAAAAAAAAAAAAAAAAAAIQAAABgAAAAUAAAAKBQAAJQoAABAOAAAMCoAABAgAAAmAAAACAAAAP//////////"/>
              </a:ext>
            </a:extLst>
          </p:cNvSpPr>
          <p:nvPr/>
        </p:nvSpPr>
        <p:spPr>
          <a:xfrm>
            <a:off x="3276600" y="6596380"/>
            <a:ext cx="5867400" cy="261620"/>
          </a:xfrm>
          <a:prstGeom prst="rect">
            <a:avLst/>
          </a:prstGeom>
          <a:noFill/>
          <a:ln>
            <a:noFill/>
          </a:ln>
          <a:effectLst/>
        </p:spPr>
        <p:txBody>
          <a:bodyPr vert="horz" wrap="square" lIns="91440" tIns="45720" rIns="91440" bIns="45720" numCol="1" spcCol="215900" anchor="t"/>
          <a:lstStyle/>
          <a:p>
            <a:pPr algn="r">
              <a:buNone/>
            </a:pPr>
            <a:r>
              <a:rPr lang="en-us" sz="1100" b="1" kern="400000" cap="none">
                <a:solidFill>
                  <a:srgbClr val="101141"/>
                </a:solidFill>
              </a:rPr>
              <a:t>BITS </a:t>
            </a:r>
            <a:r>
              <a:rPr lang="en-us" sz="1100" kern="400000" cap="none">
                <a:solidFill>
                  <a:srgbClr val="101141"/>
                </a:solidFill>
              </a:rPr>
              <a:t>Pilani, Pilani Campus</a:t>
            </a:r>
            <a:endParaRPr lang="en-us" sz="1100" kern="400000" cap="none">
              <a:solidFill>
                <a:srgbClr val="101141"/>
              </a:solidFill>
            </a:endParaRPr>
          </a:p>
        </p:txBody>
      </p:sp>
      <p:grpSp>
        <p:nvGrpSpPr>
          <p:cNvPr id="3" name="Group 11"/>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NMMAABLKAAAQDgAAJkoAAAQAAAAJgAAAAgAAAD/////AAAAAA=="/>
              </a:ext>
            </a:extLst>
          </p:cNvGrpSpPr>
          <p:nvPr/>
        </p:nvGrpSpPr>
        <p:grpSpPr>
          <a:xfrm>
            <a:off x="2084705" y="6550025"/>
            <a:ext cx="7059295" cy="49530"/>
            <a:chOff x="2084705" y="6550025"/>
            <a:chExt cx="7059295" cy="49530"/>
          </a:xfrm>
        </p:grpSpPr>
        <p:sp>
          <p:nvSpPr>
            <p:cNvPr id="6" name="Rectangle 5"/>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dsLl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sLlAKbC/wAAAAAAAAAAAAAAAAAAAAAAAAAAAAAAAAAAAAAAAAAAAEl9vAB/f38AH0l9A8zMzADAwP8Af39/AAAAAAAAAAAAAAAAAAAAAAAAAAAAIQAAABgAAAAUAAAAfRwAAEsoAADQKgAAmSgAAAAAAAAmAAAACAAAAP//////////"/>
                </a:ext>
              </a:extLst>
            </p:cNvSpPr>
            <p:nvPr/>
          </p:nvSpPr>
          <p:spPr>
            <a:xfrm>
              <a:off x="4631055" y="6550025"/>
              <a:ext cx="2328545" cy="49530"/>
            </a:xfrm>
            <a:prstGeom prst="rect">
              <a:avLst/>
            </a:prstGeom>
            <a:solidFill>
              <a:srgbClr val="76C2E5"/>
            </a:solidFill>
            <a:ln>
              <a:noFill/>
            </a:ln>
            <a:effectLst/>
          </p:spPr>
          <p:txBody>
            <a:bodyPr vert="horz" wrap="square" lIns="91440" tIns="45720" rIns="91440" bIns="45720" numCol="1" spcCol="215900" anchor="ctr"/>
            <a:lstStyle/>
            <a:p>
              <a:pPr algn="ctr">
                <a:buNone/>
                <a:defRPr cap="none">
                  <a:solidFill>
                    <a:srgbClr val="FFFFFF"/>
                  </a:solidFill>
                </a:defRPr>
              </a:pPr>
              <a:endParaRPr lang="en-us" sz="1800" cap="none"/>
            </a:p>
          </p:txBody>
        </p:sp>
        <p:sp>
          <p:nvSpPr>
            <p:cNvPr id="5" name="Rectangle 6"/>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4xwk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4xwkAKbC/wAAAAAAAAAAAAAAAAAAAAAAAAAAAAAAAAAAAAAAAAAAAEl9vAB/f38AH0l9A8zMzADAwP8Af39/AAAAAAAAAAAAAAAAAAAAAAAAAAAAIQAAABgAAAAUAAAAgCoAAEsoAABAOAAAlCgAAAAAAAAmAAAACAAAAP//////////"/>
                </a:ext>
              </a:extLst>
            </p:cNvSpPr>
            <p:nvPr/>
          </p:nvSpPr>
          <p:spPr>
            <a:xfrm>
              <a:off x="6908800" y="6550025"/>
              <a:ext cx="2235200" cy="46355"/>
            </a:xfrm>
            <a:prstGeom prst="rect">
              <a:avLst/>
            </a:prstGeom>
            <a:solidFill>
              <a:srgbClr val="E31C24"/>
            </a:solidFill>
            <a:ln>
              <a:noFill/>
            </a:ln>
            <a:effectLst/>
          </p:spPr>
          <p:txBody>
            <a:bodyPr vert="horz" wrap="square" lIns="91440" tIns="45720" rIns="91440" bIns="45720" numCol="1" spcCol="215900" anchor="ctr"/>
            <a:lstStyle/>
            <a:p>
              <a:pPr algn="ctr">
                <a:buNone/>
                <a:defRPr cap="none">
                  <a:solidFill>
                    <a:srgbClr val="FFFFFF"/>
                  </a:solidFill>
                </a:defRPr>
              </a:pPr>
              <a:endParaRPr lang="en-us" sz="1800" cap="none"/>
            </a:p>
          </p:txBody>
        </p:sp>
        <p:sp>
          <p:nvSpPr>
            <p:cNvPr id="4" name="Rectangle 7"/>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LAX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LAXAKbC/wAAAAAAAAAAAAAAAAAAAAAAAAAAAAAAAAAAAAAAAAAAAEl9vAB/f38AH0l9A8zMzADAwP8Af39/AAAAAAAAAAAAAAAAAAAAAAAAAAAAIQAAABgAAAAUAAAA0wwAAEsoAAC0HAAAmSgAAAAAAAAmAAAACAAAAP//////////"/>
                </a:ext>
              </a:extLst>
            </p:cNvSpPr>
            <p:nvPr/>
          </p:nvSpPr>
          <p:spPr>
            <a:xfrm>
              <a:off x="2084705" y="6550025"/>
              <a:ext cx="2581275" cy="49530"/>
            </a:xfrm>
            <a:prstGeom prst="rect">
              <a:avLst/>
            </a:prstGeom>
            <a:solidFill>
              <a:srgbClr val="FCB017"/>
            </a:solidFill>
            <a:ln>
              <a:noFill/>
            </a:ln>
            <a:effectLst/>
          </p:spPr>
          <p:txBody>
            <a:bodyPr vert="horz" wrap="square" lIns="91440" tIns="45720" rIns="91440" bIns="45720" numCol="1" spcCol="215900" anchor="ctr"/>
            <a:lstStyle/>
            <a:p>
              <a:pPr algn="ctr">
                <a:buNone/>
                <a:defRPr cap="none">
                  <a:solidFill>
                    <a:srgbClr val="FFFFFF"/>
                  </a:solidFill>
                </a:defRPr>
              </a:pPr>
              <a:endParaRPr lang="en-us" sz="1800" cap="none"/>
            </a:p>
          </p:txBody>
        </p:sp>
      </p:grpSp>
      <p:pic>
        <p:nvPicPr>
          <p:cNvPr id="7" name="Picture 11" descr="Picture 7.png"/>
          <p:cNvPicPr>
            <a:picLocks noChangeAspect="1"/>
            <a:extLst>
              <a:ext uri="smNativeData">
                <pr:smNativeData xmlns:pr="smNativeData" xmlns="smNativeData" val="SMDATA_17_VcZh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wAAAAAAAAAAAAAAAFgIAAAAAAABkAAAAZAAAAAAAAAAjAAAABAAAAGQAAAAXAAAAFAAAAAAAAAAAAAAA/38AAP9/AAAAAAAACQAAAAQAAAAB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MgoAAAAAAAARzYAAEIEAAAQAAAAJgAAAAgAAAD//////////w=="/>
              </a:ext>
            </a:extLst>
          </p:cNvPicPr>
          <p:nvPr/>
        </p:nvPicPr>
        <p:blipFill>
          <a:blip r:embed="rId2"/>
          <a:srcRect l="1920" t="0" r="0" b="5340"/>
          <a:stretch>
            <a:fillRect/>
          </a:stretch>
        </p:blipFill>
        <p:spPr>
          <a:xfrm>
            <a:off x="6629400" y="0"/>
            <a:ext cx="2193925" cy="692150"/>
          </a:xfrm>
          <a:prstGeom prst="rect">
            <a:avLst/>
          </a:prstGeom>
          <a:noFill/>
          <a:ln>
            <a:noFill/>
          </a:ln>
          <a:effectLst/>
        </p:spPr>
      </p:pic>
      <p:grpSp>
        <p:nvGrpSpPr>
          <p:cNvPr id="8" name="Group 18"/>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CANAABQKAAAQDgAAJkoAAAQAAAAJgAAAAgAAAD/////AAAAAA=="/>
              </a:ext>
            </a:extLst>
          </p:cNvGrpSpPr>
          <p:nvPr/>
        </p:nvGrpSpPr>
        <p:grpSpPr>
          <a:xfrm>
            <a:off x="2133600" y="6553200"/>
            <a:ext cx="7010400" cy="46355"/>
            <a:chOff x="2133600" y="6553200"/>
            <a:chExt cx="7010400" cy="46355"/>
          </a:xfrm>
        </p:grpSpPr>
        <p:sp>
          <p:nvSpPr>
            <p:cNvPr id="11" name="Rectangle 10"/>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dsLl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sLlAKbC/wAAAAAAAAAAAAAAAAAAAAAAAAAAAAAAAAAAAAAAAAAAAEl9vAB/f38AH0l9A8zMzADAwP8Af39/AAAAAAAAAAAAAAAAAAAAAAAAAAAAIQAAABgAAAAUAAAAqBsAAFAoAAD8KQAAmSgAAAAAAAAmAAAACAAAAP//////////"/>
                </a:ext>
              </a:extLst>
            </p:cNvSpPr>
            <p:nvPr/>
          </p:nvSpPr>
          <p:spPr>
            <a:xfrm>
              <a:off x="4495800" y="6553200"/>
              <a:ext cx="2329180" cy="46355"/>
            </a:xfrm>
            <a:prstGeom prst="rect">
              <a:avLst/>
            </a:prstGeom>
            <a:solidFill>
              <a:srgbClr val="76C2E5"/>
            </a:solidFill>
            <a:ln>
              <a:noFill/>
            </a:ln>
            <a:effectLst/>
          </p:spPr>
          <p:txBody>
            <a:bodyPr vert="horz" wrap="square" lIns="91440" tIns="45720" rIns="91440" bIns="45720" numCol="1" spcCol="215900" anchor="ctr"/>
            <a:lstStyle/>
            <a:p>
              <a:pPr algn="ctr">
                <a:buNone/>
                <a:defRPr cap="none">
                  <a:solidFill>
                    <a:srgbClr val="FFFFFF"/>
                  </a:solidFill>
                </a:defRPr>
              </a:pPr>
              <a:endParaRPr lang="en-us" sz="1800" cap="none"/>
            </a:p>
          </p:txBody>
        </p:sp>
        <p:sp>
          <p:nvSpPr>
            <p:cNvPr id="10" name="Rectangle 1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LAX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LAXAKbC/wAAAAAAAAAAAAAAAAAAAAAAAAAAAAAAAAAAAAAAAAAAAEl9vAB/f38AH0l9A8zMzADAwP8Af39/AAAAAAAAAAAAAAAAAAAAAAAAAAAAIQAAABgAAAAUAAAAIA0AAFAoAACoGwAAmSgAAAAAAAAmAAAACAAAAP//////////"/>
                </a:ext>
              </a:extLst>
            </p:cNvSpPr>
            <p:nvPr/>
          </p:nvSpPr>
          <p:spPr>
            <a:xfrm>
              <a:off x="2133600" y="6553200"/>
              <a:ext cx="2362200" cy="46355"/>
            </a:xfrm>
            <a:prstGeom prst="rect">
              <a:avLst/>
            </a:prstGeom>
            <a:solidFill>
              <a:srgbClr val="FCB017"/>
            </a:solidFill>
            <a:ln>
              <a:noFill/>
            </a:ln>
            <a:effectLst/>
          </p:spPr>
          <p:txBody>
            <a:bodyPr vert="horz" wrap="square" lIns="91440" tIns="45720" rIns="91440" bIns="45720" numCol="1" spcCol="215900" anchor="ctr"/>
            <a:lstStyle/>
            <a:p>
              <a:pPr algn="ctr">
                <a:buNone/>
                <a:defRPr cap="none">
                  <a:solidFill>
                    <a:srgbClr val="FFFFFF"/>
                  </a:solidFill>
                </a:defRPr>
              </a:pPr>
              <a:endParaRPr lang="en-us" sz="1800" cap="none"/>
            </a:p>
          </p:txBody>
        </p:sp>
        <p:sp>
          <p:nvSpPr>
            <p:cNvPr id="9" name="Rectangle 12"/>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wAA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RH9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KbC/wAAAAAAAAAAAAAAAAAAAAAAAAAAAAAAAAAAAAAAAAAAAEl9vAB/f38AH0l9A8zMzADAwP8Af39/AAAAAAAAAAAAAAAAAAAAAAAAAAAAIQAAABgAAAAUAAAA7SkAAFAoAABAOAAAmSgAAAAAAAAmAAAACAAAAP//////////"/>
                </a:ext>
              </a:extLst>
            </p:cNvSpPr>
            <p:nvPr/>
          </p:nvSpPr>
          <p:spPr>
            <a:xfrm>
              <a:off x="6815455" y="6553200"/>
              <a:ext cx="2328545" cy="46355"/>
            </a:xfrm>
            <a:prstGeom prst="rect">
              <a:avLst/>
            </a:prstGeom>
            <a:solidFill>
              <a:srgbClr val="FF0000"/>
            </a:solidFill>
            <a:ln>
              <a:noFill/>
            </a:ln>
            <a:effectLst/>
          </p:spPr>
          <p:txBody>
            <a:bodyPr vert="horz" wrap="square" lIns="91440" tIns="45720" rIns="91440" bIns="45720" numCol="1" spcCol="215900" anchor="ctr"/>
            <a:lstStyle/>
            <a:p>
              <a:pPr algn="ctr">
                <a:buNone/>
                <a:defRPr cap="none">
                  <a:solidFill>
                    <a:srgbClr val="FFFFFF"/>
                  </a:solidFill>
                </a:defRPr>
              </a:pPr>
              <a:endParaRPr lang="en-us" sz="1800" cap="none"/>
            </a:p>
          </p:txBody>
        </p:sp>
      </p:grpSp>
      <p:grpSp>
        <p:nvGrpSpPr>
          <p:cNvPr id="12" name="Group 22"/>
          <p:cNvGrpSpPr>
            <a:extLst>
              <a:ext uri="smNativeData">
                <pr:smNativeData xmlns:pr="smNativeData" xmlns="smNativeData" val="SMDATA_6_VcZhaRMAAAAlAAAAAQAAAA8BAAAAkAAAAEgAAACQAAAASAAAAAAAAAAAAAAAAAAAABcAAAAUAAAAAAAAAAAAAAD/fwAA/38AAAAAAAAJAAAABAAAAEC1QAEfAAAAVAAAAAAAAAAAAAAAAAAAAAAAAAAAAAAAAAAAAAAAAAAAAAAAAAAAAAAAAAAAAAAAAAAAAAAAAAAAAAAAAAAAAAAAAAAAAAAAAAAAAAAAAAAAAAAAAAAAACEAAAAYAAAAFAAAAAAAAAD4BwAAICsAAEEIAAAQAAAAJgAAAAgAAAD/////AAAAAA=="/>
              </a:ext>
            </a:extLst>
          </p:cNvGrpSpPr>
          <p:nvPr/>
        </p:nvGrpSpPr>
        <p:grpSpPr>
          <a:xfrm>
            <a:off x="0" y="1295400"/>
            <a:ext cx="7010400" cy="46355"/>
            <a:chOff x="0" y="1295400"/>
            <a:chExt cx="7010400" cy="46355"/>
          </a:xfrm>
        </p:grpSpPr>
        <p:sp>
          <p:nvSpPr>
            <p:cNvPr id="15" name="Rectangle 14"/>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dsLl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IAQ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sLlAKbC/wAAAAAAAAAAAAAAAAAAAAAAAAAAAAAAAAAAAAAAAAAAAEl9vAB/f38AH0l9A8zMzADAwP8Af39/AAAAAAAAAAAAAAAAAAAAAAAAAAAAIQAAABgAAAAUAAAAiA4AAPgHAADcHAAAQQgAAAAAAAAmAAAACAAAAP//////////"/>
                </a:ext>
              </a:extLst>
            </p:cNvSpPr>
            <p:nvPr/>
          </p:nvSpPr>
          <p:spPr>
            <a:xfrm>
              <a:off x="2362200" y="1295400"/>
              <a:ext cx="2329180" cy="46355"/>
            </a:xfrm>
            <a:prstGeom prst="rect">
              <a:avLst/>
            </a:prstGeom>
            <a:solidFill>
              <a:srgbClr val="76C2E5"/>
            </a:solidFill>
            <a:ln>
              <a:noFill/>
            </a:ln>
            <a:effectLst/>
          </p:spPr>
          <p:txBody>
            <a:bodyPr vert="horz" wrap="square" lIns="91440" tIns="45720" rIns="91440" bIns="45720" numCol="1" spcCol="215900" anchor="ctr"/>
            <a:lstStyle/>
            <a:p>
              <a:pPr algn="ctr">
                <a:buNone/>
                <a:defRPr cap="none">
                  <a:solidFill>
                    <a:srgbClr val="FFFFFF"/>
                  </a:solidFill>
                </a:defRPr>
              </a:pPr>
              <a:endParaRPr lang="en-us" sz="1800" cap="none"/>
            </a:p>
          </p:txBody>
        </p:sp>
        <p:sp>
          <p:nvSpPr>
            <p:cNvPr id="14" name="Rectangle 15"/>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LAX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CDAI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LAXAKbC/wAAAAAAAAAAAAAAAAAAAAAAAAAAAAAAAAAAAAAAAAAAAEl9vAB/f38AH0l9A8zMzADAwP8Af39/AAAAAAAAAAAAAAAAAAAAAAAAAAAAIQAAABgAAAAUAAAAAAAAAPgHAACIDgAAQQgAAAAAAAAmAAAACAAAAP//////////"/>
                </a:ext>
              </a:extLst>
            </p:cNvSpPr>
            <p:nvPr/>
          </p:nvSpPr>
          <p:spPr>
            <a:xfrm>
              <a:off x="0" y="1295400"/>
              <a:ext cx="2362200" cy="46355"/>
            </a:xfrm>
            <a:prstGeom prst="rect">
              <a:avLst/>
            </a:prstGeom>
            <a:solidFill>
              <a:srgbClr val="FCB017"/>
            </a:solidFill>
            <a:ln>
              <a:noFill/>
            </a:ln>
            <a:effectLst/>
          </p:spPr>
          <p:txBody>
            <a:bodyPr vert="horz" wrap="square" lIns="91440" tIns="45720" rIns="91440" bIns="45720" numCol="1" spcCol="215900" anchor="ctr"/>
            <a:lstStyle/>
            <a:p>
              <a:pPr algn="ctr">
                <a:buNone/>
                <a:defRPr cap="none">
                  <a:solidFill>
                    <a:srgbClr val="FFFFFF"/>
                  </a:solidFill>
                </a:defRPr>
              </a:pPr>
              <a:endParaRPr lang="en-us" sz="1800" cap="none"/>
            </a:p>
          </p:txBody>
        </p:sp>
        <p:sp>
          <p:nvSpPr>
            <p:cNvPr id="13" name="Rectangle 16"/>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wAAAKbC/wAAAAAAAAAAAAAAAAAAAAAAAAAAAAAAAAAAAAAAZAAAAAEAAABAAAAAAAAAAJz///9aAAAAAAAAAAAAAAAAAAAAAAAAAAAAAAAAAAAAAAAAAAAAAAAAAAAAAAAAAAAAAAAAAAAAAAAAAAAAAAAAAAAAAAAAAAAAAAAAAAAAFAAAADwAAAAAAAAAAAAAAEl9vAA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L2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KbC/wAAAAAAAAAAAAAAAAAAAAAAAAAAAAAAAAAAAAAAAAAAAEl9vAB/f38AH0l9A8zMzADAwP8Af39/AAAAAAAAAAAAAAAAAAAAAAAAAAAAIQAAABgAAAAUAAAAzRwAAPgHAAAgKwAAQQgAAAAAAAAmAAAACAAAAP//////////"/>
                </a:ext>
              </a:extLst>
            </p:cNvSpPr>
            <p:nvPr/>
          </p:nvSpPr>
          <p:spPr>
            <a:xfrm>
              <a:off x="4681855" y="1295400"/>
              <a:ext cx="2328545" cy="46355"/>
            </a:xfrm>
            <a:prstGeom prst="rect">
              <a:avLst/>
            </a:prstGeom>
            <a:solidFill>
              <a:srgbClr val="FF0000"/>
            </a:solidFill>
            <a:ln>
              <a:noFill/>
            </a:ln>
            <a:effectLst/>
          </p:spPr>
          <p:txBody>
            <a:bodyPr vert="horz" wrap="square" lIns="91440" tIns="45720" rIns="91440" bIns="45720" numCol="1" spcCol="215900" anchor="ctr"/>
            <a:lstStyle/>
            <a:p>
              <a:pPr algn="ctr">
                <a:buNone/>
                <a:defRPr cap="none">
                  <a:solidFill>
                    <a:srgbClr val="FFFFFF"/>
                  </a:solidFill>
                </a:defRPr>
              </a:pPr>
              <a:endParaRPr lang="en-us" sz="1800" cap="none"/>
            </a:p>
          </p:txBody>
        </p:sp>
      </p:grpSp>
      <p:sp>
        <p:nvSpPr>
          <p:cNvPr id="16" name="Content Placeholder 2"/>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4AEAADAJAACANAAACCUAABAAAAAmAAAACAAAAAGAAAAAAAAA"/>
              </a:ext>
            </a:extLst>
          </p:cNvSpPr>
          <p:nvPr>
            <p:ph idx="1"/>
          </p:nvPr>
        </p:nvSpPr>
        <p:spPr>
          <a:xfrm>
            <a:off x="304800" y="1493520"/>
            <a:ext cx="8229600" cy="4526280"/>
          </a:xfrm>
        </p:spPr>
        <p:txBody>
          <a:bodyPr/>
          <a:lstStyle>
            <a:lvl1pPr marL="342900" marR="0" indent="-342900" algn="l" defTabSz="914400">
              <a:lnSpc>
                <a:spcPct val="100000"/>
              </a:lnSpc>
              <a:spcBef>
                <a:spcPts val="0"/>
              </a:spcBef>
              <a:spcAft>
                <a:spcPts val="0"/>
              </a:spcAft>
              <a:buNone/>
              <a:tabLst/>
              <a:defRPr sz="2400" cap="none">
                <a:latin typeface="Arial" pitchFamily="1" charset="0"/>
                <a:ea typeface="Arial" pitchFamily="1" charset="0"/>
                <a:cs typeface="Arial" pitchFamily="1" charset="0"/>
              </a:defRPr>
            </a:lvl1pPr>
            <a:lvl2pPr marL="742950" marR="0" indent="-285750" algn="l" defTabSz="914400">
              <a:lnSpc>
                <a:spcPct val="100000"/>
              </a:lnSpc>
              <a:spcBef>
                <a:spcPts val="0"/>
              </a:spcBef>
              <a:spcAft>
                <a:spcPts val="0"/>
              </a:spcAft>
              <a:buClrTx/>
              <a:buSzTx/>
              <a:buFont typeface="Arial" pitchFamily="1" charset="0"/>
              <a:buChar char="–"/>
              <a:tabLst/>
              <a:defRPr sz="1600" cap="none">
                <a:latin typeface="Arial" pitchFamily="1" charset="0"/>
                <a:ea typeface="Arial" pitchFamily="1" charset="0"/>
                <a:cs typeface="Arial" pitchFamily="1" charset="0"/>
              </a:defRPr>
            </a:lvl2pPr>
          </a:lstStyle>
          <a:p>
            <a:pPr/>
            <a:r>
              <a:rPr cap="none" noProof="1"/>
              <a:t>Click to edit Master text styles</a:t>
            </a:r>
            <a:endParaRPr cap="none" noProof="1"/>
          </a:p>
          <a:p>
            <a:pPr lvl="1"/>
            <a:r>
              <a:rPr cap="none" noProof="1"/>
              <a:t>Second level</a:t>
            </a:r>
            <a:endParaRPr cap="none" noProof="1"/>
          </a:p>
          <a:p>
            <a:pPr lvl="2"/>
            <a:r>
              <a:rPr cap="none" noProof="1"/>
              <a:t>Third level</a:t>
            </a:r>
            <a:endParaRPr cap="none" noProof="1"/>
          </a:p>
          <a:p>
            <a:pPr lvl="3"/>
            <a:r>
              <a:rPr cap="none" noProof="1"/>
              <a:t>Fourth level</a:t>
            </a:r>
            <a:endParaRPr cap="none" noProof="1"/>
          </a:p>
          <a:p>
            <a:pPr lvl="4"/>
            <a:r>
              <a:rPr cap="none" noProof="1"/>
              <a:t>Fifth level</a:t>
            </a:r>
            <a:endParaRPr lang="en-us" cap="none"/>
          </a:p>
        </p:txBody>
      </p:sp>
      <p:sp>
        <p:nvSpPr>
          <p:cNvPr id="17" name="Content Placeholder 18"/>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4AEAAPAAAADIKAAA+AcAABAAAAAmAAAACAAAAIGgAAAAAAAA"/>
              </a:ext>
            </a:extLst>
          </p:cNvSpPr>
          <p:nvPr>
            <p:ph idx="10"/>
          </p:nvPr>
        </p:nvSpPr>
        <p:spPr>
          <a:xfrm>
            <a:off x="304800" y="152400"/>
            <a:ext cx="6324600" cy="1143000"/>
          </a:xfrm>
        </p:spPr>
        <p:txBody>
          <a:bodyPr vert="horz" wrap="square" lIns="91440" tIns="45720" rIns="91440" bIns="45720" numCol="1" spcCol="215900" anchor="ctr">
            <a:prstTxWarp prst="textNoShape">
              <a:avLst/>
            </a:prstTxWarp>
          </a:bodyPr>
          <a:lstStyle>
            <a:lvl1pPr marL="0">
              <a:lnSpc>
                <a:spcPts val="3600"/>
              </a:lnSpc>
              <a:spcBef>
                <a:spcPts val="0"/>
              </a:spcBef>
              <a:buNone/>
              <a:defRPr sz="3600" b="1" cap="none" spc="0" baseline="0">
                <a:latin typeface="Arial" pitchFamily="1" charset="0"/>
                <a:ea typeface="Arial" pitchFamily="1" charset="0"/>
                <a:cs typeface="Arial" pitchFamily="1" charset="0"/>
              </a:defRPr>
            </a:lvl1pPr>
          </a:lstStyle>
          <a:p>
            <a:pPr/>
            <a:r>
              <a:rPr lang="en-us" cap="none"/>
              <a:t>Click to edit Master text styles</a:t>
            </a:r>
            <a:endParaRPr lang="en-us" cap="none"/>
          </a:p>
        </p:txBody>
      </p:sp>
    </p:spTree>
  </p:cSld>
  <p:clrMapOvr>
    <a:masterClrMapping/>
  </p:clrMapOvr>
</p:sldLayout>
</file>

<file path=ppt/slideLayouts/slideLayout28.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Only">
  <p:cSld name="Title Only">
    <p:spTree>
      <p:nvGrpSpPr>
        <p:cNvPr id="1" name=""/>
        <p:cNvGrpSpPr/>
        <p:nvPr/>
      </p:nvGrpSpPr>
      <p:grpSpPr>
        <a:xfrm>
          <a:off x="0" y="0"/>
          <a:ext cx="0" cy="0"/>
          <a:chOff x="0" y="0"/>
          <a:chExt cx="0" cy="0"/>
        </a:xfrm>
      </p:grpSpPr>
      <p:sp>
        <p:nvSpPr>
          <p:cNvPr id="2" name="Google Shape;93;p34"/>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DywAAD/HwAA"/>
              </a:ext>
            </a:extLst>
          </p:cNvSpPr>
          <p:nvPr>
            <p:ph type="title"/>
          </p:nvPr>
        </p:nvSpPr>
        <p:spPr>
          <a:noFill/>
          <a:ln>
            <a:noFill/>
          </a:ln>
        </p:spPr>
        <p:txBody>
          <a:bodyPr vert="horz" wrap="square" lIns="0" tIns="0" rIns="0" bIns="0" numCol="1" spcCol="215900" anchor="ctr">
            <a:prstTxWarp prst="textNoShape">
              <a:avLst/>
            </a:prstTxWarp>
          </a:bodyPr>
          <a:lstStyle>
            <a:lvl1pPr algn="l">
              <a:lnSpc>
                <a:spcPct val="100000"/>
              </a:lnSpc>
              <a:spcBef>
                <a:spcPts val="0"/>
              </a:spcBef>
              <a:spcAft>
                <a:spcPts val="0"/>
              </a:spcAft>
              <a:buNone/>
            </a:lvl1pPr>
            <a:lvl2pPr algn="l">
              <a:lnSpc>
                <a:spcPct val="100000"/>
              </a:lnSpc>
              <a:spcBef>
                <a:spcPts val="0"/>
              </a:spcBef>
              <a:spcAft>
                <a:spcPts val="0"/>
              </a:spcAft>
              <a:buNone/>
            </a:lvl2pPr>
            <a:lvl3pPr algn="l">
              <a:lnSpc>
                <a:spcPct val="100000"/>
              </a:lnSpc>
              <a:spcBef>
                <a:spcPts val="0"/>
              </a:spcBef>
              <a:spcAft>
                <a:spcPts val="0"/>
              </a:spcAft>
              <a:buNone/>
            </a:lvl3pPr>
            <a:lvl4pPr algn="l">
              <a:lnSpc>
                <a:spcPct val="100000"/>
              </a:lnSpc>
              <a:spcBef>
                <a:spcPts val="0"/>
              </a:spcBef>
              <a:spcAft>
                <a:spcPts val="0"/>
              </a:spcAft>
              <a:buNone/>
            </a:lvl4pPr>
            <a:lvl5pPr algn="l">
              <a:lnSpc>
                <a:spcPct val="100000"/>
              </a:lnSpc>
              <a:spcBef>
                <a:spcPts val="0"/>
              </a:spcBef>
              <a:spcAft>
                <a:spcPts val="0"/>
              </a:spcAft>
              <a:buNone/>
            </a:lvl5pPr>
            <a:lvl6pPr algn="l">
              <a:lnSpc>
                <a:spcPct val="100000"/>
              </a:lnSpc>
              <a:spcBef>
                <a:spcPts val="0"/>
              </a:spcBef>
              <a:spcAft>
                <a:spcPts val="0"/>
              </a:spcAft>
              <a:buNone/>
            </a:lvl6pPr>
            <a:lvl7pPr algn="l">
              <a:lnSpc>
                <a:spcPct val="100000"/>
              </a:lnSpc>
              <a:spcBef>
                <a:spcPts val="0"/>
              </a:spcBef>
              <a:spcAft>
                <a:spcPts val="0"/>
              </a:spcAft>
              <a:buNone/>
            </a:lvl7pPr>
            <a:lvl8pPr algn="l">
              <a:lnSpc>
                <a:spcPct val="100000"/>
              </a:lnSpc>
              <a:spcBef>
                <a:spcPts val="0"/>
              </a:spcBef>
              <a:spcAft>
                <a:spcPts val="0"/>
              </a:spcAft>
              <a:buNone/>
            </a:lvl8pPr>
            <a:lvl9pPr algn="l">
              <a:lnSpc>
                <a:spcPct val="100000"/>
              </a:lnSpc>
              <a:spcBef>
                <a:spcPts val="0"/>
              </a:spcBef>
              <a:spcAft>
                <a:spcPts val="0"/>
              </a:spcAft>
              <a:buNone/>
            </a:lvl9pPr>
          </a:lstStyle>
          <a:p>
            <a:pPr/>
          </a:p>
        </p:txBody>
      </p:sp>
    </p:spTree>
  </p:cSld>
  <p:clrMapOvr>
    <a:masterClrMapping/>
  </p:clrMapOvr>
</p:sldLayout>
</file>

<file path=ppt/slideLayouts/slideLayout29.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cSld name="Blank">
    <p:spTree>
      <p:nvGrpSpPr>
        <p:cNvPr id="1" name=""/>
        <p:cNvGrpSpPr/>
        <p:nvPr/>
      </p:nvGrpSpPr>
      <p:grpSpPr>
        <a:xfrm>
          <a:off x="0" y="0"/>
          <a:ext cx="0" cy="0"/>
          <a:chOff x="0" y="0"/>
          <a:chExt cx="0" cy="0"/>
        </a:xfrm>
      </p:grpSpPr>
      <p:sp>
        <p:nvSpPr>
          <p:cNvPr id="2" name="Date Placeholder 1"/>
          <p:cNvSpPr txBox="1">
            <a:spLocks noGrp="1" noChangeArrowheads="1"/>
            <a:extLst>
              <a:ext uri="smNativeData">
                <pr:smNativeData xmlns:pr="smNativeData" xmlns="smNativeData" val="SMDATA_15_VcZhaRMAAAAlAAAAE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CBAAAAAAAA"/>
              </a:ext>
            </a:extLst>
          </p:cNvSpPr>
          <p:nvPr>
            <p:ph type="dt" sz="half" idx="10"/>
          </p:nvPr>
        </p:nvSpPr>
        <p:spPr>
          <a:prstGeom prst="rect">
            <a:avLst/>
          </a:prstGeom>
        </p:spPr>
        <p:txBody>
          <a:bodyPr/>
          <a:lstStyle/>
          <a:p>
            <a:pPr/>
            <a:fld id="{5507A473-3DB8-5252-F6BF-CB07EAF1009E}" type="datetime1">
              <a:rPr lang="en-us" cap="none">
                <a:solidFill>
                  <a:srgbClr val="8C8C8C"/>
                </a:solidFill>
              </a:rPr>
              <a:t/>
            </a:fld>
            <a:endParaRPr lang="en-us" cap="none">
              <a:solidFill>
                <a:srgbClr val="8C8C8C"/>
              </a:solidFill>
            </a:endParaRPr>
          </a:p>
        </p:txBody>
      </p:sp>
      <p:sp>
        <p:nvSpPr>
          <p:cNvPr id="3" name="Footer Placeholder 2"/>
          <p:cNvSpPr txBox="1">
            <a:spLocks noGrp="1" noChangeArrowheads="1"/>
            <a:extLst>
              <a:ext uri="smNativeData">
                <pr:smNativeData xmlns:pr="smNativeData" xmlns="smNativeData" val="SMDATA_15_VcZhaRMAAAAlAAAAE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AAAAAAAAAAABAAAAAmAAAACAAAAACBAAAAAAAA"/>
              </a:ext>
            </a:extLst>
          </p:cNvSpPr>
          <p:nvPr>
            <p:ph type="ftr" sz="quarter" idx="11"/>
          </p:nvPr>
        </p:nvSpPr>
        <p:spPr>
          <a:prstGeom prst="rect">
            <a:avLst/>
          </a:prstGeom>
        </p:spPr>
        <p:txBody>
          <a:bodyPr/>
          <a:lstStyle/>
          <a:p>
            <a:pPr/>
            <a:endParaRPr lang="en-us" cap="none">
              <a:solidFill>
                <a:srgbClr val="8C8C8C"/>
              </a:solidFill>
            </a:endParaRPr>
          </a:p>
        </p:txBody>
      </p:sp>
      <p:sp>
        <p:nvSpPr>
          <p:cNvPr id="4" name="Slide Number Placeholder 3"/>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fTQAAF8mAAA/OAAALCgAABAAAAAmAAAACAAAAAAAAAAAAAAA"/>
              </a:ext>
            </a:extLst>
          </p:cNvSpPr>
          <p:nvPr>
            <p:ph type="sldNum" sz="quarter" idx="12"/>
          </p:nvPr>
        </p:nvSpPr>
        <p:spPr/>
        <p:txBody>
          <a:bodyPr/>
          <a:lstStyle/>
          <a:p>
            <a:pPr/>
            <a:fld id="{22C7400F-41CF-92B6-817F-B7E30E3177E2}" type="slidenum">
              <a:rPr lang="en-us" cap="none">
                <a:solidFill>
                  <a:srgbClr val="8C8C8C"/>
                </a:solidFill>
              </a:rPr>
              <a:t/>
            </a:fld>
            <a:endParaRPr lang="en-us" cap="none">
              <a:solidFill>
                <a:srgbClr val="8C8C8C"/>
              </a:solidFill>
            </a:endParaRPr>
          </a:p>
        </p:txBody>
      </p:sp>
    </p:spTree>
  </p:cSld>
  <p:clrMapOvr>
    <a:masterClrMapping/>
  </p:clrMapOvr>
  <p:hf hdr="0" ftr="0"/>
</p:sldLayout>
</file>

<file path=ppt/slideMasters/_rels/slideMaster1.xml.rels><?xml version="1.0" encoding="UTF-8" standalone="yes" ?>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theme" Target="../theme/theme1.xml"/></Relationships>
</file>

<file path=ppt/slideMasters/_rels/slideMaster2.xml.rels><?xml version="1.0" encoding="UTF-8" standalone="yes" ?>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theme" Target="../theme/theme3.xml"/></Relationships>
</file>

<file path=ppt/slideMasters/slideMaster1.xml><?xml version="1.0" encoding="utf-8"?>
<p:sld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blipFill>
          <a:blip r:embed="rId1"/>
          <a:srcRect/>
          <a:stretch/>
        </a:blipFill>
        <a:effectLst/>
      </p:bgPr>
    </p:bg>
    <p:spTree>
      <p:nvGrpSpPr>
        <p:cNvPr id="1" name=""/>
        <p:cNvGrpSpPr/>
        <p:nvPr/>
      </p:nvGrpSpPr>
      <p:grpSpPr>
        <a:xfrm>
          <a:off x="0" y="0"/>
          <a:ext cx="0" cy="0"/>
          <a:chOff x="0" y="0"/>
          <a:chExt cx="0" cy="0"/>
        </a:xfrm>
      </p:grpSpPr>
      <p:sp>
        <p:nvSpPr>
          <p:cNvPr id="2" name="Google Shape;10;p12"/>
          <p:cNvSpPr>
            <a:extLst>
              <a:ext uri="smNativeData">
                <pr:smNativeData xmlns:pr="smNativeData" xmlns="smNativeData" val="SMDATA_15_VcZhaRMAAAAlAAAAZAAAAA0AAAAAkAAAAJAAAACQAAAAkAAAAAAAAAABAAAAAAAAAAEAAABQAAAAAAAAAAAA4D8AAAAAAADgPwAAAAAAAOA/AAAAAAAA4D8AAAAAAADgPwAAAAAAAOA/AAAAAAAA4D8AAAAAAADgPwAAAAAAAOA/AAAAAAAA4D8CAAAAjAAAAAEAAAAAAAAAEBFB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EBFBAP///wEAAAAAAAAAAAAAAAAAAAAAAAAAAAAAAAAAAAAAAAAAAAAAAAJ/f38AH0l9A8zMzADAwP8Af39/AAAAAAAAAAAAAAAAAAAAAAAAAAAAIQAAABgAAAAUAAAAAAAAAKAUAABvNQAAfyUAABAAAAAmAAAACAAAAP//////////"/>
              </a:ext>
            </a:extLst>
          </p:cNvSpPr>
          <p:nvPr/>
        </p:nvSpPr>
        <p:spPr>
          <a:xfrm>
            <a:off x="0" y="3352800"/>
            <a:ext cx="8686165" cy="2742565"/>
          </a:xfrm>
          <a:prstGeom prst="rect">
            <a:avLst/>
          </a:prstGeom>
          <a:solidFill>
            <a:srgbClr val="101141"/>
          </a:solidFill>
          <a:ln>
            <a:noFill/>
          </a:ln>
          <a:effectLst/>
        </p:spPr>
        <p:txBody>
          <a:bodyPr vert="horz" wrap="square" lIns="91440" tIns="91440" rIns="91440" bIns="91440" numCol="1" spcCol="215900" anchor="ctr"/>
          <a:lstStyle/>
          <a:p>
            <a:pPr marL="0" marR="0" indent="0" algn="l">
              <a:lnSpc>
                <a:spcPct val="100000"/>
              </a:lnSpc>
              <a:spcBef>
                <a:spcPts val="0"/>
              </a:spcBef>
              <a:spcAft>
                <a:spcPts val="0"/>
              </a:spcAft>
              <a:buNone/>
            </a:pPr>
          </a:p>
        </p:txBody>
      </p:sp>
      <p:sp>
        <p:nvSpPr>
          <p:cNvPr id="3" name="Google Shape;11;p12"/>
          <p:cNvSpPr>
            <a:extLst>
              <a:ext uri="smNativeData">
                <pr:smNativeData xmlns:pr="smNativeData" xmlns="smNativeData" val="SMDATA_15_VcZhaRMAAAAlAAAAZAAAAA0AAAAAkAAAAJAAAACQAAAAkAAAAAAAAAABAAAAAAAAAAEAAABQAAAAAAAAAAAA4D8AAAAAAADgPwAAAAAAAOA/AAAAAAAA4D8AAAAAAADgPwAAAAAAAOA/AAAAAAAA4D8AAAAAAADgPwAAAAAAAOA/AAAAAAAA4D8CAAAAjAAAAAEAAAAAAAAAdsLl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sLlAP///wEAAAAAAAAAAAAAAAAAAAAAAAAAAAAAAAAAAAAAAAAAAAAAAAJ/f38AH0l9A8zMzADAwP8Af39/AAAAAAAAAAAAAAAAAAAAAAAAAAAAIQAAABgAAAAUAAAA0BEAAIAlAACfIwAA9yUAABAAAAAmAAAACAAAAP//////////"/>
              </a:ext>
            </a:extLst>
          </p:cNvSpPr>
          <p:nvPr/>
        </p:nvSpPr>
        <p:spPr>
          <a:xfrm>
            <a:off x="2895600" y="6096000"/>
            <a:ext cx="2894965" cy="75565"/>
          </a:xfrm>
          <a:prstGeom prst="rect">
            <a:avLst/>
          </a:prstGeom>
          <a:solidFill>
            <a:srgbClr val="76C2E5"/>
          </a:solidFill>
          <a:ln>
            <a:noFill/>
          </a:ln>
          <a:effectLst/>
        </p:spPr>
        <p:txBody>
          <a:bodyPr vert="horz" wrap="square" lIns="91440" tIns="91440" rIns="91440" bIns="91440" numCol="1" spcCol="215900" anchor="ctr"/>
          <a:lstStyle/>
          <a:p>
            <a:pPr marL="0" marR="0" indent="0" algn="l">
              <a:lnSpc>
                <a:spcPct val="100000"/>
              </a:lnSpc>
              <a:spcBef>
                <a:spcPts val="0"/>
              </a:spcBef>
              <a:spcAft>
                <a:spcPts val="0"/>
              </a:spcAft>
              <a:buNone/>
            </a:pPr>
          </a:p>
        </p:txBody>
      </p:sp>
      <p:sp>
        <p:nvSpPr>
          <p:cNvPr id="4" name="Google Shape;12;p12"/>
          <p:cNvSpPr>
            <a:extLst>
              <a:ext uri="smNativeData">
                <pr:smNativeData xmlns:pr="smNativeData" xmlns="smNativeData" val="SMDATA_15_VcZhaRMAAAAlAAAAZAAAAA0AAAAAkAAAAJAAAACQAAAAkAAAAAAAAAABAAAAAAAAAAEAAABQAAAAAAAAAAAA4D8AAAAAAADgPwAAAAAAAOA/AAAAAAAA4D8AAAAAAADgPwAAAAAAAOA/AAAAAAAA4D8AAAAAAADgPwAAAAAAAOA/AAAAAAAA4D8CAAAAjAAAAAEAAAAAAAAA/LAX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LAXAP///wEAAAAAAAAAAAAAAAAAAAAAAAAAAAAAAAAAAAAAAAAAAAAAAAJ/f38AH0l9A8zMzADAwP8Af39/AAAAAAAAAAAAAAAAAAAAAAAAAAAAIQAAABgAAAAUAAAAAAAAAIAlAADPEQAA9yUAABAAAAAmAAAACAAAAP//////////"/>
              </a:ext>
            </a:extLst>
          </p:cNvSpPr>
          <p:nvPr/>
        </p:nvSpPr>
        <p:spPr>
          <a:xfrm>
            <a:off x="0" y="6096000"/>
            <a:ext cx="2894965" cy="75565"/>
          </a:xfrm>
          <a:prstGeom prst="rect">
            <a:avLst/>
          </a:prstGeom>
          <a:solidFill>
            <a:srgbClr val="FCB017"/>
          </a:solidFill>
          <a:ln>
            <a:noFill/>
          </a:ln>
          <a:effectLst/>
        </p:spPr>
        <p:txBody>
          <a:bodyPr vert="horz" wrap="square" lIns="91440" tIns="91440" rIns="91440" bIns="91440" numCol="1" spcCol="215900" anchor="ctr"/>
          <a:lstStyle/>
          <a:p>
            <a:pPr marL="0" marR="0" indent="0" algn="l">
              <a:lnSpc>
                <a:spcPct val="100000"/>
              </a:lnSpc>
              <a:spcBef>
                <a:spcPts val="0"/>
              </a:spcBef>
              <a:spcAft>
                <a:spcPts val="0"/>
              </a:spcAft>
              <a:buNone/>
            </a:pPr>
          </a:p>
        </p:txBody>
      </p:sp>
      <p:sp>
        <p:nvSpPr>
          <p:cNvPr id="5" name="Google Shape;13;p12"/>
          <p:cNvSpPr>
            <a:extLst>
              <a:ext uri="smNativeData">
                <pr:smNativeData xmlns:pr="smNativeData" xmlns="smNativeData" val="SMDATA_15_VcZhaRMAAAAlAAAAZAAAAA0AAAAAkAAAAJAAAACQAAAAkAAAAAAAAAAB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D9/W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P///wEAAAAAAAAAAAAAAAAAAAAAAAAAAAAAAAAAAAAAAAAAAAAAAAJ/f38AH0l9A8zMzADAwP8Af39/AAAAAAAAAAAAAAAAAAAAAAAAAAAAIQAAABgAAAAUAAAAoCMAAIAlAABvNQAA9yUAABAAAAAmAAAACAAAAP//////////"/>
              </a:ext>
            </a:extLst>
          </p:cNvSpPr>
          <p:nvPr/>
        </p:nvSpPr>
        <p:spPr>
          <a:xfrm>
            <a:off x="5791200" y="6096000"/>
            <a:ext cx="2894965" cy="75565"/>
          </a:xfrm>
          <a:prstGeom prst="rect">
            <a:avLst/>
          </a:prstGeom>
          <a:solidFill>
            <a:srgbClr val="FF0000"/>
          </a:solidFill>
          <a:ln>
            <a:noFill/>
          </a:ln>
          <a:effectLst/>
        </p:spPr>
        <p:txBody>
          <a:bodyPr vert="horz" wrap="square" lIns="91440" tIns="91440" rIns="91440" bIns="91440" numCol="1" spcCol="215900" anchor="ctr"/>
          <a:lstStyle/>
          <a:p>
            <a:pPr marL="0" marR="0" indent="0" algn="l">
              <a:lnSpc>
                <a:spcPct val="100000"/>
              </a:lnSpc>
              <a:spcBef>
                <a:spcPts val="0"/>
              </a:spcBef>
              <a:spcAft>
                <a:spcPts val="0"/>
              </a:spcAft>
              <a:buNone/>
            </a:pPr>
          </a:p>
        </p:txBody>
      </p:sp>
      <p:sp>
        <p:nvSpPr>
          <p:cNvPr id="6" name="Google Shape;14;p12"/>
          <p:cNvSpPr>
            <a:spLocks noGrp="1" noChangeArrowheads="1"/>
            <a:extLst>
              <a:ext uri="smNativeData">
                <pr:smNativeData xmlns:pr="smNativeData" xmlns="smNativeData" val="SMDATA_15_VcZhaR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eA8AAEghAACANAAAjyQAABAAAAAmAAAACAAAAL2/AAD/HwAA"/>
              </a:ext>
            </a:extLst>
          </p:cNvSpPr>
          <p:nvPr>
            <p:ph type="body" idx="1"/>
          </p:nvPr>
        </p:nvSpPr>
        <p:spPr>
          <a:xfrm>
            <a:off x="2514600" y="5410200"/>
            <a:ext cx="6019800" cy="532765"/>
          </a:xfrm>
          <a:prstGeom prst="rect">
            <a:avLst/>
          </a:prstGeom>
          <a:noFill/>
          <a:ln>
            <a:noFill/>
          </a:ln>
        </p:spPr>
        <p:txBody>
          <a:bodyPr vert="horz" wrap="square" lIns="91440" tIns="45720" rIns="91440" bIns="45720" numCol="1" spcCol="215900" anchor="b">
            <a:prstTxWarp prst="textNoShape">
              <a:avLst/>
            </a:prstTxWarp>
          </a:bodyPr>
          <a:lstStyle>
            <a:lvl1pPr marL="4572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1pPr>
            <a:lvl2pPr marL="9144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2pPr>
            <a:lvl3pPr marL="13716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3pPr>
            <a:lvl4pPr marL="18288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4pPr>
            <a:lvl5pPr marL="22860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5pPr>
            <a:lvl6pPr marL="27432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6pPr>
            <a:lvl7pPr marL="32004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7pPr>
            <a:lvl8pPr marL="36576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8pPr>
            <a:lvl9pPr marL="41148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9pPr>
          </a:lstStyle>
          <a:p>
            <a:pPr/>
          </a:p>
        </p:txBody>
      </p:sp>
      <p:sp>
        <p:nvSpPr>
          <p:cNvPr id="7" name="Google Shape;15;p12"/>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RyaW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eA8AAHAXAACANAAAzyAAABAAAAAmAAAACAAAAL2/AAD/HwAA"/>
              </a:ext>
            </a:extLst>
          </p:cNvSpPr>
          <p:nvPr>
            <p:ph type="title"/>
          </p:nvPr>
        </p:nvSpPr>
        <p:spPr>
          <a:xfrm>
            <a:off x="2514600" y="3810000"/>
            <a:ext cx="6019800" cy="1523365"/>
          </a:xfrm>
          <a:prstGeom prst="rect">
            <a:avLst/>
          </a:prstGeom>
          <a:noFill/>
          <a:ln>
            <a:noFill/>
          </a:ln>
        </p:spPr>
        <p:txBody>
          <a:bodyPr vert="horz" wrap="square" lIns="91440" tIns="45720" rIns="91440" bIns="45720" numCol="1" spcCol="215900" anchor="ctr">
            <a:prstTxWarp prst="textNoShape">
              <a:avLst/>
            </a:prstTxWarp>
          </a:bodyPr>
          <a:lstStyle>
            <a:lvl1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1pPr>
            <a:lvl2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2pPr>
            <a:lvl3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3pPr>
            <a:lvl4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4pPr>
            <a:lvl5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5pPr>
            <a:lvl6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6pPr>
            <a:lvl7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7pPr>
            <a:lvl8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8pPr>
            <a:lvl9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9pPr>
          </a:lstStyle>
          <a:p>
            <a:pPr/>
          </a:p>
        </p:txBody>
      </p:sp>
      <p:pic>
        <p:nvPicPr>
          <p:cNvPr id="8" name="Google Shape;16;p12"/>
          <p:cNvPicPr>
            <a:extLst>
              <a:ext uri="smNativeData">
                <pr:smNativeData xmlns:pr="smNativeData" xmlns="smNativeData" val="SMDATA_17_VcZh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Kws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HgAAACgFAAAIA0AAM0gAAAQAAAAJgAAAAgAAAD//////////w=="/>
              </a:ext>
            </a:extLst>
          </p:cNvPicPr>
          <p:nvPr/>
        </p:nvPicPr>
        <p:blipFill>
          <a:blip r:embed="rId2"/>
          <a:srcRect l="0" t="0" r="0" b="28590"/>
          <a:stretch>
            <a:fillRect/>
          </a:stretch>
        </p:blipFill>
        <p:spPr>
          <a:xfrm>
            <a:off x="76200" y="3352800"/>
            <a:ext cx="2057400" cy="1979295"/>
          </a:xfrm>
          <a:prstGeom prst="rect">
            <a:avLst/>
          </a:prstGeom>
          <a:noFill/>
          <a:ln>
            <a:noFill/>
          </a:ln>
          <a:effectLst/>
        </p:spPr>
      </p:pic>
      <p:sp>
        <p:nvSpPr>
          <p:cNvPr id="9" name="Google Shape;17;p12"/>
          <p:cNvSpPr>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iP///1ggAAAfDQAAwCMAABAAAAAmAAAACAAAAP//////////"/>
              </a:ext>
            </a:extLst>
          </p:cNvSpPr>
          <p:nvPr/>
        </p:nvSpPr>
        <p:spPr>
          <a:xfrm>
            <a:off x="-76200" y="5257800"/>
            <a:ext cx="2209165" cy="553720"/>
          </a:xfrm>
          <a:prstGeom prst="rect">
            <a:avLst/>
          </a:prstGeom>
          <a:noFill/>
          <a:ln>
            <a:noFill/>
          </a:ln>
          <a:effectLst/>
        </p:spPr>
        <p:txBody>
          <a:bodyPr vert="horz" wrap="square" lIns="91440" tIns="45720" rIns="91440" bIns="45720" numCol="1" spcCol="215900" anchor="t"/>
          <a:lstStyle/>
          <a:p>
            <a:pPr marL="0" marR="0" indent="0" algn="ctr">
              <a:lnSpc>
                <a:spcPct val="100000"/>
              </a:lnSpc>
              <a:spcBef>
                <a:spcPts val="0"/>
              </a:spcBef>
              <a:spcAft>
                <a:spcPts val="0"/>
              </a:spcAft>
              <a:buNone/>
            </a:pPr>
            <a:r>
              <a:rPr lang="en-in" sz="2900" b="1" cap="none">
                <a:solidFill>
                  <a:srgbClr val="FFFFFF"/>
                </a:solidFill>
              </a:rPr>
              <a:t>BITS</a:t>
            </a:r>
            <a:r>
              <a:rPr lang="en-in" sz="2900" cap="none">
                <a:solidFill>
                  <a:srgbClr val="FFFFFF"/>
                </a:solidFill>
              </a:rPr>
              <a:t> Pilani</a:t>
            </a:r>
            <a:endParaRPr sz="2900" cap="none"/>
          </a:p>
        </p:txBody>
      </p:sp>
      <p:sp>
        <p:nvSpPr>
          <p:cNvPr id="10" name="Google Shape;18;p12"/>
          <p:cNvSpPr>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D7E1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AAANwiAACnDAAAjyQAABAAAAAmAAAACAAAAP//////////"/>
              </a:ext>
            </a:extLst>
          </p:cNvSpPr>
          <p:nvPr/>
        </p:nvSpPr>
        <p:spPr>
          <a:xfrm>
            <a:off x="152400" y="5666740"/>
            <a:ext cx="1904365" cy="276225"/>
          </a:xfrm>
          <a:prstGeom prst="rect">
            <a:avLst/>
          </a:prstGeom>
          <a:noFill/>
          <a:ln>
            <a:noFill/>
          </a:ln>
          <a:effectLst/>
        </p:spPr>
        <p:txBody>
          <a:bodyPr vert="horz" wrap="square" lIns="91440" tIns="45720" rIns="91440" bIns="45720" numCol="1" spcCol="215900" anchor="t"/>
          <a:lstStyle/>
          <a:p>
            <a:pPr marL="0" marR="0" indent="0" algn="l">
              <a:lnSpc>
                <a:spcPct val="100000"/>
              </a:lnSpc>
              <a:spcBef>
                <a:spcPts val="0"/>
              </a:spcBef>
              <a:spcAft>
                <a:spcPts val="0"/>
              </a:spcAft>
              <a:buNone/>
            </a:pPr>
            <a:r>
              <a:rPr lang="en-in" sz="1200" cap="none">
                <a:solidFill>
                  <a:srgbClr val="FFFFFF"/>
                </a:solidFill>
              </a:rPr>
              <a:t>Pilani Campus</a:t>
            </a:r>
            <a:endParaRPr sz="1200" cap="none"/>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sldNum="0" hdr="0" ftr="0" dt="0"/>
  <p:txStyles>
    <p:titleStyle>
      <a:lvl1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1pPr>
      <a:lvl2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2pPr>
      <a:lvl3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3pPr>
      <a:lvl4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4pPr>
      <a:lvl5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5pPr>
      <a:lvl6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6pPr>
      <a:lvl7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7pPr>
      <a:lvl8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8pPr>
      <a:lvl9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9pPr>
    </p:titleStyle>
    <p:bodyStyle>
      <a:lvl1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1pPr>
      <a:lvl2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2pPr>
      <a:lvl3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3pPr>
      <a:lvl4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4pPr>
      <a:lvl5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5pPr>
      <a:lvl6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6pPr>
      <a:lvl7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7pPr>
      <a:lvl8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8pPr>
      <a:lvl9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9pPr>
    </p:bodyStyle>
    <p:otherStyle>
      <a:lvl1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1pPr>
      <a:lvl2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2pPr>
      <a:lvl3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3pPr>
      <a:lvl4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4pPr>
      <a:lvl5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5pPr>
      <a:lvl6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6pPr>
      <a:lvl7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7pPr>
      <a:lvl8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8pPr>
      <a:lvl9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9pPr>
    </p:otherStyle>
  </p:txStyles>
</p:sldMaster>
</file>

<file path=ppt/slideMasters/slideMaster2.xml><?xml version="1.0" encoding="utf-8"?>
<p:sld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p:bg>
      <p:bgPr>
        <a:solidFill>
          <a:srgbClr val="FFFFFF"/>
        </a:solidFill>
        <a:effectLst/>
      </p:bgPr>
    </p:bg>
    <p:spTree>
      <p:nvGrpSpPr>
        <p:cNvPr id="1" name=""/>
        <p:cNvGrpSpPr/>
        <p:nvPr/>
      </p:nvGrpSpPr>
      <p:grpSpPr>
        <a:xfrm>
          <a:off x="0" y="0"/>
          <a:ext cx="0" cy="0"/>
          <a:chOff x="0" y="0"/>
          <a:chExt cx="0" cy="0"/>
        </a:xfrm>
      </p:grpSpPr>
      <p:sp>
        <p:nvSpPr>
          <p:cNvPr id="2" name="Google Shape;68;p14"/>
          <p:cNvSpPr>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KBQAAJQoAAA/OAAALyoAABAAAAAmAAAACAAAAP//////////"/>
              </a:ext>
            </a:extLst>
          </p:cNvSpPr>
          <p:nvPr/>
        </p:nvSpPr>
        <p:spPr>
          <a:xfrm>
            <a:off x="3276600" y="6596380"/>
            <a:ext cx="5866765" cy="260985"/>
          </a:xfrm>
          <a:prstGeom prst="rect">
            <a:avLst/>
          </a:prstGeom>
          <a:noFill/>
          <a:ln>
            <a:noFill/>
          </a:ln>
          <a:effectLst/>
        </p:spPr>
        <p:txBody>
          <a:bodyPr vert="horz" wrap="square" lIns="91440" tIns="45720" rIns="91440" bIns="45720" numCol="1" spcCol="215900" anchor="t"/>
          <a:lstStyle/>
          <a:p>
            <a:pPr marL="0" marR="0" indent="0" algn="r">
              <a:lnSpc>
                <a:spcPct val="100000"/>
              </a:lnSpc>
              <a:spcBef>
                <a:spcPts val="0"/>
              </a:spcBef>
              <a:spcAft>
                <a:spcPts val="0"/>
              </a:spcAft>
              <a:buNone/>
            </a:pPr>
            <a:r>
              <a:rPr lang="en-in" sz="1100" b="1" cap="none">
                <a:solidFill>
                  <a:srgbClr val="101141"/>
                </a:solidFill>
              </a:rPr>
              <a:t>BITS </a:t>
            </a:r>
            <a:r>
              <a:rPr lang="en-in" sz="1100" cap="none">
                <a:solidFill>
                  <a:srgbClr val="101141"/>
                </a:solidFill>
              </a:rPr>
              <a:t>Pilani, Pilani Campus</a:t>
            </a:r>
            <a:endParaRPr sz="1100" cap="none"/>
          </a:p>
        </p:txBody>
      </p:sp>
      <p:pic>
        <p:nvPicPr>
          <p:cNvPr id="3" name="Google Shape;69;p14"/>
          <p:cNvPicPr>
            <a:extLst>
              <a:ext uri="smNativeData">
                <pr:smNativeData xmlns:pr="smNativeData" xmlns="smNativeData" val="SMDATA_17_VcZhaRMAAAAlAAAAEQ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vwAAAAAAAAAAAAAAEwI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MgoAAAAAAAARTYAAEIEAAAQAAAAJgAAAAgAAAD//////////w=="/>
              </a:ext>
            </a:extLst>
          </p:cNvPicPr>
          <p:nvPr/>
        </p:nvPicPr>
        <p:blipFill>
          <a:blip r:embed="rId1"/>
          <a:srcRect l="1910" t="0" r="0" b="5310"/>
          <a:stretch>
            <a:fillRect/>
          </a:stretch>
        </p:blipFill>
        <p:spPr>
          <a:xfrm>
            <a:off x="6629400" y="0"/>
            <a:ext cx="2192655" cy="692150"/>
          </a:xfrm>
          <a:prstGeom prst="rect">
            <a:avLst/>
          </a:prstGeom>
          <a:noFill/>
          <a:ln>
            <a:noFill/>
          </a:ln>
          <a:effectLst/>
        </p:spPr>
      </p:pic>
      <p:grpSp>
        <p:nvGrpSpPr>
          <p:cNvPr id="4" name="Google Shape;70;p14"/>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CANAABQKAAAPzgAAJcoAAAQAAAAJgAAAAgAAAD/////AAAAAA=="/>
              </a:ext>
            </a:extLst>
          </p:cNvGrpSpPr>
          <p:nvPr/>
        </p:nvGrpSpPr>
        <p:grpSpPr>
          <a:xfrm>
            <a:off x="2133600" y="6553200"/>
            <a:ext cx="7009765" cy="45085"/>
            <a:chOff x="2133600" y="6553200"/>
            <a:chExt cx="7009765" cy="45085"/>
          </a:xfrm>
        </p:grpSpPr>
        <p:sp>
          <p:nvSpPr>
            <p:cNvPr id="7" name="Google Shape;71;p14"/>
            <p:cNvSpPr>
              <a:extLst>
                <a:ext uri="smNativeData">
                  <pr:smNativeData xmlns:pr="smNativeData" xmlns="smNativeData" val="SMDATA_15_VcZhaRMAAAAlAAAAZAAAAA0AAAAAkAAAAJAAAACQAAAAkAAAAAAAAAABAAAAAAAAAAEAAABQAAAAAAAAAAAA4D8AAAAAAADgPwAAAAAAAOA/AAAAAAAA4D8AAAAAAADgPwAAAAAAAOA/AAAAAAAA4D8AAAAAAADgPwAAAAAAAOA/AAAAAAAA4D8CAAAAjAAAAAEAAAAAAAAAdsLl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j4+P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sLlAP///wEAAAAAAAAAAAAAAAAAAAAAAAAAAAAAAAAAAAAAAAAAAAAAAAJ/f38AH0l9A8zMzADAwP8Af39/AAAAAAAAAAAAAAAAAAAAAAAAAAAAIQAAABgAAAAUAAAAqBsAAFAoAAD6KQAAlygAAAAAAAAmAAAACAAAAP//////////"/>
                </a:ext>
              </a:extLst>
            </p:cNvSpPr>
            <p:nvPr/>
          </p:nvSpPr>
          <p:spPr>
            <a:xfrm>
              <a:off x="4495800" y="6553200"/>
              <a:ext cx="2327910" cy="45085"/>
            </a:xfrm>
            <a:prstGeom prst="rect">
              <a:avLst/>
            </a:prstGeom>
            <a:solidFill>
              <a:srgbClr val="76C2E5"/>
            </a:solidFill>
            <a:ln>
              <a:noFill/>
            </a:ln>
            <a:effectLst/>
          </p:spPr>
          <p:txBody>
            <a:bodyPr vert="horz" wrap="square" lIns="91440" tIns="91440" rIns="91440" bIns="91440" numCol="1" spcCol="215900" anchor="ctr"/>
            <a:lstStyle/>
            <a:p>
              <a:pPr marL="0" marR="0" indent="0" algn="l">
                <a:lnSpc>
                  <a:spcPct val="100000"/>
                </a:lnSpc>
                <a:spcBef>
                  <a:spcPts val="0"/>
                </a:spcBef>
                <a:spcAft>
                  <a:spcPts val="0"/>
                </a:spcAft>
                <a:buNone/>
              </a:pPr>
            </a:p>
          </p:txBody>
        </p:sp>
        <p:sp>
          <p:nvSpPr>
            <p:cNvPr id="6" name="Google Shape;72;p14"/>
            <p:cNvSpPr>
              <a:extLst>
                <a:ext uri="smNativeData">
                  <pr:smNativeData xmlns:pr="smNativeData" xmlns="smNativeData" val="SMDATA_15_VcZhaRMAAAAlAAAAZAAAAA0AAAAAkAAAAJAAAACQAAAAkAAAAAAAAAABAAAAAAAAAAEAAABQAAAAAAAAAAAA4D8AAAAAAADgPwAAAAAAAOA/AAAAAAAA4D8AAAAAAADgPwAAAAAAAOA/AAAAAAAA4D8AAAAAAADgPwAAAAAAAOA/AAAAAAAA4D8CAAAAjAAAAAEAAAAAAAAA/LAX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j4+P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LAXAP///wEAAAAAAAAAAAAAAAAAAAAAAAAAAAAAAAAAAAAAAAAAAAAAAAJ/f38AH0l9A8zMzADAwP8Af39/AAAAAAAAAAAAAAAAAAAAAAAAAAAAIQAAABgAAAAUAAAAIA0AAFAoAACoGwAAlygAAAAAAAAmAAAACAAAAP//////////"/>
                </a:ext>
              </a:extLst>
            </p:cNvSpPr>
            <p:nvPr/>
          </p:nvSpPr>
          <p:spPr>
            <a:xfrm>
              <a:off x="2133600" y="6553200"/>
              <a:ext cx="2362200" cy="45085"/>
            </a:xfrm>
            <a:prstGeom prst="rect">
              <a:avLst/>
            </a:prstGeom>
            <a:solidFill>
              <a:srgbClr val="FCB017"/>
            </a:solidFill>
            <a:ln>
              <a:noFill/>
            </a:ln>
            <a:effectLst/>
          </p:spPr>
          <p:txBody>
            <a:bodyPr vert="horz" wrap="square" lIns="91440" tIns="91440" rIns="91440" bIns="91440" numCol="1" spcCol="215900" anchor="ctr"/>
            <a:lstStyle/>
            <a:p>
              <a:pPr marL="0" marR="0" indent="0" algn="l">
                <a:lnSpc>
                  <a:spcPct val="100000"/>
                </a:lnSpc>
                <a:spcBef>
                  <a:spcPts val="0"/>
                </a:spcBef>
                <a:spcAft>
                  <a:spcPts val="0"/>
                </a:spcAft>
                <a:buNone/>
              </a:pPr>
            </a:p>
          </p:txBody>
        </p:sp>
        <p:sp>
          <p:nvSpPr>
            <p:cNvPr id="5" name="Google Shape;73;p14"/>
            <p:cNvSpPr>
              <a:extLst>
                <a:ext uri="smNativeData">
                  <pr:smNativeData xmlns:pr="smNativeData" xmlns="smNativeData" val="SMDATA_15_VcZhaRMAAAAlAAAAZAAAAA0AAAAAkAAAAJAAAACQAAAAkAAAAAAAAAAB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0AD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P///wEAAAAAAAAAAAAAAAAAAAAAAAAAAAAAAAAAAAAAAAAAAAAAAAJ/f38AH0l9A8zMzADAwP8Af39/AAAAAAAAAAAAAAAAAAAAAAAAAAAAIQAAABgAAAAUAAAA7SkAAFAoAAA/OAAAlygAAAAAAAAmAAAACAAAAP//////////"/>
                </a:ext>
              </a:extLst>
            </p:cNvSpPr>
            <p:nvPr/>
          </p:nvSpPr>
          <p:spPr>
            <a:xfrm>
              <a:off x="6815455" y="6553200"/>
              <a:ext cx="2327910" cy="45085"/>
            </a:xfrm>
            <a:prstGeom prst="rect">
              <a:avLst/>
            </a:prstGeom>
            <a:solidFill>
              <a:srgbClr val="FF0000"/>
            </a:solidFill>
            <a:ln>
              <a:noFill/>
            </a:ln>
            <a:effectLst/>
          </p:spPr>
          <p:txBody>
            <a:bodyPr vert="horz" wrap="square" lIns="91440" tIns="91440" rIns="91440" bIns="91440" numCol="1" spcCol="215900" anchor="ctr"/>
            <a:lstStyle/>
            <a:p>
              <a:pPr marL="0" marR="0" indent="0" algn="l">
                <a:lnSpc>
                  <a:spcPct val="100000"/>
                </a:lnSpc>
                <a:spcBef>
                  <a:spcPts val="0"/>
                </a:spcBef>
                <a:spcAft>
                  <a:spcPts val="0"/>
                </a:spcAft>
                <a:buNone/>
              </a:pPr>
            </a:p>
          </p:txBody>
        </p:sp>
      </p:grpSp>
      <p:grpSp>
        <p:nvGrpSpPr>
          <p:cNvPr id="8" name="Google Shape;74;p14"/>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AAAAAD4BwAAHysAAD8IAAAQAAAAJgAAAAgAAAD/////AAAAAA=="/>
              </a:ext>
            </a:extLst>
          </p:cNvGrpSpPr>
          <p:nvPr/>
        </p:nvGrpSpPr>
        <p:grpSpPr>
          <a:xfrm>
            <a:off x="0" y="1295400"/>
            <a:ext cx="7009765" cy="45085"/>
            <a:chOff x="0" y="1295400"/>
            <a:chExt cx="7009765" cy="45085"/>
          </a:xfrm>
        </p:grpSpPr>
        <p:sp>
          <p:nvSpPr>
            <p:cNvPr id="11" name="Google Shape;75;p14"/>
            <p:cNvSpPr>
              <a:extLst>
                <a:ext uri="smNativeData">
                  <pr:smNativeData xmlns:pr="smNativeData" xmlns="smNativeData" val="SMDATA_15_VcZhaRMAAAAlAAAAZAAAAA0AAAAAkAAAAJAAAACQAAAAkAAAAAAAAAABAAAAAAAAAAEAAABQAAAAAAAAAAAA4D8AAAAAAADgPwAAAAAAAOA/AAAAAAAA4D8AAAAAAADgPwAAAAAAAOA/AAAAAAAA4D8AAAAAAADgPwAAAAAAAOA/AAAAAAAA4D8CAAAAjAAAAAEAAAAAAAAAdsLl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AGB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dsLlAP///wEAAAAAAAAAAAAAAAAAAAAAAAAAAAAAAAAAAAAAAAAAAAAAAAJ/f38AH0l9A8zMzADAwP8Af39/AAAAAAAAAAAAAAAAAAAAAAAAAAAAIQAAABgAAAAUAAAAiA4AAPgHAADaHAAAPwgAAAAAAAAmAAAACAAAAP//////////"/>
                </a:ext>
              </a:extLst>
            </p:cNvSpPr>
            <p:nvPr/>
          </p:nvSpPr>
          <p:spPr>
            <a:xfrm>
              <a:off x="2362200" y="1295400"/>
              <a:ext cx="2327910" cy="45085"/>
            </a:xfrm>
            <a:prstGeom prst="rect">
              <a:avLst/>
            </a:prstGeom>
            <a:solidFill>
              <a:srgbClr val="76C2E5"/>
            </a:solidFill>
            <a:ln>
              <a:noFill/>
            </a:ln>
            <a:effectLst/>
          </p:spPr>
          <p:txBody>
            <a:bodyPr vert="horz" wrap="square" lIns="91440" tIns="91440" rIns="91440" bIns="91440" numCol="1" spcCol="215900" anchor="ctr"/>
            <a:lstStyle/>
            <a:p>
              <a:pPr marL="0" marR="0" indent="0" algn="l">
                <a:lnSpc>
                  <a:spcPct val="100000"/>
                </a:lnSpc>
                <a:spcBef>
                  <a:spcPts val="0"/>
                </a:spcBef>
                <a:spcAft>
                  <a:spcPts val="0"/>
                </a:spcAft>
                <a:buNone/>
              </a:pPr>
            </a:p>
          </p:txBody>
        </p:sp>
        <p:sp>
          <p:nvSpPr>
            <p:cNvPr id="10" name="Google Shape;76;p14"/>
            <p:cNvSpPr>
              <a:extLst>
                <a:ext uri="smNativeData">
                  <pr:smNativeData xmlns:pr="smNativeData" xmlns="smNativeData" val="SMDATA_15_VcZhaRMAAAAlAAAAZAAAAA0AAAAAkAAAAJAAAACQAAAAkAAAAAAAAAABAAAAAAAAAAEAAABQAAAAAAAAAAAA4D8AAAAAAADgPwAAAAAAAOA/AAAAAAAA4D8AAAAAAADgPwAAAAAAAOA/AAAAAAAA4D8AAAAAAADgPwAAAAAAAOA/AAAAAAAA4D8CAAAAjAAAAAEAAAAAAAAA/LAX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AGB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LAXAP///wEAAAAAAAAAAAAAAAAAAAAAAAAAAAAAAAAAAAAAAAAAAAAAAAJ/f38AH0l9A8zMzADAwP8Af39/AAAAAAAAAAAAAAAAAAAAAAAAAAAAIQAAABgAAAAUAAAAAAAAAPgHAACIDgAAPwgAAAAAAAAmAAAACAAAAP//////////"/>
                </a:ext>
              </a:extLst>
            </p:cNvSpPr>
            <p:nvPr/>
          </p:nvSpPr>
          <p:spPr>
            <a:xfrm>
              <a:off x="0" y="1295400"/>
              <a:ext cx="2362200" cy="45085"/>
            </a:xfrm>
            <a:prstGeom prst="rect">
              <a:avLst/>
            </a:prstGeom>
            <a:solidFill>
              <a:srgbClr val="FCB017"/>
            </a:solidFill>
            <a:ln>
              <a:noFill/>
            </a:ln>
            <a:effectLst/>
          </p:spPr>
          <p:txBody>
            <a:bodyPr vert="horz" wrap="square" lIns="91440" tIns="91440" rIns="91440" bIns="91440" numCol="1" spcCol="215900" anchor="ctr"/>
            <a:lstStyle/>
            <a:p>
              <a:pPr marL="0" marR="0" indent="0" algn="l">
                <a:lnSpc>
                  <a:spcPct val="100000"/>
                </a:lnSpc>
                <a:spcBef>
                  <a:spcPts val="0"/>
                </a:spcBef>
                <a:spcAft>
                  <a:spcPts val="0"/>
                </a:spcAft>
                <a:buNone/>
              </a:pPr>
            </a:p>
          </p:txBody>
        </p:sp>
        <p:sp>
          <p:nvSpPr>
            <p:cNvPr id="9" name="Google Shape;77;p14"/>
            <p:cNvSpPr>
              <a:extLst>
                <a:ext uri="smNativeData">
                  <pr:smNativeData xmlns:pr="smNativeData" xmlns="smNativeData" val="SMDATA_15_VcZhaRMAAAAlAAAAZAAAAA0AAAAAkAAAAJAAAACQAAAAkAAAAAAAAAAB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P///wEAAAAAAAAAAAAAAAAAAAAAAAAAAAAAAAAAAAAAAAAAAAAAAAJ/f38AH0l9A8zMzADAwP8Af39/AAAAAAAAAAAAAAAAAAAAAAAAAAAAIQAAABgAAAAUAAAAzRwAAPgHAAAfKwAAPwgAAAAAAAAmAAAACAAAAP//////////"/>
                </a:ext>
              </a:extLst>
            </p:cNvSpPr>
            <p:nvPr/>
          </p:nvSpPr>
          <p:spPr>
            <a:xfrm>
              <a:off x="4681855" y="1295400"/>
              <a:ext cx="2327910" cy="45085"/>
            </a:xfrm>
            <a:prstGeom prst="rect">
              <a:avLst/>
            </a:prstGeom>
            <a:solidFill>
              <a:srgbClr val="FF0000"/>
            </a:solidFill>
            <a:ln>
              <a:noFill/>
            </a:ln>
            <a:effectLst/>
          </p:spPr>
          <p:txBody>
            <a:bodyPr vert="horz" wrap="square" lIns="91440" tIns="91440" rIns="91440" bIns="91440" numCol="1" spcCol="215900" anchor="ctr"/>
            <a:lstStyle/>
            <a:p>
              <a:pPr marL="0" marR="0" indent="0" algn="l">
                <a:lnSpc>
                  <a:spcPct val="100000"/>
                </a:lnSpc>
                <a:spcBef>
                  <a:spcPts val="0"/>
                </a:spcBef>
                <a:spcAft>
                  <a:spcPts val="0"/>
                </a:spcAft>
                <a:buNone/>
              </a:pPr>
            </a:p>
          </p:txBody>
        </p:sp>
      </p:grpSp>
      <p:sp>
        <p:nvSpPr>
          <p:cNvPr id="12" name="Google Shape;78;p14"/>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NG5QM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bwIAALEBAAAVKAAA6wYAABAAAAAmAAAACAAAAL2/AAD/HwAA"/>
              </a:ext>
            </a:extLst>
          </p:cNvSpPr>
          <p:nvPr>
            <p:ph type="title"/>
          </p:nvPr>
        </p:nvSpPr>
        <p:spPr>
          <a:xfrm>
            <a:off x="395605" y="274955"/>
            <a:ext cx="6120130" cy="849630"/>
          </a:xfrm>
          <a:prstGeom prst="rect">
            <a:avLst/>
          </a:prstGeom>
          <a:noFill/>
          <a:ln>
            <a:noFill/>
          </a:ln>
        </p:spPr>
        <p:txBody>
          <a:bodyPr vert="horz" wrap="square" lIns="91440" tIns="45720" rIns="91440" bIns="45720" numCol="1" spcCol="215900" anchor="ctr">
            <a:prstTxWarp prst="textNoShape">
              <a:avLst/>
            </a:prstTxWarp>
          </a:bodyPr>
          <a:lstStyle>
            <a:lvl1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1pPr>
            <a:lvl2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2pPr>
            <a:lvl3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3pPr>
            <a:lvl4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4pPr>
            <a:lvl5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5pPr>
            <a:lvl6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6pPr>
            <a:lvl7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7pPr>
            <a:lvl8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8pPr>
            <a:lvl9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9pPr>
          </a:lstStyle>
          <a:p>
            <a:pPr/>
          </a:p>
        </p:txBody>
      </p:sp>
      <p:sp>
        <p:nvSpPr>
          <p:cNvPr id="13" name="Google Shape;79;p14"/>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0AIAANgJAABvNQAAryUAABAAAAAmAAAACAAAAL2/AAD/HwAA"/>
              </a:ext>
            </a:extLst>
          </p:cNvSpPr>
          <p:nvPr>
            <p:ph type="body" idx="1"/>
          </p:nvPr>
        </p:nvSpPr>
        <p:spPr>
          <a:xfrm>
            <a:off x="457200" y="1600200"/>
            <a:ext cx="8228965" cy="4525645"/>
          </a:xfrm>
          <a:prstGeom prst="rect">
            <a:avLst/>
          </a:prstGeom>
          <a:noFill/>
          <a:ln>
            <a:noFill/>
          </a:ln>
        </p:spPr>
        <p:txBody>
          <a:bodyPr vert="horz" wrap="square" lIns="91440" tIns="45720" rIns="91440" bIns="45720" numCol="1" spcCol="215900" anchor="t">
            <a:prstTxWarp prst="textNoShape">
              <a:avLst/>
            </a:prstTxWarp>
          </a:bodyPr>
          <a:lstStyle>
            <a:lvl1pPr marL="4572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1pPr>
            <a:lvl2pPr marL="9144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2pPr>
            <a:lvl3pPr marL="13716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3pPr>
            <a:lvl4pPr marL="18288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4pPr>
            <a:lvl5pPr marL="22860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5pPr>
            <a:lvl6pPr marL="27432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6pPr>
            <a:lvl7pPr marL="32004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7pPr>
            <a:lvl8pPr marL="36576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8pPr>
            <a:lvl9pPr marL="4114800" marR="0" indent="-22860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9pPr>
          </a:lstStyle>
          <a:p>
            <a:pPr/>
          </a:p>
        </p:txBody>
      </p:sp>
      <p:sp>
        <p:nvSpPr>
          <p:cNvPr id="14" name="Google Shape;80;p14"/>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fTQAAF8mAAA/OAAALCgAABAAAAAmAAAACAAAAL2/AAD/HwAA"/>
              </a:ext>
            </a:extLst>
          </p:cNvSpPr>
          <p:nvPr>
            <p:ph type="sldNum" idx="12"/>
          </p:nvPr>
        </p:nvSpPr>
        <p:spPr>
          <a:xfrm>
            <a:off x="8532495" y="6237605"/>
            <a:ext cx="610870" cy="292735"/>
          </a:xfrm>
          <a:prstGeom prst="rect">
            <a:avLst/>
          </a:prstGeom>
          <a:noFill/>
          <a:ln>
            <a:noFill/>
          </a:ln>
        </p:spPr>
        <p:txBody>
          <a:bodyPr vert="horz" wrap="square" lIns="91440" tIns="45720" rIns="91440" bIns="45720" numCol="1" spcCol="215900" anchor="t">
            <a:prstTxWarp prst="textNoShape">
              <a:avLst/>
            </a:prstTxWarp>
          </a:bodyPr>
          <a:lstStyle>
            <a:lvl1pPr marL="0" marR="0" indent="0" algn="l">
              <a:lnSpc>
                <a:spcPct val="100000"/>
              </a:lnSpc>
              <a:spcBef>
                <a:spcPts val="0"/>
              </a:spcBef>
              <a:spcAft>
                <a:spcPts val="0"/>
              </a:spcAft>
              <a:buNone/>
              <a:defRPr sz="1600" b="1" i="0" u="none" strike="noStrike" cap="none">
                <a:solidFill>
                  <a:srgbClr val="000000"/>
                </a:solidFill>
                <a:latin typeface="Calibri" pitchFamily="2" charset="0"/>
                <a:ea typeface="Arial" pitchFamily="1" charset="0"/>
                <a:cs typeface="Arial" pitchFamily="1" charset="0"/>
              </a:defRPr>
            </a:lvl1pPr>
            <a:lvl2pPr marL="0" marR="0" indent="0" algn="l">
              <a:lnSpc>
                <a:spcPct val="100000"/>
              </a:lnSpc>
              <a:spcBef>
                <a:spcPts val="0"/>
              </a:spcBef>
              <a:spcAft>
                <a:spcPts val="0"/>
              </a:spcAft>
              <a:buNone/>
              <a:defRPr sz="1600" b="1" i="0" u="none" strike="noStrike" cap="none">
                <a:solidFill>
                  <a:srgbClr val="000000"/>
                </a:solidFill>
                <a:latin typeface="Calibri" pitchFamily="2" charset="0"/>
                <a:ea typeface="Arial" pitchFamily="1" charset="0"/>
                <a:cs typeface="Arial" pitchFamily="1" charset="0"/>
              </a:defRPr>
            </a:lvl2pPr>
            <a:lvl3pPr marL="0" marR="0" indent="0" algn="l">
              <a:lnSpc>
                <a:spcPct val="100000"/>
              </a:lnSpc>
              <a:spcBef>
                <a:spcPts val="0"/>
              </a:spcBef>
              <a:spcAft>
                <a:spcPts val="0"/>
              </a:spcAft>
              <a:buNone/>
              <a:defRPr sz="1600" b="1" i="0" u="none" strike="noStrike" cap="none">
                <a:solidFill>
                  <a:srgbClr val="000000"/>
                </a:solidFill>
                <a:latin typeface="Calibri" pitchFamily="2" charset="0"/>
                <a:ea typeface="Arial" pitchFamily="1" charset="0"/>
                <a:cs typeface="Arial" pitchFamily="1" charset="0"/>
              </a:defRPr>
            </a:lvl3pPr>
            <a:lvl4pPr marL="0" marR="0" indent="0" algn="l">
              <a:lnSpc>
                <a:spcPct val="100000"/>
              </a:lnSpc>
              <a:spcBef>
                <a:spcPts val="0"/>
              </a:spcBef>
              <a:spcAft>
                <a:spcPts val="0"/>
              </a:spcAft>
              <a:buNone/>
              <a:defRPr sz="1600" b="1" i="0" u="none" strike="noStrike" cap="none">
                <a:solidFill>
                  <a:srgbClr val="000000"/>
                </a:solidFill>
                <a:latin typeface="Calibri" pitchFamily="2" charset="0"/>
                <a:ea typeface="Arial" pitchFamily="1" charset="0"/>
                <a:cs typeface="Arial" pitchFamily="1" charset="0"/>
              </a:defRPr>
            </a:lvl4pPr>
            <a:lvl5pPr marL="0" marR="0" indent="0" algn="l">
              <a:lnSpc>
                <a:spcPct val="100000"/>
              </a:lnSpc>
              <a:spcBef>
                <a:spcPts val="0"/>
              </a:spcBef>
              <a:spcAft>
                <a:spcPts val="0"/>
              </a:spcAft>
              <a:buNone/>
              <a:defRPr sz="1600" b="1" i="0" u="none" strike="noStrike" cap="none">
                <a:solidFill>
                  <a:srgbClr val="000000"/>
                </a:solidFill>
                <a:latin typeface="Calibri" pitchFamily="2" charset="0"/>
                <a:ea typeface="Arial" pitchFamily="1" charset="0"/>
                <a:cs typeface="Arial" pitchFamily="1" charset="0"/>
              </a:defRPr>
            </a:lvl5pPr>
            <a:lvl6pPr marL="0" marR="0" indent="0" algn="l">
              <a:lnSpc>
                <a:spcPct val="100000"/>
              </a:lnSpc>
              <a:spcBef>
                <a:spcPts val="0"/>
              </a:spcBef>
              <a:spcAft>
                <a:spcPts val="0"/>
              </a:spcAft>
              <a:buNone/>
              <a:defRPr sz="1600" b="1" i="0" u="none" strike="noStrike" cap="none">
                <a:solidFill>
                  <a:srgbClr val="000000"/>
                </a:solidFill>
                <a:latin typeface="Calibri" pitchFamily="2" charset="0"/>
                <a:ea typeface="Arial" pitchFamily="1" charset="0"/>
                <a:cs typeface="Arial" pitchFamily="1" charset="0"/>
              </a:defRPr>
            </a:lvl6pPr>
            <a:lvl7pPr marL="0" marR="0" indent="0" algn="l">
              <a:lnSpc>
                <a:spcPct val="100000"/>
              </a:lnSpc>
              <a:spcBef>
                <a:spcPts val="0"/>
              </a:spcBef>
              <a:spcAft>
                <a:spcPts val="0"/>
              </a:spcAft>
              <a:buNone/>
              <a:defRPr sz="1600" b="1" i="0" u="none" strike="noStrike" cap="none">
                <a:solidFill>
                  <a:srgbClr val="000000"/>
                </a:solidFill>
                <a:latin typeface="Calibri" pitchFamily="2" charset="0"/>
                <a:ea typeface="Arial" pitchFamily="1" charset="0"/>
                <a:cs typeface="Arial" pitchFamily="1" charset="0"/>
              </a:defRPr>
            </a:lvl7pPr>
            <a:lvl8pPr marL="0" marR="0" indent="0" algn="l">
              <a:lnSpc>
                <a:spcPct val="100000"/>
              </a:lnSpc>
              <a:spcBef>
                <a:spcPts val="0"/>
              </a:spcBef>
              <a:spcAft>
                <a:spcPts val="0"/>
              </a:spcAft>
              <a:buNone/>
              <a:defRPr sz="1600" b="1" i="0" u="none" strike="noStrike" cap="none">
                <a:solidFill>
                  <a:srgbClr val="000000"/>
                </a:solidFill>
                <a:latin typeface="Calibri" pitchFamily="2" charset="0"/>
                <a:ea typeface="Arial" pitchFamily="1" charset="0"/>
                <a:cs typeface="Arial" pitchFamily="1" charset="0"/>
              </a:defRPr>
            </a:lvl8pPr>
            <a:lvl9pPr marL="0" marR="0" indent="0" algn="l">
              <a:lnSpc>
                <a:spcPct val="100000"/>
              </a:lnSpc>
              <a:spcBef>
                <a:spcPts val="0"/>
              </a:spcBef>
              <a:spcAft>
                <a:spcPts val="0"/>
              </a:spcAft>
              <a:buNone/>
              <a:defRPr sz="1600" b="1" i="0" u="none" strike="noStrike" cap="none">
                <a:solidFill>
                  <a:srgbClr val="000000"/>
                </a:solidFill>
                <a:latin typeface="Calibri" pitchFamily="2" charset="0"/>
                <a:ea typeface="Arial" pitchFamily="1" charset="0"/>
                <a:cs typeface="Arial" pitchFamily="1" charset="0"/>
              </a:defRPr>
            </a:lvl9pPr>
          </a:lstStyle>
          <a:p>
            <a:pPr marL="0" indent="0" algn="l">
              <a:spcBef>
                <a:spcPts val="0"/>
              </a:spcBef>
              <a:spcAft>
                <a:spcPts val="0"/>
              </a:spcAft>
              <a:buNone/>
            </a:pPr>
            <a:fld id="{348D676D-23D9-D891-9735-D5C4297B6180}" type="slidenum">
              <a:rPr lang="en-in" cap="none"/>
              <a:t/>
            </a:fld>
            <a:endParaRPr b="0" cap="none">
              <a:latin typeface="Times New Roman" pitchFamily="1" charset="0"/>
              <a:ea typeface="Times New Roman" pitchFamily="1" charset="0"/>
              <a:cs typeface="Times New Roman" pitchFamily="1" charset="0"/>
            </a:endParaRPr>
          </a:p>
        </p:txBody>
      </p:sp>
    </p:spTree>
  </p:cSld>
  <p:clrMap bg1="lt1" tx1="dk1" bg2="lt2" tx2="dk2" accent1="accent1" accent2="accent2" accent3="accent3" accent4="accent4" accent5="accent5" accent6="accent6" hlink="hlink" folHlink="folHlink"/>
  <p:sldLayoutIdLst>
    <p:sldLayoutId id="2147483663" r:id="rId2"/>
    <p:sldLayoutId id="2147483664" r:id="rId3"/>
    <p:sldLayoutId id="2147483665" r:id="rId4"/>
    <p:sldLayoutId id="2147483667" r:id="rId5"/>
    <p:sldLayoutId id="2147483668" r:id="rId6"/>
    <p:sldLayoutId id="2147483669" r:id="rId7"/>
    <p:sldLayoutId id="2147483670" r:id="rId8"/>
    <p:sldLayoutId id="2147483671" r:id="rId9"/>
    <p:sldLayoutId id="2147483672" r:id="rId10"/>
    <p:sldLayoutId id="2147483673" r:id="rId11"/>
    <p:sldLayoutId id="2147483715" r:id="rId12"/>
    <p:sldLayoutId id="2147483717" r:id="rId13"/>
    <p:sldLayoutId id="2147483719" r:id="rId14"/>
    <p:sldLayoutId id="2147483713" r:id="rId15"/>
    <p:sldLayoutId id="2147483714" r:id="rId16"/>
    <p:sldLayoutId id="2147483720" r:id="rId17"/>
    <p:sldLayoutId id="2147483721" r:id="rId18"/>
  </p:sldLayoutIdLst>
  <p:hf sldNum="0" hdr="0" ftr="0" dt="0"/>
  <p:txStyles>
    <p:titleStyle>
      <a:lvl1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1pPr>
      <a:lvl2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2pPr>
      <a:lvl3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3pPr>
      <a:lvl4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4pPr>
      <a:lvl5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5pPr>
      <a:lvl6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6pPr>
      <a:lvl7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7pPr>
      <a:lvl8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8pPr>
      <a:lvl9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9pPr>
    </p:titleStyle>
    <p:bodyStyle>
      <a:lvl1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1pPr>
      <a:lvl2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2pPr>
      <a:lvl3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3pPr>
      <a:lvl4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4pPr>
      <a:lvl5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5pPr>
      <a:lvl6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6pPr>
      <a:lvl7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7pPr>
      <a:lvl8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8pPr>
      <a:lvl9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9pPr>
    </p:bodyStyle>
    <p:otherStyle>
      <a:lvl1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1pPr>
      <a:lvl2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2pPr>
      <a:lvl3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3pPr>
      <a:lvl4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4pPr>
      <a:lvl5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5pPr>
      <a:lvl6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6pPr>
      <a:lvl7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7pPr>
      <a:lvl8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8pPr>
      <a:lvl9pPr marL="0" marR="0" indent="0" algn="l" defTabSz="914400">
        <a:lnSpc>
          <a:spcPct val="100000"/>
        </a:lnSpc>
        <a:spcBef>
          <a:spcPts val="0"/>
        </a:spcBef>
        <a:spcAft>
          <a:spcPts val="0"/>
        </a:spcAft>
        <a:buNone/>
        <a:tabLst/>
        <a:defRPr sz="1400" b="0" i="0" u="none" strike="noStrike" kern="1" cap="none" spc="0" baseline="0">
          <a:solidFill>
            <a:srgbClr val="000000"/>
          </a:solidFill>
          <a:effectLst/>
          <a:latin typeface="Arial" pitchFamily="1" charset="0"/>
          <a:ea typeface="Arial" pitchFamily="1" charset="0"/>
          <a:cs typeface="Arial" pitchFamily="1" charset="0"/>
        </a:defRPr>
      </a:lvl9pPr>
    </p:otherStyle>
  </p:txStyles>
</p:sldMaster>
</file>

<file path=ppt/slides/_rels/slide1.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xml"/></Relationships>
</file>

<file path=ppt/slides/_rels/slide4.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5.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6.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7.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8.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9.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10.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1.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2.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3.xml.rels><?xml version="1.0" encoding="UTF-8" standalone="yes" ?>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2.xml"/></Relationships>
</file>

<file path=ppt/slides/_rels/slide14.xml.rels><?xml version="1.0" encoding="UTF-8" standalone="yes" ?>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3.xml"/></Relationships>
</file>

<file path=ppt/slides/_rels/slide15.xml.rels><?xml version="1.0" encoding="UTF-8" standalone="yes" ?>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4.xml"/></Relationships>
</file>

<file path=ppt/slides/_rels/slide16.xml.rels><?xml version="1.0" encoding="UTF-8" standalone="yes" ?>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5.xml"/></Relationships>
</file>

<file path=ppt/slides/_rels/slide17.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8.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9.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20.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1.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2.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23.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4.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5.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6.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7.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8.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9.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30.xml.rels><?xml version="1.0" encoding="UTF-8" standalone="yes" ?>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9.xml"/></Relationships>
</file>

<file path=ppt/slides/_rels/slide31.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2.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3.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4.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s>
</file>

<file path=ppt/slides/_rels/slide35.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6.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7.xml.rels><?xml version="1.0" encoding="UTF-8" standalone="yes" ?>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6.xml"/></Relationships>
</file>

<file path=ppt/slides/_rels/slide38.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_rels/slide39.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40.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1.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2.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 Id="rId3" Type="http://schemas.openxmlformats.org/officeDocument/2006/relationships/image" Target="../media/image9.png"/></Relationships>
</file>

<file path=ppt/slides/_rels/slide43.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4.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5.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11.png"/></Relationships>
</file>

<file path=ppt/slides/_rels/slide46.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7.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8.xml.rels><?xml version="1.0" encoding="UTF-8" standalone="yes" ?>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7.xml"/></Relationships>
</file>

<file path=ppt/slides/_rels/slide49.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50.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9.xml"/></Relationships>
</file>

<file path=ppt/slides/_rels/slide51.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2.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3.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4.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5.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6.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s>
</file>

<file path=ppt/slides/_rels/slide57.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8.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9.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60.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1.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2.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1.xml"/></Relationships>
</file>

<file path=ppt/slides/_rels/slide63.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4.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3.xml"/></Relationships>
</file>

<file path=ppt/slides/_rels/slide65.xml.rels><?xml version="1.0" encoding="UTF-8" standalone="yes" ?>
<Relationships xmlns="http://schemas.openxmlformats.org/package/2006/relationships"><Relationship Id="rId1" Type="http://schemas.openxmlformats.org/officeDocument/2006/relationships/slideLayout" Target="../slideLayouts/slideLayout14.xml"/></Relationships>
</file>

<file path=ppt/slides/_rels/slide66.xml.rels><?xml version="1.0" encoding="UTF-8" standalone="yes" ?>
<Relationships xmlns="http://schemas.openxmlformats.org/package/2006/relationships"><Relationship Id="rId1" Type="http://schemas.openxmlformats.org/officeDocument/2006/relationships/slideLayout" Target="../slideLayouts/slideLayout14.xml"/></Relationships>
</file>

<file path=ppt/slides/_rels/slide67.xml.rels><?xml version="1.0" encoding="UTF-8" standalone="yes" ?>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4.xml"/></Relationships>
</file>

<file path=ppt/slides/_rels/slide68.xml.rels><?xml version="1.0" encoding="UTF-8" standalone="yes" ?>
<Relationships xmlns="http://schemas.openxmlformats.org/package/2006/relationships"><Relationship Id="rId1" Type="http://schemas.openxmlformats.org/officeDocument/2006/relationships/slideLayout" Target="../slideLayouts/slideLayout23.xml"/></Relationships>
</file>

<file path=ppt/slides/_rels/slide69.xml.rels><?xml version="1.0" encoding="UTF-8" standalone="yes" ?>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Google Shape;199;p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HggAAHAVAABHNQAAqSAAABAAAAAmAAAACAAAAP//////////"/>
              </a:ext>
            </a:extLst>
          </p:cNvSpPr>
          <p:nvPr/>
        </p:nvSpPr>
        <p:spPr>
          <a:xfrm>
            <a:off x="1319530" y="3484880"/>
            <a:ext cx="7341235" cy="1824355"/>
          </a:xfrm>
          <a:prstGeom prst="rect">
            <a:avLst/>
          </a:prstGeom>
          <a:noFill/>
          <a:ln>
            <a:noFill/>
          </a:ln>
          <a:effectLst/>
        </p:spPr>
        <p:txBody>
          <a:bodyPr vert="horz" wrap="square" lIns="91440" tIns="45720" rIns="91440" bIns="45720" numCol="1" spcCol="215900" anchor="ctr"/>
          <a:lstStyle/>
          <a:p>
            <a:pPr algn="r"/>
            <a:r>
              <a:rPr lang="en-in" sz="3200" b="1" cap="none">
                <a:solidFill>
                  <a:srgbClr val="FFFFFF"/>
                </a:solidFill>
              </a:rPr>
              <a:t>Artificial Intelligence-[</a:t>
            </a:r>
            <a:r>
              <a:rPr lang="en-in" sz="3200" b="1" cap="none">
                <a:solidFill>
                  <a:schemeClr val="bg1"/>
                </a:solidFill>
              </a:rPr>
              <a:t>SESIZC444]</a:t>
            </a:r>
            <a:endParaRPr lang="en-in" sz="3200" cap="none">
              <a:solidFill>
                <a:schemeClr val="bg1"/>
              </a:solidFill>
            </a:endParaRPr>
          </a:p>
          <a:p>
            <a:pPr algn="r"/>
            <a:endParaRPr lang="en-us" sz="3200" b="1" cap="none">
              <a:solidFill>
                <a:srgbClr val="FFFFFF"/>
              </a:solidFill>
              <a:latin typeface="Calibri" pitchFamily="2" charset="0"/>
              <a:ea typeface="Times New Roman" pitchFamily="1" charset="0"/>
              <a:cs typeface="Calibri" pitchFamily="2" charset="0"/>
            </a:endParaRPr>
          </a:p>
          <a:p>
            <a:pPr algn="r"/>
            <a:r>
              <a:rPr lang="en-us" sz="2000" b="1" cap="none">
                <a:solidFill>
                  <a:srgbClr val="FFC000"/>
                </a:solidFill>
                <a:latin typeface="Calibri" pitchFamily="2" charset="0"/>
                <a:ea typeface="Times New Roman" pitchFamily="1" charset="0"/>
                <a:cs typeface="Calibri" pitchFamily="2" charset="0"/>
              </a:rPr>
              <a:t>CS 3- Problem Solving: Knowledge representation and Inference</a:t>
            </a:r>
            <a:endParaRPr lang="en-in" sz="2000" b="1" cap="none">
              <a:solidFill>
                <a:srgbClr val="FFC000"/>
              </a:solidFill>
              <a:latin typeface="Calibri" pitchFamily="2" charset="0"/>
              <a:ea typeface="Times New Roman" pitchFamily="1" charset="0"/>
              <a:cs typeface="Calibri" pitchFamily="2" charset="0"/>
            </a:endParaRPr>
          </a:p>
        </p:txBody>
      </p:sp>
      <p:sp>
        <p:nvSpPr>
          <p:cNvPr id="3" name="Google Shape;200;p1"/>
          <p:cNvSpPr>
            <a:extLst>
              <a:ext uri="smNativeData">
                <pr:smNativeData xmlns:pr="smNativeData" xmlns="smNativeData" val="SMDATA_15_VcZhaRMAAAAlAAAAZAAAAA0AAAAAkAAAAEgAAACQAAAASAAAAAAAAAAC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b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w0AAEghAAB/NAAAjyQAABAAAAAmAAAACAAAAP//////////"/>
              </a:ext>
            </a:extLst>
          </p:cNvSpPr>
          <p:nvPr/>
        </p:nvSpPr>
        <p:spPr>
          <a:xfrm>
            <a:off x="2267585" y="5410200"/>
            <a:ext cx="6266180" cy="532765"/>
          </a:xfrm>
          <a:prstGeom prst="rect">
            <a:avLst/>
          </a:prstGeom>
          <a:noFill/>
          <a:ln>
            <a:noFill/>
          </a:ln>
          <a:effectLst/>
        </p:spPr>
        <p:txBody>
          <a:bodyPr vert="horz" wrap="square" lIns="91440" tIns="45720" rIns="91440" bIns="45720" numCol="1" spcCol="215900" anchor="b"/>
          <a:lstStyle/>
          <a:p>
            <a:pPr marL="0" algn="ctr">
              <a:lnSpc>
                <a:spcPct val="100000"/>
              </a:lnSpc>
              <a:spcBef>
                <a:spcPts val="710"/>
              </a:spcBef>
            </a:pPr>
            <a:r>
              <a:rPr b="1" i="1" cap="none">
                <a:solidFill>
                  <a:srgbClr val="FFFFFF"/>
                </a:solidFill>
              </a:rPr>
              <a:t>By</a:t>
            </a:r>
            <a:endParaRPr b="1" i="1" cap="none">
              <a:solidFill>
                <a:srgbClr val="FFFFFF"/>
              </a:solidFill>
            </a:endParaRPr>
          </a:p>
          <a:p>
            <a:pPr algn="ctr">
              <a:lnSpc>
                <a:spcPct val="100000"/>
              </a:lnSpc>
              <a:spcBef>
                <a:spcPts val="610"/>
              </a:spcBef>
              <a:defRPr b="1" i="1" cap="none">
                <a:solidFill>
                  <a:srgbClr val="FFFFFF"/>
                </a:solidFill>
              </a:defRPr>
            </a:pPr>
            <a:r>
              <a:t>Prof. Brahmanaidu Kakarla</a:t>
            </a:r>
          </a:p>
        </p:txBody>
      </p:sp>
    </p:spTree>
  </p:cSld>
  <p:clrMapOvr>
    <a:masterClrMapping/>
  </p:clrMapOvr>
  <p:timing>
    <p:tnLst>
      <p:par>
        <p:cTn id="1" dur="indefinite" restart="never" nodeType="tmRoot"/>
      </p:par>
    </p:tnLst>
  </p:timing>
</p:sld>
</file>

<file path=ppt/slides/slide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Content Placeholder 1"/>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9cF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4AEAADAJAACANAAACCUAABAAAAAmAAAACAAAAIGgAAAAAAAA"/>
              </a:ext>
            </a:extLst>
          </p:cNvSpPr>
          <p:nvPr>
            <p:ph type="body" idx="1"/>
          </p:nvPr>
        </p:nvSpPr>
        <p:spPr>
          <a:xfrm>
            <a:off x="304800" y="1493520"/>
            <a:ext cx="8229600" cy="4526280"/>
          </a:xfrm>
        </p:spPr>
        <p:txBody>
          <a:bodyPr vert="horz" wrap="square" lIns="91440" tIns="45720" rIns="91440" bIns="45720" numCol="1" spcCol="215900" anchor="t">
            <a:prstTxWarp prst="textNoShape">
              <a:avLst/>
            </a:prstTxWarp>
          </a:bodyPr>
          <a:lstStyle>
            <a:lvl1pPr marL="342900" marR="0" indent="-342900" algn="l" defTabSz="914400">
              <a:lnSpc>
                <a:spcPct val="100000"/>
              </a:lnSpc>
              <a:spcBef>
                <a:spcPts val="0"/>
              </a:spcBef>
              <a:spcAft>
                <a:spcPts val="0"/>
              </a:spcAft>
              <a:buNone/>
              <a:tabLst/>
              <a:defRPr sz="2400" cap="none">
                <a:latin typeface="Arial" pitchFamily="1" charset="0"/>
                <a:ea typeface="Arial" pitchFamily="1" charset="0"/>
                <a:cs typeface="Arial" pitchFamily="1" charset="0"/>
              </a:defRPr>
            </a:lvl1pPr>
            <a:lvl2pPr marL="742950" marR="0" indent="-285750" algn="l" defTabSz="914400">
              <a:lnSpc>
                <a:spcPct val="100000"/>
              </a:lnSpc>
              <a:spcBef>
                <a:spcPts val="0"/>
              </a:spcBef>
              <a:spcAft>
                <a:spcPts val="0"/>
              </a:spcAft>
              <a:buClrTx/>
              <a:buSzTx/>
              <a:buFont typeface="Arial" pitchFamily="1" charset="0"/>
              <a:buChar char="–"/>
              <a:tabLst/>
              <a:defRPr sz="1600" cap="none">
                <a:latin typeface="Arial" pitchFamily="1" charset="0"/>
                <a:ea typeface="Arial" pitchFamily="1" charset="0"/>
                <a:cs typeface="Arial" pitchFamily="1" charset="0"/>
              </a:defRPr>
            </a:lvl2pPr>
          </a:lstStyle>
          <a:p>
            <a:pPr>
              <a:lnSpc>
                <a:spcPct val="200000"/>
              </a:lnSpc>
              <a:buAutoNum type="alphaUcPeriod"/>
            </a:pPr>
            <a:r>
              <a:rPr lang="en-us" cap="none"/>
              <a:t>Uninformed Search</a:t>
            </a:r>
            <a:endParaRPr lang="en-us" cap="none"/>
          </a:p>
          <a:p>
            <a:pPr>
              <a:lnSpc>
                <a:spcPct val="200000"/>
              </a:lnSpc>
              <a:buAutoNum type="alphaUcPeriod"/>
            </a:pPr>
            <a:r>
              <a:rPr lang="en-us" cap="none"/>
              <a:t>Informed Search</a:t>
            </a:r>
            <a:endParaRPr lang="en-us" cap="none"/>
          </a:p>
          <a:p>
            <a:pPr>
              <a:lnSpc>
                <a:spcPct val="200000"/>
              </a:lnSpc>
              <a:buAutoNum type="alphaUcPeriod"/>
            </a:pPr>
            <a:r>
              <a:rPr lang="en-us" cap="none"/>
              <a:t>Heuristic Functions			</a:t>
            </a:r>
            <a:endParaRPr lang="en-in" cap="none"/>
          </a:p>
          <a:p>
            <a:pPr>
              <a:lnSpc>
                <a:spcPct val="200000"/>
              </a:lnSpc>
            </a:pPr>
            <a:r>
              <a:rPr lang="en-us" cap="none"/>
              <a:t>D.	</a:t>
            </a:r>
            <a:r>
              <a:rPr lang="en-in" cap="none"/>
              <a:t>Local Search Algorithms &amp; Optimization Problems</a:t>
            </a:r>
            <a:endParaRPr lang="en-in" cap="none"/>
          </a:p>
        </p:txBody>
      </p:sp>
      <p:sp>
        <p:nvSpPr>
          <p:cNvPr id="3" name="Content Placeholder 2"/>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AEAADMBAAAkKQAA1gYAAAAAAAAmAAAACAAAAAEgAAAAAAAA"/>
              </a:ext>
            </a:extLst>
          </p:cNvSpPr>
          <p:nvPr>
            <p:ph type="body" idx="10"/>
          </p:nvPr>
        </p:nvSpPr>
        <p:spPr>
          <a:xfrm>
            <a:off x="185420" y="194945"/>
            <a:ext cx="6502400" cy="916305"/>
          </a:xfrm>
        </p:spPr>
        <p:txBody>
          <a:bodyPr vert="horz" wrap="square" lIns="91440" tIns="45720" rIns="91440" bIns="45720" numCol="1" spcCol="215900" anchor="ctr">
            <a:prstTxWarp prst="textNoShape">
              <a:avLst/>
            </a:prstTxWarp>
          </a:bodyPr>
          <a:lstStyle/>
          <a:p>
            <a:pPr algn="ctr">
              <a:defRPr cap="none">
                <a:solidFill>
                  <a:srgbClr val="00007F"/>
                </a:solidFill>
              </a:defRPr>
            </a:pPr>
            <a:r>
              <a:rPr lang="en-in" sz="2800" cap="none"/>
              <a:t>Module 2 : </a:t>
            </a:r>
            <a:endParaRPr lang="en-in" sz="2800" cap="none"/>
          </a:p>
          <a:p>
            <a:pPr algn="ctr">
              <a:defRPr cap="none">
                <a:solidFill>
                  <a:srgbClr val="00007F"/>
                </a:solidFill>
              </a:defRPr>
            </a:pPr>
            <a:r>
              <a:rPr lang="en-in" sz="2800" cap="none"/>
              <a:t>Problem Solving Agent using Search</a:t>
            </a:r>
            <a:endParaRPr lang="en-in" sz="2800" cap="none"/>
          </a:p>
        </p:txBody>
      </p:sp>
      <p:sp>
        <p:nvSpPr>
          <p:cNvPr id="4" name="Rectangle 3"/>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P8AA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4AEAADAJAADIGQAAqQ0AABAAAAAmAAAACAAAAP//////////"/>
              </a:ext>
            </a:extLst>
          </p:cNvSpPr>
          <p:nvPr/>
        </p:nvSpPr>
        <p:spPr>
          <a:xfrm>
            <a:off x="304800" y="1493520"/>
            <a:ext cx="3886200" cy="727075"/>
          </a:xfrm>
          <a:prstGeom prst="rect">
            <a:avLst/>
          </a:prstGeom>
          <a:noFill/>
          <a:ln w="25400" cap="flat" cmpd="sng" algn="ctr">
            <a:solidFill>
              <a:srgbClr val="FF0000"/>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in" cap="none"/>
          </a:p>
        </p:txBody>
      </p:sp>
    </p:spTree>
  </p:cSld>
  <p:clrMapOvr>
    <a:masterClrMapping/>
  </p:clrMapOvr>
  <p:timing>
    <p:tnLst>
      <p:par>
        <p:cTn id="1" dur="indefinite" restart="never" nodeType="tmRoot"/>
      </p:par>
    </p:tnLst>
  </p:timing>
</p:sld>
</file>

<file path=ppt/slides/slide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3"/>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NZIL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MAAM0JAAAIMwAAdh4AAAAAAAAmAAAACAAAAIGwAAAAAAAA"/>
              </a:ext>
            </a:extLst>
          </p:cNvSpPr>
          <p:nvPr>
            <p:ph type="body" idx="1"/>
          </p:nvPr>
        </p:nvSpPr>
        <p:spPr>
          <a:xfrm>
            <a:off x="645795" y="1593215"/>
            <a:ext cx="7649845" cy="3358515"/>
          </a:xfrm>
        </p:spPr>
        <p:txBody>
          <a:bodyPr vert="horz" wrap="square" lIns="91440" tIns="45720" rIns="91440" bIns="45720" numCol="1" spcCol="215900" anchor="t">
            <a:prstTxWarp prst="textNoShape">
              <a:avLst/>
            </a:prstTxWarp>
          </a:bodyPr>
          <a:lstStyle>
            <a:lvl1pPr marL="342900" marR="0" indent="-342900" algn="l" defTabSz="914400">
              <a:lnSpc>
                <a:spcPct val="100000"/>
              </a:lnSpc>
              <a:spcBef>
                <a:spcPts val="0"/>
              </a:spcBef>
              <a:spcAft>
                <a:spcPts val="0"/>
              </a:spcAft>
              <a:buNone/>
              <a:tabLst/>
              <a:defRPr sz="2400" cap="none">
                <a:latin typeface="Arial" pitchFamily="1" charset="0"/>
                <a:ea typeface="Arial" pitchFamily="1" charset="0"/>
                <a:cs typeface="Arial" pitchFamily="1" charset="0"/>
              </a:defRPr>
            </a:lvl1pPr>
            <a:lvl2pPr marL="742950" marR="0" indent="-285750" algn="l" defTabSz="914400">
              <a:lnSpc>
                <a:spcPct val="100000"/>
              </a:lnSpc>
              <a:spcBef>
                <a:spcPts val="0"/>
              </a:spcBef>
              <a:spcAft>
                <a:spcPts val="0"/>
              </a:spcAft>
              <a:buClrTx/>
              <a:buSzTx/>
              <a:buFont typeface="Arial" pitchFamily="1" charset="0"/>
              <a:buChar char="–"/>
              <a:tabLst/>
              <a:defRPr sz="1600" cap="none">
                <a:latin typeface="Arial" pitchFamily="1" charset="0"/>
                <a:ea typeface="Arial" pitchFamily="1" charset="0"/>
                <a:cs typeface="Arial" pitchFamily="1" charset="0"/>
              </a:defRPr>
            </a:lvl2pPr>
          </a:lstStyle>
          <a:p>
            <a:pPr/>
            <a:r>
              <a:rPr lang="en-us" cap="none"/>
              <a:t>Toy problems and micro-worlds</a:t>
            </a:r>
            <a:endParaRPr lang="en-us" cap="none"/>
          </a:p>
          <a:p>
            <a:pPr lvl="1"/>
            <a:r>
              <a:rPr lang="en-us" sz="2400" cap="none"/>
              <a:t>8-Puzzle</a:t>
            </a:r>
            <a:endParaRPr lang="en-us" sz="2400" cap="none"/>
          </a:p>
          <a:p>
            <a:pPr lvl="1"/>
            <a:r>
              <a:rPr lang="en-us" sz="2400" cap="none"/>
              <a:t>Missionaries and Cannibals</a:t>
            </a:r>
            <a:endParaRPr lang="en-us" sz="2400" cap="none"/>
          </a:p>
          <a:p>
            <a:pPr lvl="1"/>
            <a:r>
              <a:rPr lang="en-us" sz="2400" cap="none"/>
              <a:t>Cryptarithmetic</a:t>
            </a:r>
            <a:endParaRPr lang="en-us" sz="2400" cap="none"/>
          </a:p>
          <a:p>
            <a:pPr lvl="1"/>
            <a:r>
              <a:rPr lang="en-us" sz="2400" cap="none"/>
              <a:t>Remove 5 Sticks</a:t>
            </a:r>
            <a:endParaRPr lang="en-us" sz="2400" cap="none"/>
          </a:p>
          <a:p>
            <a:pPr lvl="1"/>
            <a:r>
              <a:rPr lang="en-us" sz="2400" cap="none"/>
              <a:t>Water Jug Problem</a:t>
            </a:r>
            <a:endParaRPr lang="en-us" sz="2400" cap="none"/>
          </a:p>
          <a:p>
            <a:pPr lvl="1">
              <a:defRPr lang="en-us" sz="2400" cap="none"/>
            </a:pPr>
          </a:p>
          <a:p>
            <a:pPr/>
            <a:r>
              <a:rPr lang="en-us" cap="none"/>
              <a:t>Real-world problems</a:t>
            </a:r>
            <a:endParaRPr lang="en-us" cap="none"/>
          </a:p>
        </p:txBody>
      </p:sp>
      <p:sp>
        <p:nvSpPr>
          <p:cNvPr id="3" name="Rectangle 2"/>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1gIAAGABAACmJwAAAQcAAAAAAAAmAAAACAAAAAEwAAAAAAAA"/>
              </a:ext>
            </a:extLst>
          </p:cNvSpPr>
          <p:nvPr>
            <p:ph type="body" idx="10"/>
          </p:nvPr>
        </p:nvSpPr>
        <p:spPr>
          <a:xfrm>
            <a:off x="461010" y="223520"/>
            <a:ext cx="5984240" cy="915035"/>
          </a:xfrm>
        </p:spPr>
        <p:txBody>
          <a:bodyPr vert="horz" wrap="square" lIns="91440" tIns="45720" rIns="91440" bIns="45720" numCol="1" spcCol="215900" anchor="ctr">
            <a:prstTxWarp prst="textNoShape">
              <a:avLst/>
            </a:prstTxWarp>
          </a:bodyPr>
          <a:lstStyle/>
          <a:p>
            <a:pPr algn="ctr">
              <a:spcAft>
                <a:spcPts val="600"/>
              </a:spcAft>
              <a:defRPr sz="3200" cap="none">
                <a:solidFill>
                  <a:srgbClr val="00007F"/>
                </a:solidFill>
              </a:defRPr>
            </a:pPr>
            <a:r>
              <a:rPr lang="en-us" cap="none"/>
              <a:t>Some example problems</a:t>
            </a:r>
            <a:endParaRPr lang="en-us" cap="none"/>
          </a:p>
        </p:txBody>
      </p:sp>
    </p:spTree>
  </p:cSld>
  <p:clrMapOvr>
    <a:masterClrMapping/>
  </p:clrMapOvr>
  <p:timing>
    <p:tnLst>
      <p:par>
        <p:cTn id="1" dur="indefinite" restart="never" nodeType="tmRoot"/>
      </p:par>
    </p:tnLst>
  </p:timing>
</p:sld>
</file>

<file path=ppt/slides/slide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fQMAAMMBAACmKgAA/QYAAAAAAAAmAAAACAAAAAEAAAAAAAAA"/>
              </a:ext>
            </a:extLst>
          </p:cNvSpPr>
          <p:nvPr>
            <p:ph type="title"/>
          </p:nvPr>
        </p:nvSpPr>
        <p:spPr>
          <a:xfrm>
            <a:off x="567055" y="286385"/>
            <a:ext cx="6365875" cy="849630"/>
          </a:xfrm>
        </p:spPr>
        <p:txBody>
          <a:bodyPr/>
          <a:lstStyle/>
          <a:p>
            <a:pPr algn="ctr">
              <a:defRPr b="1" cap="none">
                <a:solidFill>
                  <a:srgbClr val="00007F"/>
                </a:solidFill>
              </a:defRPr>
            </a:pPr>
            <a:r>
              <a:rPr lang="en-us" sz="3200" cap="none"/>
              <a:t>8-Puzzle</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g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QEAANcIAAD+MwAAXhAAAAAAAAAmAAAACAAAAAEgAAAAAAAA"/>
              </a:ext>
            </a:extLst>
          </p:cNvSpPr>
          <p:nvPr>
            <p:ph type="body" idx="1"/>
          </p:nvPr>
        </p:nvSpPr>
        <p:spPr>
          <a:xfrm>
            <a:off x="219075" y="1437005"/>
            <a:ext cx="8232775" cy="1223645"/>
          </a:xfrm>
        </p:spPr>
        <p:txBody>
          <a:bodyPr vert="horz" wrap="square" lIns="0" tIns="0" rIns="0" bIns="0" numCol="1" spcCol="215900" anchor="t">
            <a:prstTxWarp prst="textNoShape">
              <a:avLst/>
            </a:prstTxWarp>
          </a:bodyPr>
          <a:lstStyle/>
          <a:p>
            <a:pPr>
              <a:buNone/>
              <a:defRPr sz="2400" cap="none"/>
            </a:pPr>
            <a:r>
              <a:rPr lang="en-us" b="1" cap="none"/>
              <a:t>Given an initial configuration of 8 numbered tiles on a 3 x 3 board, move the tiles in such a way so as to produce a desired goal configuration of the tiles.</a:t>
            </a:r>
            <a:r>
              <a:rPr lang="en-us" cap="none"/>
              <a:t> </a:t>
            </a:r>
            <a:endParaRPr lang="en-us" cap="none"/>
          </a:p>
          <a:p>
            <a:pPr>
              <a:buNone/>
              <a:defRPr sz="2400" cap="none"/>
            </a:pPr>
            <a:endParaRPr lang="en-us" cap="none"/>
          </a:p>
        </p:txBody>
      </p:sp>
      <p:pic>
        <p:nvPicPr>
          <p:cNvPr id="4" name="Picture 4"/>
          <p:cNvPicPr>
            <a:picLocks noChangeAspect="1"/>
            <a:extLst>
              <a:ext uri="smNativeData">
                <pr:smNativeData xmlns:pr="smNativeData" xmlns="smNativeData" val="SMDATA_17_VcZh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AAAAAAAAAABkAAAAZAAAAAAAAAAjAAAABAAAAGQAAAAXAAAAFAAAAAAAAAAAAAAA/38AAP9/AAAAAAAACQAAAAQAAAA+6Nms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DIFAABvEgAA+i0AAFYmAAAQAAAAJgAAAAgAAAD//////////w=="/>
              </a:ext>
            </a:extLst>
          </p:cNvPicPr>
          <p:nvPr/>
        </p:nvPicPr>
        <p:blipFill>
          <a:blip r:embed="rId3"/>
          <a:stretch>
            <a:fillRect/>
          </a:stretch>
        </p:blipFill>
        <p:spPr>
          <a:xfrm>
            <a:off x="844550" y="2996565"/>
            <a:ext cx="6629400" cy="3235325"/>
          </a:xfrm>
          <a:prstGeom prst="rect">
            <a:avLst/>
          </a:prstGeom>
          <a:noFill/>
          <a:ln>
            <a:noFill/>
          </a:ln>
          <a:effectLst/>
        </p:spPr>
      </p:pic>
    </p:spTree>
  </p:cSld>
  <p:clrMapOvr>
    <a:masterClrMapping/>
  </p:clrMapOvr>
  <p:timing>
    <p:tnLst>
      <p:par>
        <p:cTn id="1" dur="indefinite" restart="never" nodeType="tmRoot"/>
      </p:par>
    </p:tnLst>
  </p:timing>
</p:sld>
</file>

<file path=ppt/slides/slide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9"/>
          <p:cNvSpPr>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wQAACMKAAAXNAAAcyMAABAAAAAmAAAACAAAAP//////////"/>
              </a:ext>
            </a:extLst>
          </p:cNvSpPr>
          <p:nvPr/>
        </p:nvSpPr>
        <p:spPr>
          <a:xfrm>
            <a:off x="695325" y="1647825"/>
            <a:ext cx="7772400" cy="4114800"/>
          </a:xfrm>
          <a:prstGeom prst="rect">
            <a:avLst/>
          </a:prstGeom>
          <a:noFill/>
          <a:ln>
            <a:noFill/>
          </a:ln>
          <a:effectLst/>
        </p:spPr>
        <p:txBody>
          <a:bodyPr vert="horz" wrap="square" lIns="91440" tIns="45720" rIns="91440" bIns="45720" numCol="1" spcCol="215900" anchor="t"/>
          <a:lstStyle>
            <a:lvl1pPr marL="342900" indent="-342900">
              <a:spcBef>
                <a:spcPts val="0"/>
              </a:spcBef>
              <a:buChar char="•"/>
              <a:defRPr sz="2400" cap="none">
                <a:solidFill>
                  <a:schemeClr val="tx1"/>
                </a:solidFill>
                <a:latin typeface="Times New Roman" pitchFamily="1" charset="0"/>
                <a:ea typeface="Arial" pitchFamily="1" charset="0"/>
                <a:cs typeface="Arial" pitchFamily="1" charset="0"/>
              </a:defRPr>
            </a:lvl1pPr>
            <a:lvl2pPr marL="742950" indent="-285750">
              <a:spcBef>
                <a:spcPts val="0"/>
              </a:spcBef>
              <a:buChar char="–"/>
              <a:defRPr sz="2000" cap="none">
                <a:solidFill>
                  <a:schemeClr val="tx1"/>
                </a:solidFill>
                <a:latin typeface="Times New Roman" pitchFamily="1" charset="0"/>
                <a:ea typeface="Arial" pitchFamily="1" charset="0"/>
                <a:cs typeface="Arial" pitchFamily="1" charset="0"/>
              </a:defRPr>
            </a:lvl2pPr>
            <a:lvl3pPr marL="1143000" indent="-228600">
              <a:spcBef>
                <a:spcPts val="0"/>
              </a:spcBef>
              <a:buChar char="•"/>
              <a:defRPr cap="none">
                <a:solidFill>
                  <a:schemeClr val="tx1"/>
                </a:solidFill>
                <a:latin typeface="Times New Roman" pitchFamily="1" charset="0"/>
                <a:ea typeface="Arial" pitchFamily="1" charset="0"/>
                <a:cs typeface="Arial" pitchFamily="1" charset="0"/>
              </a:defRPr>
            </a:lvl3pPr>
            <a:lvl4pPr marL="1600200" indent="-228600">
              <a:spcBef>
                <a:spcPts val="0"/>
              </a:spcBef>
              <a:buChar char="–"/>
              <a:defRPr sz="1600" cap="none">
                <a:solidFill>
                  <a:schemeClr val="tx1"/>
                </a:solidFill>
                <a:latin typeface="Times New Roman" pitchFamily="1" charset="0"/>
                <a:ea typeface="Arial" pitchFamily="1" charset="0"/>
                <a:cs typeface="Arial" pitchFamily="1" charset="0"/>
              </a:defRPr>
            </a:lvl4pPr>
            <a:lvl5pPr marL="2057400" indent="-228600">
              <a:spcBef>
                <a:spcPts val="0"/>
              </a:spcBef>
              <a:buChar char="»"/>
              <a:defRPr sz="1600" cap="none">
                <a:solidFill>
                  <a:schemeClr val="tx1"/>
                </a:solidFill>
                <a:latin typeface="Times New Roman" pitchFamily="1" charset="0"/>
                <a:ea typeface="Arial" pitchFamily="1" charset="0"/>
                <a:cs typeface="Arial" pitchFamily="1" charset="0"/>
              </a:defRPr>
            </a:lvl5pPr>
            <a:lvl6pPr marL="2514600" indent="-228600">
              <a:spcBef>
                <a:spcPts val="0"/>
              </a:spcBef>
              <a:spcAft>
                <a:spcPts val="0"/>
              </a:spcAft>
              <a:buChar char="»"/>
              <a:defRPr sz="1600" cap="none">
                <a:solidFill>
                  <a:schemeClr val="tx1"/>
                </a:solidFill>
                <a:latin typeface="Times New Roman" pitchFamily="1" charset="0"/>
                <a:ea typeface="Arial" pitchFamily="1" charset="0"/>
                <a:cs typeface="Arial" pitchFamily="1" charset="0"/>
              </a:defRPr>
            </a:lvl6pPr>
            <a:lvl7pPr marL="2971800" indent="-228600">
              <a:spcBef>
                <a:spcPts val="0"/>
              </a:spcBef>
              <a:spcAft>
                <a:spcPts val="0"/>
              </a:spcAft>
              <a:buChar char="»"/>
              <a:defRPr sz="1600" cap="none">
                <a:solidFill>
                  <a:schemeClr val="tx1"/>
                </a:solidFill>
                <a:latin typeface="Times New Roman" pitchFamily="1" charset="0"/>
                <a:ea typeface="Arial" pitchFamily="1" charset="0"/>
                <a:cs typeface="Arial" pitchFamily="1" charset="0"/>
              </a:defRPr>
            </a:lvl7pPr>
            <a:lvl8pPr marL="3429000" indent="-228600">
              <a:spcBef>
                <a:spcPts val="0"/>
              </a:spcBef>
              <a:spcAft>
                <a:spcPts val="0"/>
              </a:spcAft>
              <a:buChar char="»"/>
              <a:defRPr sz="1600" cap="none">
                <a:solidFill>
                  <a:schemeClr val="tx1"/>
                </a:solidFill>
                <a:latin typeface="Times New Roman" pitchFamily="1" charset="0"/>
                <a:ea typeface="Arial" pitchFamily="1" charset="0"/>
                <a:cs typeface="Arial" pitchFamily="1" charset="0"/>
              </a:defRPr>
            </a:lvl8pPr>
            <a:lvl9pPr marL="3886200" indent="-228600">
              <a:spcBef>
                <a:spcPts val="0"/>
              </a:spcBef>
              <a:spcAft>
                <a:spcPts val="0"/>
              </a:spcAft>
              <a:buChar char="»"/>
              <a:defRPr sz="1600" cap="none">
                <a:solidFill>
                  <a:schemeClr val="tx1"/>
                </a:solidFill>
                <a:latin typeface="Times New Roman" pitchFamily="1" charset="0"/>
                <a:ea typeface="Arial" pitchFamily="1" charset="0"/>
                <a:cs typeface="Arial" pitchFamily="1" charset="0"/>
              </a:defRPr>
            </a:lvl9pPr>
          </a:lstStyle>
          <a:p>
            <a:pPr/>
            <a:r>
              <a:rPr lang="en-us" b="1" cap="none"/>
              <a:t>State Representation:</a:t>
            </a:r>
            <a:r>
              <a:rPr lang="en-us" cap="none"/>
              <a:t>  </a:t>
            </a:r>
            <a:r>
              <a:rPr lang="en-us" cap="none">
                <a:solidFill>
                  <a:schemeClr val="bg1"/>
                </a:solidFill>
              </a:rPr>
              <a:t>3 x 3 array configuration of the tiles on the board. </a:t>
            </a:r>
            <a:endParaRPr lang="en-us" cap="none">
              <a:solidFill>
                <a:schemeClr val="bg1"/>
              </a:solidFill>
            </a:endParaRPr>
          </a:p>
          <a:p>
            <a:pPr/>
            <a:r>
              <a:rPr lang="en-us" b="1" cap="none"/>
              <a:t>Operators:</a:t>
            </a:r>
            <a:r>
              <a:rPr lang="en-us" cap="none"/>
              <a:t> </a:t>
            </a:r>
            <a:r>
              <a:rPr lang="en-us" cap="none">
                <a:solidFill>
                  <a:schemeClr val="bg1"/>
                </a:solidFill>
              </a:rPr>
              <a:t>Move Blank Square Left, Right, Up or Down. </a:t>
            </a:r>
            <a:endParaRPr lang="en-us" cap="none">
              <a:solidFill>
                <a:schemeClr val="bg1"/>
              </a:solidFill>
            </a:endParaRPr>
          </a:p>
          <a:p>
            <a:pPr lvl="1"/>
            <a:r>
              <a:rPr lang="en-us" cap="none">
                <a:solidFill>
                  <a:schemeClr val="bg1"/>
                </a:solidFill>
              </a:rPr>
              <a:t>This is a more efficient encoding of the operators than one in which each of four possible moves for each of the 8 distinct tiles is used.</a:t>
            </a:r>
            <a:endParaRPr lang="en-us" cap="none">
              <a:solidFill>
                <a:schemeClr val="bg1"/>
              </a:solidFill>
            </a:endParaRPr>
          </a:p>
          <a:p>
            <a:pPr/>
            <a:r>
              <a:rPr lang="en-us" b="1" cap="none"/>
              <a:t>Initial State:</a:t>
            </a:r>
            <a:r>
              <a:rPr lang="en-us" cap="none"/>
              <a:t> </a:t>
            </a:r>
            <a:r>
              <a:rPr lang="en-us" cap="none">
                <a:solidFill>
                  <a:schemeClr val="bg1"/>
                </a:solidFill>
              </a:rPr>
              <a:t>A particular configuration of the board.</a:t>
            </a:r>
            <a:r>
              <a:rPr lang="en-us" cap="none"/>
              <a:t> </a:t>
            </a:r>
            <a:endParaRPr lang="en-us" cap="none"/>
          </a:p>
          <a:p>
            <a:pPr/>
            <a:r>
              <a:rPr lang="en-us" b="1" cap="none"/>
              <a:t>Goal:</a:t>
            </a:r>
            <a:r>
              <a:rPr lang="en-us" cap="none"/>
              <a:t> </a:t>
            </a:r>
            <a:r>
              <a:rPr lang="en-us" cap="none">
                <a:solidFill>
                  <a:schemeClr val="bg1"/>
                </a:solidFill>
              </a:rPr>
              <a:t>A particular configuration of the board.</a:t>
            </a:r>
            <a:endParaRPr lang="en-us" cap="none">
              <a:solidFill>
                <a:schemeClr val="bg1"/>
              </a:solidFill>
            </a:endParaRPr>
          </a:p>
        </p:txBody>
      </p:sp>
      <p:sp>
        <p:nvSpPr>
          <p:cNvPr id="3" name="Rectangle 8"/>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AQAAC8JAAAINAAAcyMAABAAAAAmAAAACAAAAAEgAAD/HwAA"/>
              </a:ext>
            </a:extLst>
          </p:cNvSpPr>
          <p:nvPr>
            <p:ph type="body" idx="1"/>
          </p:nvPr>
        </p:nvSpPr>
        <p:spPr>
          <a:xfrm>
            <a:off x="685800" y="1492885"/>
            <a:ext cx="7772400" cy="4269740"/>
          </a:xfrm>
          <a:noFill/>
          <a:ln>
            <a:noFill/>
          </a:ln>
        </p:spPr>
        <p:txBody>
          <a:bodyPr vert="horz" wrap="square" lIns="0" tIns="0" rIns="0" bIns="0" numCol="1" spcCol="215900" anchor="t">
            <a:prstTxWarp prst="textNoShape">
              <a:avLst/>
            </a:prstTxWarp>
          </a:bodyPr>
          <a:lstStyle/>
          <a:p>
            <a:pPr marL="342900" indent="-342900"/>
            <a:r>
              <a:rPr lang="en-us" cap="none"/>
              <a:t> </a:t>
            </a:r>
            <a:endParaRPr lang="en-us" cap="none"/>
          </a:p>
          <a:p>
            <a:pPr marL="342900" indent="-342900"/>
            <a:endParaRPr lang="en-us" cap="none"/>
          </a:p>
          <a:p>
            <a:pPr marL="342900" indent="-342900"/>
            <a:r>
              <a:rPr lang="en-us" cap="none"/>
              <a:t>        3 x 3 array configuration of the tiles on the board.</a:t>
            </a:r>
            <a:endParaRPr lang="en-us" cap="none"/>
          </a:p>
          <a:p>
            <a:pPr marL="342900" indent="-342900"/>
            <a:endParaRPr lang="en-us" b="1" cap="none"/>
          </a:p>
          <a:p>
            <a:pPr marL="342900" indent="-342900"/>
            <a:endParaRPr lang="en-us" cap="none"/>
          </a:p>
          <a:p>
            <a:pPr lvl="1" marL="742950" indent="-285750"/>
            <a:r>
              <a:rPr lang="en-us" cap="none"/>
              <a:t>Move Blank Square Left, Right, Up or Down. </a:t>
            </a:r>
            <a:endParaRPr lang="en-us" cap="none"/>
          </a:p>
          <a:p>
            <a:pPr lvl="1" marL="742950" indent="-285750"/>
            <a:r>
              <a:rPr lang="en-us" cap="none"/>
              <a:t>This is a more efficient encoding of the operators than one in which each of four possible moves for each of the 8 distinct tiles is used.</a:t>
            </a:r>
            <a:endParaRPr lang="en-us" cap="none"/>
          </a:p>
          <a:p>
            <a:pPr lvl="1" marL="742950" indent="-285750"/>
            <a:endParaRPr lang="en-us" cap="none"/>
          </a:p>
          <a:p>
            <a:pPr marL="342900" indent="-342900"/>
            <a:r>
              <a:rPr lang="en-us" cap="none"/>
              <a:t>                                	A particular configuration of the board. </a:t>
            </a:r>
            <a:endParaRPr lang="en-us" cap="none"/>
          </a:p>
          <a:p>
            <a:pPr marL="342900" indent="-342900"/>
            <a:r>
              <a:rPr lang="en-us" cap="none"/>
              <a:t>			A particular configuration of the board.</a:t>
            </a:r>
            <a:endParaRPr lang="en-us" cap="none"/>
          </a:p>
          <a:p>
            <a:pPr marL="342900" indent="-342900"/>
            <a:endParaRPr lang="en-us" cap="none"/>
          </a:p>
          <a:p>
            <a:pPr marL="342900" indent="-342900"/>
            <a:r>
              <a:rPr lang="en-us" cap="none"/>
              <a:t>		</a:t>
            </a:r>
            <a:endParaRPr lang="en-us" cap="none"/>
          </a:p>
        </p:txBody>
      </p:sp>
      <p:pic>
        <p:nvPicPr>
          <p:cNvPr id="4" name="Picture 10"/>
          <p:cNvPicPr>
            <a:picLocks noChangeAspect="1"/>
            <a:extLst>
              <a:ext uri="smNativeData">
                <pr:smNativeData xmlns:pr="smNativeData" xmlns="smNativeData" val="SMDATA_17_VcZh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AAAAAAAAAABkAAAAZAAAAAAAAAAjAAAABAAAAGQAAAAXAAAAFAAAAAAAAAAAAAAA/38AAP9/AAAAAAAACQAAAAQAAAAQBQQ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KYRAABmHQAAJyUAAOkmAAAQAAAAJgAAAAgAAAD//////////w=="/>
              </a:ext>
            </a:extLst>
          </p:cNvPicPr>
          <p:nvPr/>
        </p:nvPicPr>
        <p:blipFill>
          <a:blip r:embed="rId3"/>
          <a:stretch>
            <a:fillRect/>
          </a:stretch>
        </p:blipFill>
        <p:spPr>
          <a:xfrm>
            <a:off x="2868930" y="4779010"/>
            <a:ext cx="3170555" cy="1546225"/>
          </a:xfrm>
          <a:prstGeom prst="rect">
            <a:avLst/>
          </a:prstGeom>
          <a:noFill/>
          <a:ln>
            <a:noFill/>
          </a:ln>
          <a:effectLst/>
        </p:spPr>
      </p:pic>
      <p:sp>
        <p:nvSpPr>
          <p:cNvPr id="5" name="Rectangle 2"/>
          <p:cNvSpPr>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AFB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fQMAAMMBAACmKgAA/QYAAAAAAAAmAAAACAAAAP//////////"/>
              </a:ext>
            </a:extLst>
          </p:cNvSpPr>
          <p:nvPr/>
        </p:nvSpPr>
        <p:spPr>
          <a:xfrm>
            <a:off x="567055" y="286385"/>
            <a:ext cx="6365875" cy="849630"/>
          </a:xfrm>
          <a:prstGeom prst="rect">
            <a:avLst/>
          </a:prstGeom>
          <a:noFill/>
          <a:ln>
            <a:noFill/>
          </a:ln>
          <a:effectLst/>
        </p:spPr>
        <p:txBody>
          <a:bodyPr vert="horz" wrap="square" lIns="0" tIns="0" rIns="0" bIns="0" numCol="1" spcCol="215900" anchor="ctr"/>
          <a:lstStyle>
            <a:lvl1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1pPr>
            <a:lvl2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2pPr>
            <a:lvl3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3pPr>
            <a:lvl4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4pPr>
            <a:lvl5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5pPr>
            <a:lvl6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6pPr>
            <a:lvl7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7pPr>
            <a:lvl8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8pPr>
            <a:lvl9pPr marR="0" algn="l">
              <a:lnSpc>
                <a:spcPct val="100000"/>
              </a:lnSpc>
              <a:spcBef>
                <a:spcPts val="0"/>
              </a:spcBef>
              <a:spcAft>
                <a:spcPts val="0"/>
              </a:spcAft>
              <a:buNone/>
              <a:defRPr sz="1800" b="0" i="0" u="none" strike="noStrike" cap="none">
                <a:solidFill>
                  <a:srgbClr val="000000"/>
                </a:solidFill>
                <a:latin typeface="Arial" pitchFamily="1" charset="0"/>
                <a:ea typeface="Arial" pitchFamily="1" charset="0"/>
                <a:cs typeface="Arial" pitchFamily="1" charset="0"/>
              </a:defRPr>
            </a:lvl9pPr>
          </a:lstStyle>
          <a:p>
            <a:pPr algn="ctr">
              <a:defRPr b="1" cap="none">
                <a:solidFill>
                  <a:srgbClr val="00007F"/>
                </a:solidFill>
              </a:defRPr>
            </a:pPr>
            <a:r>
              <a:rPr lang="en-us" sz="3200" cap="none"/>
              <a:t>8-Puzzle</a:t>
            </a:r>
            <a:endParaRPr lang="en-us" sz="3200" cap="non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2"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grpId="3"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6"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dvAuto="0"/>
      <p:bldP spid="3" grpId="1" animBg="1" advAuto="0"/>
      <p:bldP spid="3" grpId="2" animBg="1" advAuto="0"/>
      <p:bldP spid="3" grpId="3" animBg="1" advAuto="0"/>
      <p:bldP spid="3" grpId="4" animBg="1" advAuto="0"/>
      <p:bldP spid="3" grpId="5" animBg="1" advAuto="0"/>
      <p:bldP spid="3" grpId="6" animBg="1" advAuto="0"/>
    </p:bldLst>
    <p:extLst>
      <p:ext uri="smNativeData">
        <pr:smNativeData xmlns:pr="smNativeData" xmlns="smNativeData" val="VcZhaQcAAAAFAAAAAAAAAAEAAAABAAAAAAAAAAAAAAAAAAAAAAAAAAkAAAACAAAAAQAAAAEAAAAAAAAAAAAAAAAAAAAAAAAACwAAAAUAAAABAAAAAQAAAAAAAAAAAAAAAAAAAAAAAAANAAAABgAAAAEAAAABAAAAAAAAAAAAAAAAAAAAAAAAABEAAAAIAAAAAQAAAAEAAAAAAAAAAAAAAAAAAAAAAAAAFQAAAAkAAAABAAAAAQAAAAAAAAAAAAAAAAAAAAAAAAAZAAAACwAAAAEAAAABAAAAAAAAAAAAAAAAAAAAAAAAAA=="/>
      </p:ext>
    </p:extLst>
  </p:timing>
</p:sld>
</file>

<file path=ppt/slides/slide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D6Ol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wIAALEBAAAVKAAA6wYAAAAAAAAmAAAACAAAAAEAAAAAAAAA"/>
              </a:ext>
            </a:extLst>
          </p:cNvSpPr>
          <p:nvPr>
            <p:ph type="title"/>
          </p:nvPr>
        </p:nvSpPr>
        <p:spPr>
          <a:xfrm>
            <a:off x="395605" y="274955"/>
            <a:ext cx="6120130" cy="849630"/>
          </a:xfrm>
        </p:spPr>
        <p:txBody>
          <a:bodyPr/>
          <a:lstStyle/>
          <a:p>
            <a:pPr algn="ctr">
              <a:defRPr b="1" cap="none">
                <a:solidFill>
                  <a:srgbClr val="00007F"/>
                </a:solidFill>
              </a:defRPr>
            </a:pPr>
            <a:r>
              <a:rPr lang="en-us" sz="3200" cap="none"/>
              <a:t>The 8-Queens Problem </a:t>
            </a:r>
            <a:endParaRPr lang="en-us" sz="3200" cap="none"/>
          </a:p>
        </p:txBody>
      </p:sp>
      <p:pic>
        <p:nvPicPr>
          <p:cNvPr id="3" name="Picture 4"/>
          <p:cNvPicPr>
            <a:picLocks noChangeAspect="1"/>
            <a:extLst>
              <a:ext uri="smNativeData">
                <pr:smNativeData xmlns:pr="smNativeData" xmlns="smNativeData" val="SMDATA_17_VcZh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AAAAAAAAAABkAAAAZAAAAAAAAAAjAAAABAAAAGQAAAAXAAAAFAAAAAAAAAAAAAAA/38AAP9/AAAAAAAACQAAAAQAAABRUVFR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EAaAAAgDQAA6DUAAMgoAAAQAAAAJgAAAAgAAAD//////////w=="/>
              </a:ext>
            </a:extLst>
          </p:cNvPicPr>
          <p:nvPr/>
        </p:nvPicPr>
        <p:blipFill>
          <a:blip r:embed="rId3"/>
          <a:stretch>
            <a:fillRect/>
          </a:stretch>
        </p:blipFill>
        <p:spPr>
          <a:xfrm>
            <a:off x="4267200" y="2133600"/>
            <a:ext cx="4495800" cy="4495800"/>
          </a:xfrm>
          <a:prstGeom prst="rect">
            <a:avLst/>
          </a:prstGeom>
          <a:noFill/>
          <a:ln>
            <a:noFill/>
          </a:ln>
          <a:effectLst/>
        </p:spPr>
      </p:pic>
      <p:sp>
        <p:nvSpPr>
          <p:cNvPr id="4" name="Rectangle 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RER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AIAACANAADYGAAAvB4AABAgAAAmAAAACAAAAP//////////"/>
              </a:ext>
            </a:extLst>
          </p:cNvSpPr>
          <p:nvPr/>
        </p:nvSpPr>
        <p:spPr>
          <a:xfrm>
            <a:off x="381000" y="2133600"/>
            <a:ext cx="3657600" cy="2862580"/>
          </a:xfrm>
          <a:prstGeom prst="rect">
            <a:avLst/>
          </a:prstGeom>
          <a:noFill/>
          <a:ln>
            <a:noFill/>
          </a:ln>
          <a:effectLst/>
        </p:spPr>
        <p:txBody>
          <a:bodyPr vert="horz" wrap="square" lIns="91440" tIns="45720" rIns="91440" bIns="45720" numCol="1" spcCol="215900" anchor="t"/>
          <a:lstStyle/>
          <a:p>
            <a:pPr/>
            <a:r>
              <a:rPr lang="en-us" sz="2000" b="1" cap="none"/>
              <a:t>State Representation:  ?</a:t>
            </a:r>
            <a:endParaRPr lang="en-us" sz="2000" b="1" cap="none"/>
          </a:p>
          <a:p>
            <a:pPr/>
            <a:endParaRPr lang="en-us" sz="2000" cap="none"/>
          </a:p>
          <a:p>
            <a:pPr/>
            <a:r>
              <a:rPr lang="en-us" sz="2000" b="1" cap="none"/>
              <a:t>Initial State:  ?</a:t>
            </a:r>
            <a:endParaRPr lang="en-us" sz="2000" b="1" cap="none"/>
          </a:p>
          <a:p>
            <a:pPr/>
            <a:endParaRPr lang="en-us" sz="2000" cap="none"/>
          </a:p>
          <a:p>
            <a:pPr/>
            <a:r>
              <a:rPr lang="en-us" sz="2000" b="1" cap="none"/>
              <a:t>Operators:  ?</a:t>
            </a:r>
            <a:endParaRPr lang="en-us" sz="2000" b="1" cap="none"/>
          </a:p>
          <a:p>
            <a:pPr/>
            <a:endParaRPr lang="en-us" sz="2000" cap="none"/>
          </a:p>
          <a:p>
            <a:pPr/>
            <a:r>
              <a:rPr lang="en-us" sz="2000" b="1" cap="none"/>
              <a:t>Goal:  </a:t>
            </a:r>
            <a:r>
              <a:rPr lang="en-us" sz="2000" cap="none"/>
              <a:t>Place eight queens on a chessboard such that no queen attacks any other!</a:t>
            </a:r>
            <a:endParaRPr lang="en-us" sz="2000" cap="none"/>
          </a:p>
        </p:txBody>
      </p:sp>
    </p:spTree>
  </p:cSld>
  <p:clrMapOvr>
    <a:masterClrMapping/>
  </p:clrMapOvr>
  <p:timing>
    <p:tnLst>
      <p:par>
        <p:cTn id="1" dur="indefinite" restart="never" nodeType="tmRoot"/>
      </p:par>
    </p:tnLst>
  </p:timing>
</p:sld>
</file>

<file path=ppt/slides/slide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AMAAJABAAAOLQAACAcAABAAAAAmAAAACAAAAAEAAAAAAAAA"/>
              </a:ext>
            </a:extLst>
          </p:cNvSpPr>
          <p:nvPr>
            <p:ph type="title"/>
          </p:nvPr>
        </p:nvSpPr>
        <p:spPr>
          <a:xfrm>
            <a:off x="609600" y="254000"/>
            <a:ext cx="6714490" cy="889000"/>
          </a:xfrm>
        </p:spPr>
        <p:txBody>
          <a:bodyPr/>
          <a:lstStyle/>
          <a:p>
            <a:pPr>
              <a:defRPr cap="none">
                <a:solidFill>
                  <a:schemeClr val="hlink"/>
                </a:solidFill>
              </a:defRPr>
            </a:pPr>
            <a:r>
              <a:rPr lang="en-us" sz="3200" cap="none"/>
              <a:t>Missionaries and Cannibals</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AEAAOgIAADoNQAAUCgAABAAAAAmAAAACAAAAAEAAAAAAAAA"/>
              </a:ext>
            </a:extLst>
          </p:cNvSpPr>
          <p:nvPr>
            <p:ph type="body" idx="1"/>
          </p:nvPr>
        </p:nvSpPr>
        <p:spPr>
          <a:xfrm>
            <a:off x="228600" y="1447800"/>
            <a:ext cx="8534400" cy="5105400"/>
          </a:xfrm>
        </p:spPr>
        <p:txBody>
          <a:bodyPr/>
          <a:lstStyle/>
          <a:p>
            <a:pPr marL="0" indent="0">
              <a:buNone/>
            </a:pPr>
            <a:r>
              <a:rPr lang="en-us" b="1" cap="none"/>
              <a:t>Three missionaries and three cannibals wish to cross the river.  They have a small boat that will carry up to two people.  Everyone can navigate the boat.  If at any time the Cannibals outnumber the Missionaries on either bank of the river, they will eat the Missionaries.  Find the smallest number of crossings that will allow everyone to cross the river safely.</a:t>
            </a:r>
            <a:endParaRPr lang="en-us" cap="none"/>
          </a:p>
        </p:txBody>
      </p:sp>
      <p:grpSp>
        <p:nvGrpSpPr>
          <p:cNvPr id="4" name="Group 20"/>
          <p:cNvGrpSpPr>
            <a:extLst>
              <a:ext uri="smNativeData">
                <pr:smNativeData xmlns:pr="smNativeData" xmlns="smNativeData" val="SMDATA_6_VcZhaRMAAAAlAAAAAQAAAA8BAAAAkAAAAEgAAACQAAAASAAAAAAAAAAAAAAAAAAAABcAAAAUAAAAAAAAAAAAAAD/fwAA/38AAAAAAAAJAAAABAAAAGhkbXgfAAAAVAAAAAAAAAAAAAAAAAAAAAAAAAAAAAAAAAAAAAAAAAAAAAAAAAAAAAAAAAAAAAAAAAAAAAAAAAAAAAAAAAAAAAAAAAAAAAAAAAAAAAAAAAAAAAAAAAAAACEAAAAYAAAAFAAAADAMAAAoFAAAWywAAPooAAAQAAAAJgAAAAgAAAD/////AAAAAA=="/>
              </a:ext>
            </a:extLst>
          </p:cNvGrpSpPr>
          <p:nvPr/>
        </p:nvGrpSpPr>
        <p:grpSpPr>
          <a:xfrm>
            <a:off x="1981200" y="3276600"/>
            <a:ext cx="5229225" cy="3384550"/>
            <a:chOff x="1981200" y="3276600"/>
            <a:chExt cx="5229225" cy="3384550"/>
          </a:xfrm>
        </p:grpSpPr>
        <p:pic>
          <p:nvPicPr>
            <p:cNvPr id="17" name="Picture 4"/>
            <p:cNvPicPr>
              <a:picLocks noChangeAspect="1"/>
              <a:extLst>
                <a:ext uri="smNativeData">
                  <pr:smNativeData xmlns:pr="smNativeData" xmlns="smNativeData" val="SMDATA_17_VcZh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hQAAAAAAABkAAAAZAAAAAAAAAAjAAAABAAAAGQAAAAXAAAAFAAAAAAAAAAAAAAA/38AAP9/AAAAAAAACQAAAAQAAADQUMRS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DAMAAAoFAAAWywAAPooAAAAAAAAJgAAAAgAAAD//////////w=="/>
                </a:ext>
              </a:extLst>
            </p:cNvPicPr>
            <p:nvPr/>
          </p:nvPicPr>
          <p:blipFill>
            <a:blip r:embed="rId3"/>
            <a:srcRect l="0" t="0" r="0" b="53700"/>
            <a:stretch>
              <a:fillRect/>
            </a:stretch>
          </p:blipFill>
          <p:spPr>
            <a:xfrm>
              <a:off x="1981200" y="3276600"/>
              <a:ext cx="5229225" cy="3384550"/>
            </a:xfrm>
            <a:prstGeom prst="rect">
              <a:avLst/>
            </a:prstGeom>
            <a:noFill/>
            <a:ln>
              <a:noFill/>
            </a:ln>
            <a:effectLst/>
          </p:spPr>
        </p:pic>
        <p:sp>
          <p:nvSpPr>
            <p:cNvPr id="16" name="Freeform 5"/>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14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IgZ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1BcAAAgWAADYGAAAIBwAAAAAAAAmAAAACAAAAP//////////"/>
                </a:ext>
              </a:extLst>
            </p:cNvSpPr>
            <p:nvPr/>
          </p:nvSpPr>
          <p:spPr>
            <a:xfrm>
              <a:off x="3873500" y="3581400"/>
              <a:ext cx="165100" cy="990600"/>
            </a:xfrm>
            <a:custGeom>
              <a:avLst/>
              <a:gdLst/>
              <a:ahLst/>
              <a:cxnLst/>
              <a:rect l="0" t="0" r="165100" b="990600"/>
              <a:pathLst>
                <a:path w="165100" h="990600">
                  <a:moveTo>
                    <a:pt x="165100" y="0"/>
                  </a:moveTo>
                  <a:cubicBezTo>
                    <a:pt x="88900" y="31750"/>
                    <a:pt x="12700" y="63500"/>
                    <a:pt x="12700" y="152400"/>
                  </a:cubicBezTo>
                  <a:cubicBezTo>
                    <a:pt x="12700" y="241300"/>
                    <a:pt x="165100" y="444500"/>
                    <a:pt x="165100" y="533400"/>
                  </a:cubicBezTo>
                  <a:cubicBezTo>
                    <a:pt x="165100" y="622300"/>
                    <a:pt x="25400" y="609600"/>
                    <a:pt x="12700" y="685800"/>
                  </a:cubicBezTo>
                  <a:cubicBezTo>
                    <a:pt x="0" y="762000"/>
                    <a:pt x="44450" y="876300"/>
                    <a:pt x="88900" y="990600"/>
                  </a:cubicBezTo>
                </a:path>
              </a:pathLst>
            </a:custGeom>
            <a:noFill/>
            <a:ln w="76200" cap="flat" cmpd="sng" algn="ctr">
              <a:solidFill>
                <a:schemeClr val="accent2"/>
              </a:solidFill>
              <a:prstDash val="solid"/>
              <a:headEnd type="none"/>
              <a:tailEnd type="none"/>
            </a:ln>
            <a:effectLst/>
          </p:spPr>
          <p:txBody>
            <a:bodyPr vert="horz" wrap="square" lIns="0" tIns="0" rIns="2540" bIns="3175" numCol="1" spcCol="215900" anchor="t"/>
            <a:lstStyle/>
            <a:p>
              <a:pPr/>
              <a:endParaRPr lang="en-us" cap="none"/>
            </a:p>
          </p:txBody>
        </p:sp>
        <p:sp>
          <p:nvSpPr>
            <p:cNvPr id="15" name="Freeform 6"/>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14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nhkAAFUXAADCGgAAIBwAAAAAAAAmAAAACAAAAP//////////"/>
                </a:ext>
              </a:extLst>
            </p:cNvSpPr>
            <p:nvPr/>
          </p:nvSpPr>
          <p:spPr>
            <a:xfrm>
              <a:off x="4164330" y="3792855"/>
              <a:ext cx="185420" cy="779145"/>
            </a:xfrm>
            <a:custGeom>
              <a:avLst/>
              <a:gdLst/>
              <a:ahLst/>
              <a:cxnLst/>
              <a:rect l="0" t="0" r="185420" b="779145"/>
              <a:pathLst>
                <a:path w="185420" h="779145">
                  <a:moveTo>
                    <a:pt x="155309" y="0"/>
                  </a:moveTo>
                  <a:cubicBezTo>
                    <a:pt x="141046" y="26976"/>
                    <a:pt x="68146" y="112666"/>
                    <a:pt x="71315" y="176140"/>
                  </a:cubicBezTo>
                  <a:cubicBezTo>
                    <a:pt x="74485" y="239614"/>
                    <a:pt x="185420" y="325304"/>
                    <a:pt x="175911" y="384018"/>
                  </a:cubicBezTo>
                  <a:cubicBezTo>
                    <a:pt x="166403" y="442732"/>
                    <a:pt x="19017" y="464948"/>
                    <a:pt x="9509" y="530009"/>
                  </a:cubicBezTo>
                  <a:cubicBezTo>
                    <a:pt x="0" y="595070"/>
                    <a:pt x="93502" y="726778"/>
                    <a:pt x="115689" y="779145"/>
                  </a:cubicBezTo>
                </a:path>
              </a:pathLst>
            </a:custGeom>
            <a:noFill/>
            <a:ln w="76200" cap="flat" cmpd="sng" algn="ctr">
              <a:solidFill>
                <a:schemeClr val="accent2"/>
              </a:solidFill>
              <a:prstDash val="solid"/>
              <a:headEnd type="none"/>
              <a:tailEnd type="none"/>
            </a:ln>
            <a:effectLst/>
          </p:spPr>
          <p:txBody>
            <a:bodyPr vert="horz" wrap="square" lIns="0" tIns="0" rIns="2540" bIns="3175" numCol="1" spcCol="215900" anchor="t"/>
            <a:lstStyle/>
            <a:p>
              <a:pPr/>
              <a:endParaRPr lang="en-us" cap="none"/>
            </a:p>
          </p:txBody>
        </p:sp>
        <p:sp>
          <p:nvSpPr>
            <p:cNvPr id="14" name="Freeform 7"/>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14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g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qBsAAIAWAACsHAAAmBwAAAAAAAAmAAAACAAAAP//////////"/>
                </a:ext>
              </a:extLst>
            </p:cNvSpPr>
            <p:nvPr/>
          </p:nvSpPr>
          <p:spPr>
            <a:xfrm>
              <a:off x="4495800" y="3657600"/>
              <a:ext cx="165100" cy="990600"/>
            </a:xfrm>
            <a:custGeom>
              <a:avLst/>
              <a:gdLst/>
              <a:ahLst/>
              <a:cxnLst/>
              <a:rect l="0" t="0" r="165100" b="990600"/>
              <a:pathLst>
                <a:path w="165100" h="990600">
                  <a:moveTo>
                    <a:pt x="165100" y="0"/>
                  </a:moveTo>
                  <a:cubicBezTo>
                    <a:pt x="88900" y="31750"/>
                    <a:pt x="12700" y="63500"/>
                    <a:pt x="12700" y="152400"/>
                  </a:cubicBezTo>
                  <a:cubicBezTo>
                    <a:pt x="12700" y="241300"/>
                    <a:pt x="165100" y="444500"/>
                    <a:pt x="165100" y="533400"/>
                  </a:cubicBezTo>
                  <a:cubicBezTo>
                    <a:pt x="165100" y="622300"/>
                    <a:pt x="25400" y="609600"/>
                    <a:pt x="12700" y="685800"/>
                  </a:cubicBezTo>
                  <a:cubicBezTo>
                    <a:pt x="0" y="762000"/>
                    <a:pt x="44450" y="876300"/>
                    <a:pt x="88900" y="990600"/>
                  </a:cubicBezTo>
                </a:path>
              </a:pathLst>
            </a:custGeom>
            <a:noFill/>
            <a:ln w="76200" cap="flat" cmpd="sng" algn="ctr">
              <a:solidFill>
                <a:schemeClr val="accent2"/>
              </a:solidFill>
              <a:prstDash val="solid"/>
              <a:headEnd type="none"/>
              <a:tailEnd type="none"/>
            </a:ln>
            <a:effectLst/>
          </p:spPr>
          <p:txBody>
            <a:bodyPr vert="horz" wrap="square" lIns="0" tIns="0" rIns="2540" bIns="3175" numCol="1" spcCol="215900" anchor="t"/>
            <a:lstStyle/>
            <a:p>
              <a:pPr/>
              <a:endParaRPr lang="en-us" cap="none"/>
            </a:p>
          </p:txBody>
        </p:sp>
        <p:sp>
          <p:nvSpPr>
            <p:cNvPr id="13" name="Freeform 9"/>
            <p:cNvSpPr>
              <a:extLst>
                <a:ext uri="smNativeData">
                  <pr:smNativeData xmlns:pr="smNativeData" xmlns="smNativeData" val="SMDATA_15_VcZhaRMAAAAlAAAACwAAAA0AAAAAAAAAAAAAAAAEAAAAB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14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6BcAAEghAADsGAAAYCcAAAAAAAAmAAAACAAAAP//////////"/>
                </a:ext>
              </a:extLst>
            </p:cNvSpPr>
            <p:nvPr/>
          </p:nvSpPr>
          <p:spPr>
            <a:xfrm>
              <a:off x="3886200" y="5410200"/>
              <a:ext cx="165100" cy="990600"/>
            </a:xfrm>
            <a:custGeom>
              <a:avLst/>
              <a:gdLst/>
              <a:ahLst/>
              <a:cxnLst/>
              <a:rect l="0" t="0" r="165100" b="990600"/>
              <a:pathLst>
                <a:path w="165100" h="990600">
                  <a:moveTo>
                    <a:pt x="165100" y="0"/>
                  </a:moveTo>
                  <a:cubicBezTo>
                    <a:pt x="88900" y="31750"/>
                    <a:pt x="12700" y="63500"/>
                    <a:pt x="12700" y="152400"/>
                  </a:cubicBezTo>
                  <a:cubicBezTo>
                    <a:pt x="12700" y="241300"/>
                    <a:pt x="165100" y="444500"/>
                    <a:pt x="165100" y="533400"/>
                  </a:cubicBezTo>
                  <a:cubicBezTo>
                    <a:pt x="165100" y="622300"/>
                    <a:pt x="25400" y="609600"/>
                    <a:pt x="12700" y="685800"/>
                  </a:cubicBezTo>
                  <a:cubicBezTo>
                    <a:pt x="0" y="762000"/>
                    <a:pt x="44450" y="876300"/>
                    <a:pt x="88900" y="990600"/>
                  </a:cubicBezTo>
                </a:path>
              </a:pathLst>
            </a:custGeom>
            <a:noFill/>
            <a:ln w="76200" cap="flat" cmpd="sng" algn="ctr">
              <a:solidFill>
                <a:schemeClr val="accent2"/>
              </a:solidFill>
              <a:prstDash val="solid"/>
              <a:headEnd type="none"/>
              <a:tailEnd type="none"/>
            </a:ln>
            <a:effectLst/>
          </p:spPr>
          <p:txBody>
            <a:bodyPr vert="horz" wrap="square" lIns="0" tIns="0" rIns="2540" bIns="3810" numCol="1" spcCol="215900" anchor="t"/>
            <a:lstStyle/>
            <a:p>
              <a:pPr/>
              <a:endParaRPr lang="en-us" cap="none"/>
            </a:p>
          </p:txBody>
        </p:sp>
        <p:sp>
          <p:nvSpPr>
            <p:cNvPr id="12" name="Freeform 11"/>
            <p:cNvSpPr>
              <a:extLst>
                <a:ext uri="smNativeData">
                  <pr:smNativeData xmlns:pr="smNativeData" xmlns="smNativeData" val="SMDATA_15_VcZhaRMAAAAlAAAACwAAAA0AAAAAAAAAAAAAAAAEAAAAB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14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qBsAAMAhAACsHAAA2CcAAAAAAAAmAAAACAAAAP//////////"/>
                </a:ext>
              </a:extLst>
            </p:cNvSpPr>
            <p:nvPr/>
          </p:nvSpPr>
          <p:spPr>
            <a:xfrm>
              <a:off x="4495800" y="5486400"/>
              <a:ext cx="165100" cy="990600"/>
            </a:xfrm>
            <a:custGeom>
              <a:avLst/>
              <a:gdLst/>
              <a:ahLst/>
              <a:cxnLst/>
              <a:rect l="0" t="0" r="165100" b="990600"/>
              <a:pathLst>
                <a:path w="165100" h="990600">
                  <a:moveTo>
                    <a:pt x="165100" y="0"/>
                  </a:moveTo>
                  <a:cubicBezTo>
                    <a:pt x="88900" y="31750"/>
                    <a:pt x="12700" y="63500"/>
                    <a:pt x="12700" y="152400"/>
                  </a:cubicBezTo>
                  <a:cubicBezTo>
                    <a:pt x="12700" y="241300"/>
                    <a:pt x="165100" y="444500"/>
                    <a:pt x="165100" y="533400"/>
                  </a:cubicBezTo>
                  <a:cubicBezTo>
                    <a:pt x="165100" y="622300"/>
                    <a:pt x="25400" y="609600"/>
                    <a:pt x="12700" y="685800"/>
                  </a:cubicBezTo>
                  <a:cubicBezTo>
                    <a:pt x="0" y="762000"/>
                    <a:pt x="44450" y="876300"/>
                    <a:pt x="88900" y="990600"/>
                  </a:cubicBezTo>
                </a:path>
              </a:pathLst>
            </a:custGeom>
            <a:noFill/>
            <a:ln w="76200" cap="flat" cmpd="sng" algn="ctr">
              <a:solidFill>
                <a:schemeClr val="accent2"/>
              </a:solidFill>
              <a:prstDash val="solid"/>
              <a:headEnd type="none"/>
              <a:tailEnd type="none"/>
            </a:ln>
            <a:effectLst/>
          </p:spPr>
          <p:txBody>
            <a:bodyPr vert="horz" wrap="square" lIns="0" tIns="0" rIns="2540" bIns="3810" numCol="1" spcCol="215900" anchor="t"/>
            <a:lstStyle/>
            <a:p>
              <a:pPr/>
              <a:endParaRPr lang="en-us" cap="none"/>
            </a:p>
          </p:txBody>
        </p:sp>
        <p:sp>
          <p:nvSpPr>
            <p:cNvPr id="11" name="Freeform 12"/>
            <p:cNvSpPr>
              <a:extLst>
                <a:ext uri="smNativeData">
                  <pr:smNativeData xmlns:pr="smNativeData" xmlns="smNativeData" val="SMDATA_15_VcZhaRMAAAAlAAAACwAAAA0AAAAAAAAAAAAAAAAF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14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4B8AADAbAADkIAAASCEAAAAAAAAmAAAACAAAAP//////////"/>
                </a:ext>
              </a:extLst>
            </p:cNvSpPr>
            <p:nvPr/>
          </p:nvSpPr>
          <p:spPr>
            <a:xfrm>
              <a:off x="5181600" y="4419600"/>
              <a:ext cx="165100" cy="990600"/>
            </a:xfrm>
            <a:custGeom>
              <a:avLst/>
              <a:gdLst/>
              <a:ahLst/>
              <a:cxnLst/>
              <a:rect l="0" t="0" r="165100" b="990600"/>
              <a:pathLst>
                <a:path w="165100" h="990600">
                  <a:moveTo>
                    <a:pt x="165100" y="0"/>
                  </a:moveTo>
                  <a:cubicBezTo>
                    <a:pt x="88900" y="31750"/>
                    <a:pt x="12700" y="63500"/>
                    <a:pt x="12700" y="152400"/>
                  </a:cubicBezTo>
                  <a:cubicBezTo>
                    <a:pt x="12700" y="241300"/>
                    <a:pt x="165100" y="444500"/>
                    <a:pt x="165100" y="533400"/>
                  </a:cubicBezTo>
                  <a:cubicBezTo>
                    <a:pt x="165100" y="622300"/>
                    <a:pt x="25400" y="609600"/>
                    <a:pt x="12700" y="685800"/>
                  </a:cubicBezTo>
                  <a:cubicBezTo>
                    <a:pt x="0" y="762000"/>
                    <a:pt x="44450" y="876300"/>
                    <a:pt x="88900" y="990600"/>
                  </a:cubicBezTo>
                </a:path>
              </a:pathLst>
            </a:custGeom>
            <a:noFill/>
            <a:ln w="76200" cap="flat" cmpd="sng" algn="ctr">
              <a:solidFill>
                <a:schemeClr val="accent2"/>
              </a:solidFill>
              <a:prstDash val="solid"/>
              <a:headEnd type="none"/>
              <a:tailEnd type="none"/>
            </a:ln>
            <a:effectLst/>
          </p:spPr>
          <p:txBody>
            <a:bodyPr vert="horz" wrap="square" lIns="0" tIns="0" rIns="3175" bIns="3175" numCol="1" spcCol="215900" anchor="t"/>
            <a:lstStyle/>
            <a:p>
              <a:pPr/>
              <a:endParaRPr lang="en-us" cap="none"/>
            </a:p>
          </p:txBody>
        </p:sp>
        <p:sp>
          <p:nvSpPr>
            <p:cNvPr id="10" name="Freeform 14"/>
            <p:cNvSpPr>
              <a:extLst>
                <a:ext uri="smNativeData">
                  <pr:smNativeData xmlns:pr="smNativeData" xmlns="smNativeData" val="SMDATA_15_VcZhaRMAAAAlAAAACwAAAA0AAAAAAAAAAAAAAAAFAAAAB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14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U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AB4AAEghAAAEHwAAYCcAAAAAAAAmAAAACAAAAP//////////"/>
                </a:ext>
              </a:extLst>
            </p:cNvSpPr>
            <p:nvPr/>
          </p:nvSpPr>
          <p:spPr>
            <a:xfrm>
              <a:off x="4876800" y="5410200"/>
              <a:ext cx="165100" cy="990600"/>
            </a:xfrm>
            <a:custGeom>
              <a:avLst/>
              <a:gdLst/>
              <a:ahLst/>
              <a:cxnLst/>
              <a:rect l="0" t="0" r="165100" b="990600"/>
              <a:pathLst>
                <a:path w="165100" h="990600">
                  <a:moveTo>
                    <a:pt x="165100" y="0"/>
                  </a:moveTo>
                  <a:cubicBezTo>
                    <a:pt x="88900" y="31750"/>
                    <a:pt x="12700" y="63500"/>
                    <a:pt x="12700" y="152400"/>
                  </a:cubicBezTo>
                  <a:cubicBezTo>
                    <a:pt x="12700" y="241300"/>
                    <a:pt x="165100" y="444500"/>
                    <a:pt x="165100" y="533400"/>
                  </a:cubicBezTo>
                  <a:cubicBezTo>
                    <a:pt x="165100" y="622300"/>
                    <a:pt x="25400" y="609600"/>
                    <a:pt x="12700" y="685800"/>
                  </a:cubicBezTo>
                  <a:cubicBezTo>
                    <a:pt x="0" y="762000"/>
                    <a:pt x="44450" y="876300"/>
                    <a:pt x="88900" y="990600"/>
                  </a:cubicBezTo>
                </a:path>
              </a:pathLst>
            </a:custGeom>
            <a:noFill/>
            <a:ln w="76200" cap="flat" cmpd="sng" algn="ctr">
              <a:solidFill>
                <a:schemeClr val="accent2"/>
              </a:solidFill>
              <a:prstDash val="solid"/>
              <a:headEnd type="none"/>
              <a:tailEnd type="none"/>
            </a:ln>
            <a:effectLst/>
          </p:spPr>
          <p:txBody>
            <a:bodyPr vert="horz" wrap="square" lIns="0" tIns="0" rIns="3175" bIns="3810" numCol="1" spcCol="215900" anchor="t"/>
            <a:lstStyle/>
            <a:p>
              <a:pPr/>
              <a:endParaRPr lang="en-us" cap="none"/>
            </a:p>
          </p:txBody>
        </p:sp>
        <p:sp>
          <p:nvSpPr>
            <p:cNvPr id="9" name="Freeform 15"/>
            <p:cNvSpPr>
              <a:extLst>
                <a:ext uri="smNativeData">
                  <pr:smNativeData xmlns:pr="smNativeData" xmlns="smNativeData" val="SMDATA_15_VcZhaRMAAAAlAAAACwAAAA0AAAAAAAAAAAAAAAAF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14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iB0AAKgbAACtHgAAdCAAAAAAAAAmAAAACAAAAP//////////"/>
                </a:ext>
              </a:extLst>
            </p:cNvSpPr>
            <p:nvPr/>
          </p:nvSpPr>
          <p:spPr>
            <a:xfrm>
              <a:off x="4800600" y="4495800"/>
              <a:ext cx="186055" cy="779780"/>
            </a:xfrm>
            <a:custGeom>
              <a:avLst/>
              <a:gdLst/>
              <a:ahLst/>
              <a:cxnLst/>
              <a:rect l="0" t="0" r="186055" b="779780"/>
              <a:pathLst>
                <a:path w="186055" h="779780">
                  <a:moveTo>
                    <a:pt x="155840" y="0"/>
                  </a:moveTo>
                  <a:cubicBezTo>
                    <a:pt x="141529" y="26998"/>
                    <a:pt x="68379" y="112758"/>
                    <a:pt x="71559" y="176284"/>
                  </a:cubicBezTo>
                  <a:cubicBezTo>
                    <a:pt x="74740" y="239810"/>
                    <a:pt x="186055" y="325570"/>
                    <a:pt x="176513" y="384331"/>
                  </a:cubicBezTo>
                  <a:cubicBezTo>
                    <a:pt x="166972" y="443093"/>
                    <a:pt x="19082" y="465327"/>
                    <a:pt x="9541" y="530441"/>
                  </a:cubicBezTo>
                  <a:cubicBezTo>
                    <a:pt x="0" y="595555"/>
                    <a:pt x="93822" y="727371"/>
                    <a:pt x="116085" y="779780"/>
                  </a:cubicBezTo>
                </a:path>
              </a:pathLst>
            </a:custGeom>
            <a:noFill/>
            <a:ln w="76200" cap="flat" cmpd="sng" algn="ctr">
              <a:solidFill>
                <a:schemeClr val="accent2"/>
              </a:solidFill>
              <a:prstDash val="solid"/>
              <a:headEnd type="none"/>
              <a:tailEnd type="none"/>
            </a:ln>
            <a:effectLst/>
          </p:spPr>
          <p:txBody>
            <a:bodyPr vert="horz" wrap="square" lIns="0" tIns="0" rIns="3175" bIns="3175" numCol="1" spcCol="215900" anchor="t"/>
            <a:lstStyle/>
            <a:p>
              <a:pPr/>
              <a:endParaRPr lang="en-us" cap="none"/>
            </a:p>
          </p:txBody>
        </p:sp>
        <p:sp>
          <p:nvSpPr>
            <p:cNvPr id="8" name="Freeform 16"/>
            <p:cNvSpPr>
              <a:extLst>
                <a:ext uri="smNativeData">
                  <pr:smNativeData xmlns:pr="smNativeData" xmlns="smNativeData" val="SMDATA_15_VcZhaRMAAAAlAAAACwAAAA0AAAAAAAAAAAAAAAAFAAAAB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14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iB0AAAgWAACtHgAA1BoAAAAAAAAmAAAACAAAAP//////////"/>
                </a:ext>
              </a:extLst>
            </p:cNvSpPr>
            <p:nvPr/>
          </p:nvSpPr>
          <p:spPr>
            <a:xfrm>
              <a:off x="4800600" y="3581400"/>
              <a:ext cx="186055" cy="779780"/>
            </a:xfrm>
            <a:custGeom>
              <a:avLst/>
              <a:gdLst/>
              <a:ahLst/>
              <a:cxnLst/>
              <a:rect l="0" t="0" r="186055" b="779780"/>
              <a:pathLst>
                <a:path w="186055" h="779780">
                  <a:moveTo>
                    <a:pt x="155840" y="0"/>
                  </a:moveTo>
                  <a:cubicBezTo>
                    <a:pt x="141529" y="26998"/>
                    <a:pt x="68379" y="112758"/>
                    <a:pt x="71559" y="176284"/>
                  </a:cubicBezTo>
                  <a:cubicBezTo>
                    <a:pt x="74740" y="239810"/>
                    <a:pt x="186055" y="325570"/>
                    <a:pt x="176513" y="384331"/>
                  </a:cubicBezTo>
                  <a:cubicBezTo>
                    <a:pt x="166972" y="443093"/>
                    <a:pt x="19082" y="465327"/>
                    <a:pt x="9541" y="530441"/>
                  </a:cubicBezTo>
                  <a:cubicBezTo>
                    <a:pt x="0" y="595555"/>
                    <a:pt x="93822" y="727371"/>
                    <a:pt x="116085" y="779780"/>
                  </a:cubicBezTo>
                </a:path>
              </a:pathLst>
            </a:custGeom>
            <a:noFill/>
            <a:ln w="76200" cap="flat" cmpd="sng" algn="ctr">
              <a:solidFill>
                <a:schemeClr val="accent2"/>
              </a:solidFill>
              <a:prstDash val="solid"/>
              <a:headEnd type="none"/>
              <a:tailEnd type="none"/>
            </a:ln>
            <a:effectLst/>
          </p:spPr>
          <p:txBody>
            <a:bodyPr vert="horz" wrap="square" lIns="0" tIns="0" rIns="3175" bIns="2540" numCol="1" spcCol="215900" anchor="t"/>
            <a:lstStyle/>
            <a:p>
              <a:pPr/>
              <a:endParaRPr lang="en-us" cap="none"/>
            </a:p>
          </p:txBody>
        </p:sp>
        <p:sp>
          <p:nvSpPr>
            <p:cNvPr id="7" name="Freeform 17"/>
            <p:cNvSpPr>
              <a:extLst>
                <a:ext uri="smNativeData">
                  <pr:smNativeData xmlns:pr="smNativeData" xmlns="smNativeData" val="SMDATA_15_VcZhaRMAAAAlAAAACwAAAA0AAAAAAAAAAAAAAAAEAAAAB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14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yBkAAFggAADtGgAAJCUAAAAAAAAmAAAACAAAAP//////////"/>
                </a:ext>
              </a:extLst>
            </p:cNvSpPr>
            <p:nvPr/>
          </p:nvSpPr>
          <p:spPr>
            <a:xfrm>
              <a:off x="4191000" y="5257800"/>
              <a:ext cx="186055" cy="779780"/>
            </a:xfrm>
            <a:custGeom>
              <a:avLst/>
              <a:gdLst/>
              <a:ahLst/>
              <a:cxnLst/>
              <a:rect l="0" t="0" r="186055" b="779780"/>
              <a:pathLst>
                <a:path w="186055" h="779780">
                  <a:moveTo>
                    <a:pt x="155840" y="0"/>
                  </a:moveTo>
                  <a:cubicBezTo>
                    <a:pt x="141529" y="26998"/>
                    <a:pt x="68379" y="112758"/>
                    <a:pt x="71559" y="176284"/>
                  </a:cubicBezTo>
                  <a:cubicBezTo>
                    <a:pt x="74740" y="239810"/>
                    <a:pt x="186055" y="325570"/>
                    <a:pt x="176513" y="384331"/>
                  </a:cubicBezTo>
                  <a:cubicBezTo>
                    <a:pt x="166972" y="443093"/>
                    <a:pt x="19082" y="465327"/>
                    <a:pt x="9541" y="530441"/>
                  </a:cubicBezTo>
                  <a:cubicBezTo>
                    <a:pt x="0" y="595555"/>
                    <a:pt x="93822" y="727371"/>
                    <a:pt x="116085" y="779780"/>
                  </a:cubicBezTo>
                </a:path>
              </a:pathLst>
            </a:custGeom>
            <a:noFill/>
            <a:ln w="76200" cap="flat" cmpd="sng" algn="ctr">
              <a:solidFill>
                <a:schemeClr val="accent2"/>
              </a:solidFill>
              <a:prstDash val="solid"/>
              <a:headEnd type="none"/>
              <a:tailEnd type="none"/>
            </a:ln>
            <a:effectLst/>
          </p:spPr>
          <p:txBody>
            <a:bodyPr vert="horz" wrap="square" lIns="0" tIns="0" rIns="2540" bIns="3810" numCol="1" spcCol="215900" anchor="t"/>
            <a:lstStyle/>
            <a:p>
              <a:pPr/>
              <a:endParaRPr lang="en-us" cap="none"/>
            </a:p>
          </p:txBody>
        </p:sp>
        <p:sp>
          <p:nvSpPr>
            <p:cNvPr id="6" name="Freeform 18"/>
            <p:cNvSpPr>
              <a:extLst>
                <a:ext uri="smNativeData">
                  <pr:smNativeData xmlns:pr="smNativeData" xmlns="smNativeData" val="SMDATA_15_VcZhaRMAAAAlAAAACwAAAA0AAAAAAAAAAAAAAAAFAAAAB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14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gD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4B8AADgiAAAFIQAABCcAAAAAAAAmAAAACAAAAP//////////"/>
                </a:ext>
              </a:extLst>
            </p:cNvSpPr>
            <p:nvPr/>
          </p:nvSpPr>
          <p:spPr>
            <a:xfrm>
              <a:off x="5181600" y="5562600"/>
              <a:ext cx="186055" cy="779780"/>
            </a:xfrm>
            <a:custGeom>
              <a:avLst/>
              <a:gdLst/>
              <a:ahLst/>
              <a:cxnLst/>
              <a:rect l="0" t="0" r="186055" b="779780"/>
              <a:pathLst>
                <a:path w="186055" h="779780">
                  <a:moveTo>
                    <a:pt x="155840" y="0"/>
                  </a:moveTo>
                  <a:cubicBezTo>
                    <a:pt x="141529" y="26998"/>
                    <a:pt x="68379" y="112758"/>
                    <a:pt x="71559" y="176284"/>
                  </a:cubicBezTo>
                  <a:cubicBezTo>
                    <a:pt x="74740" y="239810"/>
                    <a:pt x="186055" y="325570"/>
                    <a:pt x="176513" y="384331"/>
                  </a:cubicBezTo>
                  <a:cubicBezTo>
                    <a:pt x="166972" y="443093"/>
                    <a:pt x="19082" y="465327"/>
                    <a:pt x="9541" y="530441"/>
                  </a:cubicBezTo>
                  <a:cubicBezTo>
                    <a:pt x="0" y="595555"/>
                    <a:pt x="93822" y="727371"/>
                    <a:pt x="116085" y="779780"/>
                  </a:cubicBezTo>
                </a:path>
              </a:pathLst>
            </a:custGeom>
            <a:noFill/>
            <a:ln w="76200" cap="flat" cmpd="sng" algn="ctr">
              <a:solidFill>
                <a:schemeClr val="accent2"/>
              </a:solidFill>
              <a:prstDash val="solid"/>
              <a:headEnd type="none"/>
              <a:tailEnd type="none"/>
            </a:ln>
            <a:effectLst/>
          </p:spPr>
          <p:txBody>
            <a:bodyPr vert="horz" wrap="square" lIns="0" tIns="0" rIns="3175" bIns="3810" numCol="1" spcCol="215900" anchor="t"/>
            <a:lstStyle/>
            <a:p>
              <a:pPr/>
              <a:endParaRPr lang="en-us" cap="none"/>
            </a:p>
          </p:txBody>
        </p:sp>
        <p:sp>
          <p:nvSpPr>
            <p:cNvPr id="5" name="Freeform 19"/>
            <p:cNvSpPr>
              <a:extLst>
                <a:ext uri="smNativeData">
                  <pr:smNativeData xmlns:pr="smNativeData" xmlns="smNativeData" val="SMDATA_15_VcZhaRMAAAAlAAAACwAAAA0AAAAAAAAAAAAAAAAFAAAAB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14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4B8AAJAVAAAFIQAAXBoAAAAAAAAmAAAACAAAAP//////////"/>
                </a:ext>
              </a:extLst>
            </p:cNvSpPr>
            <p:nvPr/>
          </p:nvSpPr>
          <p:spPr>
            <a:xfrm>
              <a:off x="5181600" y="3505200"/>
              <a:ext cx="186055" cy="779780"/>
            </a:xfrm>
            <a:custGeom>
              <a:avLst/>
              <a:gdLst/>
              <a:ahLst/>
              <a:cxnLst/>
              <a:rect l="0" t="0" r="186055" b="779780"/>
              <a:pathLst>
                <a:path w="186055" h="779780">
                  <a:moveTo>
                    <a:pt x="155840" y="0"/>
                  </a:moveTo>
                  <a:cubicBezTo>
                    <a:pt x="141529" y="26998"/>
                    <a:pt x="68379" y="112758"/>
                    <a:pt x="71559" y="176284"/>
                  </a:cubicBezTo>
                  <a:cubicBezTo>
                    <a:pt x="74740" y="239810"/>
                    <a:pt x="186055" y="325570"/>
                    <a:pt x="176513" y="384331"/>
                  </a:cubicBezTo>
                  <a:cubicBezTo>
                    <a:pt x="166972" y="443093"/>
                    <a:pt x="19082" y="465327"/>
                    <a:pt x="9541" y="530441"/>
                  </a:cubicBezTo>
                  <a:cubicBezTo>
                    <a:pt x="0" y="595555"/>
                    <a:pt x="93822" y="727371"/>
                    <a:pt x="116085" y="779780"/>
                  </a:cubicBezTo>
                </a:path>
              </a:pathLst>
            </a:custGeom>
            <a:noFill/>
            <a:ln w="76200" cap="flat" cmpd="sng" algn="ctr">
              <a:solidFill>
                <a:schemeClr val="accent2"/>
              </a:solidFill>
              <a:prstDash val="solid"/>
              <a:headEnd type="none"/>
              <a:tailEnd type="none"/>
            </a:ln>
            <a:effectLst/>
          </p:spPr>
          <p:txBody>
            <a:bodyPr vert="horz" wrap="square" lIns="0" tIns="0" rIns="3175" bIns="2540" numCol="1" spcCol="215900" anchor="t"/>
            <a:lstStyle/>
            <a:p>
              <a:pPr/>
              <a:endParaRPr lang="en-us" cap="none"/>
            </a:p>
          </p:txBody>
        </p:sp>
      </p:grpSp>
    </p:spTree>
  </p:cSld>
  <p:clrMapOvr>
    <a:masterClrMapping/>
  </p:clrMapOvr>
  <p:timing>
    <p:tnLst>
      <p:par>
        <p:cTn id="1" dur="indefinite" restart="never" nodeType="tmRoot"/>
      </p:par>
    </p:tnLst>
  </p:timing>
</p:sld>
</file>

<file path=ppt/slides/slide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DmO1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AMAAMYBAADTLgAACAcAABAAAAAmAAAACAAAAAEAAAAAAAAA"/>
              </a:ext>
            </a:extLst>
          </p:cNvSpPr>
          <p:nvPr>
            <p:ph type="title"/>
          </p:nvPr>
        </p:nvSpPr>
        <p:spPr>
          <a:xfrm>
            <a:off x="609600" y="288290"/>
            <a:ext cx="7002145" cy="854710"/>
          </a:xfrm>
        </p:spPr>
        <p:txBody>
          <a:bodyPr/>
          <a:lstStyle/>
          <a:p>
            <a:pPr>
              <a:defRPr cap="none">
                <a:solidFill>
                  <a:srgbClr val="FF0000"/>
                </a:solidFill>
              </a:defRPr>
            </a:pPr>
            <a:r>
              <a:rPr lang="en-us" sz="3200" cap="none"/>
              <a:t>Missionaries and Cannibals</a:t>
            </a:r>
            <a:endParaRPr lang="en-us" sz="3200" cap="none"/>
          </a:p>
        </p:txBody>
      </p:sp>
      <p:pic>
        <p:nvPicPr>
          <p:cNvPr id="3" name="Picture 4"/>
          <p:cNvPicPr>
            <a:picLocks noChangeAspect="1"/>
            <a:extLst>
              <a:ext uri="smNativeData">
                <pr:smNativeData xmlns:pr="smNativeData" xmlns="smNativeData" val="SMDATA_17_VcZh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AAAAAAAAAABkAAAAZAAAAAAAAAAjAAAABAAAAGQAAAAXAAAAFAAAAAAAAAAAAAAA/38AAP9/AAAAAAAACQAAAAQAAAAF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BgkAADCCAAApTcAAAQoAAAQAAAAJgAAAAgAAAD//////////w=="/>
              </a:ext>
            </a:extLst>
          </p:cNvPicPr>
          <p:nvPr/>
        </p:nvPicPr>
        <p:blipFill>
          <a:blip r:embed="rId3"/>
          <a:stretch>
            <a:fillRect/>
          </a:stretch>
        </p:blipFill>
        <p:spPr>
          <a:xfrm>
            <a:off x="5867400" y="1423670"/>
            <a:ext cx="3178175" cy="5081270"/>
          </a:xfrm>
          <a:prstGeom prst="rect">
            <a:avLst/>
          </a:prstGeom>
          <a:noFill/>
          <a:ln>
            <a:noFill/>
          </a:ln>
          <a:effectLst/>
        </p:spPr>
      </p:pic>
      <p:grpSp>
        <p:nvGrpSpPr>
          <p:cNvPr id="4" name="Group 5"/>
          <p:cNvGrpSpPr>
            <a:extLst>
              <a:ext uri="smNativeData">
                <pr:smNativeData xmlns:pr="smNativeData" xmlns="smNativeData" val="SMDATA_6_VcZhaRMAAAAlAAAAAQAAAA8BAAAAkAAAAEgAAACQAAAASAAAAAAAAAAAAAAAAAAAABcAAAAUAAAAAAAAAAAAAAD/fwAA/38AAAAAAAAJAAAABAAAAAkIAAAfAAAAVAAAAAAAAAAAAAAAAAAAAAAAAAAAAAAAAAAAAAAAAAAAAAAAAAAAAAAAAAAAAAAAAAAAAAAAAAAAAAAAAAAAAAAAAAAAAAAAAAAAAAAAAAAAAAAAAAAAACEAAAAYAAAAFAAAAKgqAABcCwAA0C8AAJAVAAAQAAAAJgAAAAgAAAD/////AAAAAA=="/>
              </a:ext>
            </a:extLst>
          </p:cNvGrpSpPr>
          <p:nvPr/>
        </p:nvGrpSpPr>
        <p:grpSpPr>
          <a:xfrm>
            <a:off x="6934200" y="1846580"/>
            <a:ext cx="838200" cy="1658620"/>
            <a:chOff x="6934200" y="1846580"/>
            <a:chExt cx="838200" cy="1658620"/>
          </a:xfrm>
        </p:grpSpPr>
        <p:sp>
          <p:nvSpPr>
            <p:cNvPr id="16" name="Freeform 6"/>
            <p:cNvSpPr>
              <a:extLst>
                <a:ext uri="smNativeData">
                  <pr:smNativeData xmlns:pr="smNativeData" xmlns="smNativeData" val="SMDATA_15_VcZhaRMAAAAlAAAACwAAAA0AAAAAAAAAAAAAAAAHAAAAA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DX21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qCoAAAgMAAA5KwAAeA8AAAAAAAAmAAAACAAAAP//////////"/>
                </a:ext>
              </a:extLst>
            </p:cNvSpPr>
            <p:nvPr/>
          </p:nvSpPr>
          <p:spPr>
            <a:xfrm>
              <a:off x="6934200" y="1955800"/>
              <a:ext cx="92075" cy="558800"/>
            </a:xfrm>
            <a:custGeom>
              <a:avLst/>
              <a:gdLst/>
              <a:ahLst/>
              <a:cxnLst/>
              <a:rect l="0" t="0" r="92075" b="558800"/>
              <a:pathLst>
                <a:path w="92075" h="558800">
                  <a:moveTo>
                    <a:pt x="92075" y="0"/>
                  </a:moveTo>
                  <a:cubicBezTo>
                    <a:pt x="49578" y="17910"/>
                    <a:pt x="7082" y="35821"/>
                    <a:pt x="7082" y="85969"/>
                  </a:cubicBezTo>
                  <a:cubicBezTo>
                    <a:pt x="7082" y="136118"/>
                    <a:pt x="92075" y="250744"/>
                    <a:pt x="92075" y="300892"/>
                  </a:cubicBezTo>
                  <a:cubicBezTo>
                    <a:pt x="92075" y="351041"/>
                    <a:pt x="14165" y="343877"/>
                    <a:pt x="7082" y="386862"/>
                  </a:cubicBezTo>
                  <a:cubicBezTo>
                    <a:pt x="0" y="429846"/>
                    <a:pt x="24789" y="494323"/>
                    <a:pt x="49578" y="558800"/>
                  </a:cubicBezTo>
                </a:path>
              </a:pathLst>
            </a:custGeom>
            <a:noFill/>
            <a:ln w="38100" cap="flat" cmpd="sng" algn="ctr">
              <a:solidFill>
                <a:schemeClr val="accent2"/>
              </a:solidFill>
              <a:prstDash val="solid"/>
              <a:headEnd type="none"/>
              <a:tailEnd type="none"/>
            </a:ln>
            <a:effectLst/>
          </p:spPr>
          <p:txBody>
            <a:bodyPr vert="horz" wrap="square" lIns="0" tIns="0" rIns="4445" bIns="1270" numCol="1" spcCol="215900" anchor="t"/>
            <a:lstStyle/>
            <a:p>
              <a:pPr/>
              <a:endParaRPr lang="en-us" cap="none"/>
            </a:p>
          </p:txBody>
        </p:sp>
        <p:sp>
          <p:nvSpPr>
            <p:cNvPr id="15" name="Freeform 7"/>
            <p:cNvSpPr>
              <a:extLst>
                <a:ext uri="smNativeData">
                  <pr:smNativeData xmlns:pr="smNativeData" xmlns="smNativeData" val="SMDATA_15_VcZhaRMAAAAlAAAACwAAAA0AAAAAAAAAAAAAAAAHAAAAA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0CVR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qisAAEwMAABMLAAAAA8AAAAAAAAmAAAACAAAAP//////////"/>
                </a:ext>
              </a:extLst>
            </p:cNvSpPr>
            <p:nvPr/>
          </p:nvSpPr>
          <p:spPr>
            <a:xfrm>
              <a:off x="7098030" y="1998980"/>
              <a:ext cx="102870" cy="439420"/>
            </a:xfrm>
            <a:custGeom>
              <a:avLst/>
              <a:gdLst/>
              <a:ahLst/>
              <a:cxnLst/>
              <a:rect l="0" t="0" r="102870" b="439420"/>
              <a:pathLst>
                <a:path w="102870" h="439420">
                  <a:moveTo>
                    <a:pt x="86165" y="0"/>
                  </a:moveTo>
                  <a:cubicBezTo>
                    <a:pt x="78252" y="15214"/>
                    <a:pt x="37807" y="63541"/>
                    <a:pt x="39565" y="99339"/>
                  </a:cubicBezTo>
                  <a:cubicBezTo>
                    <a:pt x="41324" y="135137"/>
                    <a:pt x="102870" y="183465"/>
                    <a:pt x="97595" y="216578"/>
                  </a:cubicBezTo>
                  <a:cubicBezTo>
                    <a:pt x="92319" y="249691"/>
                    <a:pt x="10551" y="262220"/>
                    <a:pt x="5275" y="298913"/>
                  </a:cubicBezTo>
                  <a:cubicBezTo>
                    <a:pt x="0" y="335606"/>
                    <a:pt x="51875" y="409887"/>
                    <a:pt x="64184" y="439420"/>
                  </a:cubicBezTo>
                </a:path>
              </a:pathLst>
            </a:custGeom>
            <a:noFill/>
            <a:ln w="38100" cap="flat" cmpd="sng" algn="ctr">
              <a:solidFill>
                <a:schemeClr val="accent2"/>
              </a:solidFill>
              <a:prstDash val="solid"/>
              <a:headEnd type="none"/>
              <a:tailEnd type="none"/>
            </a:ln>
            <a:effectLst/>
          </p:spPr>
          <p:txBody>
            <a:bodyPr vert="horz" wrap="square" lIns="0" tIns="0" rIns="4445" bIns="1270" numCol="1" spcCol="215900" anchor="t"/>
            <a:lstStyle/>
            <a:p>
              <a:pPr/>
              <a:endParaRPr lang="en-us" cap="none"/>
            </a:p>
          </p:txBody>
        </p:sp>
        <p:sp>
          <p:nvSpPr>
            <p:cNvPr id="14" name="Freeform 8"/>
            <p:cNvSpPr>
              <a:extLst>
                <a:ext uri="smNativeData">
                  <pr:smNativeData xmlns:pr="smNativeData" xmlns="smNativeData" val="SMDATA_15_VcZhaRMAAAAlAAAACwAAAA0AAAAAAAAAAAAAAAAHAAAAA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ziwAAAgMAABfLQAAeA8AAAAAAAAmAAAACAAAAP//////////"/>
                </a:ext>
              </a:extLst>
            </p:cNvSpPr>
            <p:nvPr/>
          </p:nvSpPr>
          <p:spPr>
            <a:xfrm>
              <a:off x="7283450" y="1955800"/>
              <a:ext cx="92075" cy="558800"/>
            </a:xfrm>
            <a:custGeom>
              <a:avLst/>
              <a:gdLst/>
              <a:ahLst/>
              <a:cxnLst/>
              <a:rect l="0" t="0" r="92075" b="558800"/>
              <a:pathLst>
                <a:path w="92075" h="558800">
                  <a:moveTo>
                    <a:pt x="92075" y="0"/>
                  </a:moveTo>
                  <a:cubicBezTo>
                    <a:pt x="49578" y="17910"/>
                    <a:pt x="7082" y="35821"/>
                    <a:pt x="7082" y="85969"/>
                  </a:cubicBezTo>
                  <a:cubicBezTo>
                    <a:pt x="7082" y="136118"/>
                    <a:pt x="92075" y="250744"/>
                    <a:pt x="92075" y="300892"/>
                  </a:cubicBezTo>
                  <a:cubicBezTo>
                    <a:pt x="92075" y="351041"/>
                    <a:pt x="14165" y="343877"/>
                    <a:pt x="7082" y="386862"/>
                  </a:cubicBezTo>
                  <a:cubicBezTo>
                    <a:pt x="0" y="429846"/>
                    <a:pt x="24789" y="494323"/>
                    <a:pt x="49578" y="558800"/>
                  </a:cubicBezTo>
                </a:path>
              </a:pathLst>
            </a:custGeom>
            <a:noFill/>
            <a:ln w="38100" cap="flat" cmpd="sng" algn="ctr">
              <a:solidFill>
                <a:schemeClr val="accent2"/>
              </a:solidFill>
              <a:prstDash val="solid"/>
              <a:headEnd type="none"/>
              <a:tailEnd type="none"/>
            </a:ln>
            <a:effectLst/>
          </p:spPr>
          <p:txBody>
            <a:bodyPr vert="horz" wrap="square" lIns="0" tIns="0" rIns="4445" bIns="1270" numCol="1" spcCol="215900" anchor="t"/>
            <a:lstStyle/>
            <a:p>
              <a:pPr/>
              <a:endParaRPr lang="en-us" cap="none"/>
            </a:p>
          </p:txBody>
        </p:sp>
        <p:sp>
          <p:nvSpPr>
            <p:cNvPr id="13" name="Freeform 9"/>
            <p:cNvSpPr>
              <a:extLst>
                <a:ext uri="smNativeData">
                  <pr:smNativeData xmlns:pr="smNativeData" xmlns="smNativeData" val="SMDATA_15_VcZhaRMAAAAlAAAACwAAAA0AAAAAAAAAAAAAAAAHAAAAAw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sioAAN0RAABGKwAATRUAAAAAAAAmAAAACAAAAP//////////"/>
                </a:ext>
              </a:extLst>
            </p:cNvSpPr>
            <p:nvPr/>
          </p:nvSpPr>
          <p:spPr>
            <a:xfrm>
              <a:off x="6940550" y="2903855"/>
              <a:ext cx="93980" cy="558800"/>
            </a:xfrm>
            <a:custGeom>
              <a:avLst/>
              <a:gdLst/>
              <a:ahLst/>
              <a:cxnLst/>
              <a:rect l="0" t="0" r="93980" b="558800"/>
              <a:pathLst>
                <a:path w="93980" h="558800">
                  <a:moveTo>
                    <a:pt x="93980" y="0"/>
                  </a:moveTo>
                  <a:cubicBezTo>
                    <a:pt x="50605" y="17910"/>
                    <a:pt x="7229" y="35821"/>
                    <a:pt x="7229" y="85969"/>
                  </a:cubicBezTo>
                  <a:cubicBezTo>
                    <a:pt x="7229" y="136118"/>
                    <a:pt x="93980" y="250744"/>
                    <a:pt x="93980" y="300892"/>
                  </a:cubicBezTo>
                  <a:cubicBezTo>
                    <a:pt x="93980" y="351041"/>
                    <a:pt x="14458" y="343877"/>
                    <a:pt x="7229" y="386862"/>
                  </a:cubicBezTo>
                  <a:cubicBezTo>
                    <a:pt x="0" y="429846"/>
                    <a:pt x="25302" y="494323"/>
                    <a:pt x="50605" y="558800"/>
                  </a:cubicBezTo>
                </a:path>
              </a:pathLst>
            </a:custGeom>
            <a:noFill/>
            <a:ln w="38100" cap="flat" cmpd="sng" algn="ctr">
              <a:solidFill>
                <a:schemeClr val="accent2"/>
              </a:solidFill>
              <a:prstDash val="solid"/>
              <a:headEnd type="none"/>
              <a:tailEnd type="none"/>
            </a:ln>
            <a:effectLst/>
          </p:spPr>
          <p:txBody>
            <a:bodyPr vert="horz" wrap="square" lIns="0" tIns="0" rIns="4445" bIns="1905" numCol="1" spcCol="215900" anchor="t"/>
            <a:lstStyle/>
            <a:p>
              <a:pPr/>
              <a:endParaRPr lang="en-us" cap="none"/>
            </a:p>
          </p:txBody>
        </p:sp>
        <p:sp>
          <p:nvSpPr>
            <p:cNvPr id="12" name="Freeform 10"/>
            <p:cNvSpPr>
              <a:extLst>
                <a:ext uri="smNativeData">
                  <pr:smNativeData xmlns:pr="smNativeData" xmlns="smNativeData" val="SMDATA_15_VcZhaRMAAAAlAAAACwAAAA0AAAAAAAAAAAAAAAAHAAAAAw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AAF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ziwAACASAABfLQAAkBUAAAAAAAAmAAAACAAAAP//////////"/>
                </a:ext>
              </a:extLst>
            </p:cNvSpPr>
            <p:nvPr/>
          </p:nvSpPr>
          <p:spPr>
            <a:xfrm>
              <a:off x="7283450" y="2946400"/>
              <a:ext cx="92075" cy="558800"/>
            </a:xfrm>
            <a:custGeom>
              <a:avLst/>
              <a:gdLst/>
              <a:ahLst/>
              <a:cxnLst/>
              <a:rect l="0" t="0" r="92075" b="558800"/>
              <a:pathLst>
                <a:path w="92075" h="558800">
                  <a:moveTo>
                    <a:pt x="92075" y="0"/>
                  </a:moveTo>
                  <a:cubicBezTo>
                    <a:pt x="49578" y="17910"/>
                    <a:pt x="7082" y="35821"/>
                    <a:pt x="7082" y="85969"/>
                  </a:cubicBezTo>
                  <a:cubicBezTo>
                    <a:pt x="7082" y="136118"/>
                    <a:pt x="92075" y="250744"/>
                    <a:pt x="92075" y="300892"/>
                  </a:cubicBezTo>
                  <a:cubicBezTo>
                    <a:pt x="92075" y="351041"/>
                    <a:pt x="14165" y="343877"/>
                    <a:pt x="7082" y="386862"/>
                  </a:cubicBezTo>
                  <a:cubicBezTo>
                    <a:pt x="0" y="429846"/>
                    <a:pt x="24789" y="494323"/>
                    <a:pt x="49578" y="558800"/>
                  </a:cubicBezTo>
                </a:path>
              </a:pathLst>
            </a:custGeom>
            <a:noFill/>
            <a:ln w="38100" cap="flat" cmpd="sng" algn="ctr">
              <a:solidFill>
                <a:schemeClr val="accent2"/>
              </a:solidFill>
              <a:prstDash val="solid"/>
              <a:headEnd type="none"/>
              <a:tailEnd type="none"/>
            </a:ln>
            <a:effectLst/>
          </p:spPr>
          <p:txBody>
            <a:bodyPr vert="horz" wrap="square" lIns="0" tIns="0" rIns="4445" bIns="1905" numCol="1" spcCol="215900" anchor="t"/>
            <a:lstStyle/>
            <a:p>
              <a:pPr/>
              <a:endParaRPr lang="en-us" cap="none"/>
            </a:p>
          </p:txBody>
        </p:sp>
        <p:sp>
          <p:nvSpPr>
            <p:cNvPr id="11" name="Freeform 11"/>
            <p:cNvSpPr>
              <a:extLst>
                <a:ext uri="smNativeData">
                  <pr:smNativeData xmlns:pr="smNativeData" xmlns="smNativeData" val="SMDATA_15_VcZhaRMAAAAlAAAACwAAAA0AAAAAAAAAAAAAAAAIAAAAAw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4uNQ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Ky8AAOUOAAC/LwAAVRIAAAAAAAAmAAAACAAAAP//////////"/>
                </a:ext>
              </a:extLst>
            </p:cNvSpPr>
            <p:nvPr/>
          </p:nvSpPr>
          <p:spPr>
            <a:xfrm>
              <a:off x="7667625" y="2421255"/>
              <a:ext cx="93980" cy="558800"/>
            </a:xfrm>
            <a:custGeom>
              <a:avLst/>
              <a:gdLst/>
              <a:ahLst/>
              <a:cxnLst/>
              <a:rect l="0" t="0" r="93980" b="558800"/>
              <a:pathLst>
                <a:path w="93980" h="558800">
                  <a:moveTo>
                    <a:pt x="93980" y="0"/>
                  </a:moveTo>
                  <a:cubicBezTo>
                    <a:pt x="50605" y="17910"/>
                    <a:pt x="7229" y="35821"/>
                    <a:pt x="7229" y="85969"/>
                  </a:cubicBezTo>
                  <a:cubicBezTo>
                    <a:pt x="7229" y="136118"/>
                    <a:pt x="93980" y="250744"/>
                    <a:pt x="93980" y="300892"/>
                  </a:cubicBezTo>
                  <a:cubicBezTo>
                    <a:pt x="93980" y="351041"/>
                    <a:pt x="14458" y="343877"/>
                    <a:pt x="7229" y="386862"/>
                  </a:cubicBezTo>
                  <a:cubicBezTo>
                    <a:pt x="0" y="429846"/>
                    <a:pt x="25302" y="494323"/>
                    <a:pt x="50605" y="558800"/>
                  </a:cubicBezTo>
                </a:path>
              </a:pathLst>
            </a:custGeom>
            <a:noFill/>
            <a:ln w="38100" cap="flat" cmpd="sng" algn="ctr">
              <a:solidFill>
                <a:schemeClr val="accent2"/>
              </a:solidFill>
              <a:prstDash val="solid"/>
              <a:headEnd type="none"/>
              <a:tailEnd type="none"/>
            </a:ln>
            <a:effectLst/>
          </p:spPr>
          <p:txBody>
            <a:bodyPr vert="horz" wrap="square" lIns="0" tIns="0" rIns="5080" bIns="1905" numCol="1" spcCol="215900" anchor="t"/>
            <a:lstStyle/>
            <a:p>
              <a:pPr/>
              <a:endParaRPr lang="en-us" cap="none"/>
            </a:p>
          </p:txBody>
        </p:sp>
        <p:sp>
          <p:nvSpPr>
            <p:cNvPr id="10" name="Freeform 12"/>
            <p:cNvSpPr>
              <a:extLst>
                <a:ext uri="smNativeData">
                  <pr:smNativeData xmlns:pr="smNativeData" xmlns="smNativeData" val="SMDATA_15_VcZhaRMAAAAlAAAACwAAAA0AAAAAAAAAAAAAAAAIAAAAAw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gAxw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IC4AAN0RAACxLgAATRUAAAAAAAAmAAAACAAAAP//////////"/>
                </a:ext>
              </a:extLst>
            </p:cNvSpPr>
            <p:nvPr/>
          </p:nvSpPr>
          <p:spPr>
            <a:xfrm>
              <a:off x="7498080" y="2903855"/>
              <a:ext cx="92075" cy="558800"/>
            </a:xfrm>
            <a:custGeom>
              <a:avLst/>
              <a:gdLst/>
              <a:ahLst/>
              <a:cxnLst/>
              <a:rect l="0" t="0" r="92075" b="558800"/>
              <a:pathLst>
                <a:path w="92075" h="558800">
                  <a:moveTo>
                    <a:pt x="92075" y="0"/>
                  </a:moveTo>
                  <a:cubicBezTo>
                    <a:pt x="49578" y="17910"/>
                    <a:pt x="7082" y="35821"/>
                    <a:pt x="7082" y="85969"/>
                  </a:cubicBezTo>
                  <a:cubicBezTo>
                    <a:pt x="7082" y="136118"/>
                    <a:pt x="92075" y="250744"/>
                    <a:pt x="92075" y="300892"/>
                  </a:cubicBezTo>
                  <a:cubicBezTo>
                    <a:pt x="92075" y="351041"/>
                    <a:pt x="14165" y="343877"/>
                    <a:pt x="7082" y="386862"/>
                  </a:cubicBezTo>
                  <a:cubicBezTo>
                    <a:pt x="0" y="429846"/>
                    <a:pt x="24789" y="494323"/>
                    <a:pt x="49578" y="558800"/>
                  </a:cubicBezTo>
                </a:path>
              </a:pathLst>
            </a:custGeom>
            <a:noFill/>
            <a:ln w="38100" cap="flat" cmpd="sng" algn="ctr">
              <a:solidFill>
                <a:schemeClr val="accent2"/>
              </a:solidFill>
              <a:prstDash val="solid"/>
              <a:headEnd type="none"/>
              <a:tailEnd type="none"/>
            </a:ln>
            <a:effectLst/>
          </p:spPr>
          <p:txBody>
            <a:bodyPr vert="horz" wrap="square" lIns="0" tIns="0" rIns="5080" bIns="1905" numCol="1" spcCol="215900" anchor="t"/>
            <a:lstStyle/>
            <a:p>
              <a:pPr/>
              <a:endParaRPr lang="en-us" cap="none"/>
            </a:p>
          </p:txBody>
        </p:sp>
        <p:sp>
          <p:nvSpPr>
            <p:cNvPr id="9" name="Freeform 13"/>
            <p:cNvSpPr>
              <a:extLst>
                <a:ext uri="smNativeData">
                  <pr:smNativeData xmlns:pr="smNativeData" xmlns="smNativeData" val="SMDATA_15_VcZhaRMAAAAlAAAACwAAAA0AAAAAAAAAAAAAAAAHAAAAAw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3C0AALAOAAB+LgAAZREAAAAAAAAmAAAACAAAAP//////////"/>
                </a:ext>
              </a:extLst>
            </p:cNvSpPr>
            <p:nvPr/>
          </p:nvSpPr>
          <p:spPr>
            <a:xfrm>
              <a:off x="7454900" y="2387600"/>
              <a:ext cx="102870" cy="440055"/>
            </a:xfrm>
            <a:custGeom>
              <a:avLst/>
              <a:gdLst/>
              <a:ahLst/>
              <a:cxnLst/>
              <a:rect l="0" t="0" r="102870" b="440055"/>
              <a:pathLst>
                <a:path w="102870" h="440055">
                  <a:moveTo>
                    <a:pt x="86165" y="0"/>
                  </a:moveTo>
                  <a:cubicBezTo>
                    <a:pt x="78252" y="15236"/>
                    <a:pt x="37807" y="63633"/>
                    <a:pt x="39565" y="99482"/>
                  </a:cubicBezTo>
                  <a:cubicBezTo>
                    <a:pt x="41324" y="135332"/>
                    <a:pt x="102870" y="183729"/>
                    <a:pt x="97595" y="216890"/>
                  </a:cubicBezTo>
                  <a:cubicBezTo>
                    <a:pt x="92319" y="250051"/>
                    <a:pt x="10551" y="262599"/>
                    <a:pt x="5275" y="299344"/>
                  </a:cubicBezTo>
                  <a:cubicBezTo>
                    <a:pt x="0" y="336090"/>
                    <a:pt x="51875" y="410479"/>
                    <a:pt x="64184" y="440055"/>
                  </a:cubicBezTo>
                </a:path>
              </a:pathLst>
            </a:custGeom>
            <a:noFill/>
            <a:ln w="38100" cap="flat" cmpd="sng" algn="ctr">
              <a:solidFill>
                <a:schemeClr val="accent2"/>
              </a:solidFill>
              <a:prstDash val="solid"/>
              <a:headEnd type="none"/>
              <a:tailEnd type="none"/>
            </a:ln>
            <a:effectLst/>
          </p:spPr>
          <p:txBody>
            <a:bodyPr vert="horz" wrap="square" lIns="0" tIns="0" rIns="4445" bIns="1905" numCol="1" spcCol="215900" anchor="t"/>
            <a:lstStyle/>
            <a:p>
              <a:pPr/>
              <a:endParaRPr lang="en-us" cap="none"/>
            </a:p>
          </p:txBody>
        </p:sp>
        <p:sp>
          <p:nvSpPr>
            <p:cNvPr id="8" name="Freeform 14"/>
            <p:cNvSpPr>
              <a:extLst>
                <a:ext uri="smNativeData">
                  <pr:smNativeData xmlns:pr="smNativeData" xmlns="smNativeData" val="SMDATA_15_VcZhaRMAAAAlAAAACwAAAA0AAAAAAAAAAAAAAAAHAAAAA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3C0AAIQLAAB+LgAAOA4AAAAAAAAmAAAACAAAAP//////////"/>
                </a:ext>
              </a:extLst>
            </p:cNvSpPr>
            <p:nvPr/>
          </p:nvSpPr>
          <p:spPr>
            <a:xfrm>
              <a:off x="7454900" y="1871980"/>
              <a:ext cx="102870" cy="439420"/>
            </a:xfrm>
            <a:custGeom>
              <a:avLst/>
              <a:gdLst/>
              <a:ahLst/>
              <a:cxnLst/>
              <a:rect l="0" t="0" r="102870" b="439420"/>
              <a:pathLst>
                <a:path w="102870" h="439420">
                  <a:moveTo>
                    <a:pt x="86165" y="0"/>
                  </a:moveTo>
                  <a:cubicBezTo>
                    <a:pt x="78252" y="15214"/>
                    <a:pt x="37807" y="63541"/>
                    <a:pt x="39565" y="99339"/>
                  </a:cubicBezTo>
                  <a:cubicBezTo>
                    <a:pt x="41324" y="135137"/>
                    <a:pt x="102870" y="183465"/>
                    <a:pt x="97595" y="216578"/>
                  </a:cubicBezTo>
                  <a:cubicBezTo>
                    <a:pt x="92319" y="249691"/>
                    <a:pt x="10551" y="262220"/>
                    <a:pt x="5275" y="298913"/>
                  </a:cubicBezTo>
                  <a:cubicBezTo>
                    <a:pt x="0" y="335606"/>
                    <a:pt x="51875" y="409887"/>
                    <a:pt x="64184" y="439420"/>
                  </a:cubicBezTo>
                </a:path>
              </a:pathLst>
            </a:custGeom>
            <a:noFill/>
            <a:ln w="38100" cap="flat" cmpd="sng" algn="ctr">
              <a:solidFill>
                <a:schemeClr val="accent2"/>
              </a:solidFill>
              <a:prstDash val="solid"/>
              <a:headEnd type="none"/>
              <a:tailEnd type="none"/>
            </a:ln>
            <a:effectLst/>
          </p:spPr>
          <p:txBody>
            <a:bodyPr vert="horz" wrap="square" lIns="0" tIns="0" rIns="4445" bIns="1270" numCol="1" spcCol="215900" anchor="t"/>
            <a:lstStyle/>
            <a:p>
              <a:pPr/>
              <a:endParaRPr lang="en-us" cap="none"/>
            </a:p>
          </p:txBody>
        </p:sp>
        <p:sp>
          <p:nvSpPr>
            <p:cNvPr id="7" name="Freeform 15"/>
            <p:cNvSpPr>
              <a:extLst>
                <a:ext uri="smNativeData">
                  <pr:smNativeData xmlns:pr="smNativeData" xmlns="smNativeData" val="SMDATA_15_VcZhaRMAAAAlAAAACwAAAA0AAAAAAAAAAAAAAAAHAAAAAw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wCsAAOwRAABlLAAAoBQAAAAAAAAmAAAACAAAAP//////////"/>
                </a:ext>
              </a:extLst>
            </p:cNvSpPr>
            <p:nvPr/>
          </p:nvSpPr>
          <p:spPr>
            <a:xfrm>
              <a:off x="7112000" y="2913380"/>
              <a:ext cx="104775" cy="439420"/>
            </a:xfrm>
            <a:custGeom>
              <a:avLst/>
              <a:gdLst/>
              <a:ahLst/>
              <a:cxnLst/>
              <a:rect l="0" t="0" r="104775" b="439420"/>
              <a:pathLst>
                <a:path w="104775" h="439420">
                  <a:moveTo>
                    <a:pt x="87760" y="0"/>
                  </a:moveTo>
                  <a:cubicBezTo>
                    <a:pt x="79700" y="15214"/>
                    <a:pt x="38507" y="63541"/>
                    <a:pt x="40298" y="99339"/>
                  </a:cubicBezTo>
                  <a:cubicBezTo>
                    <a:pt x="42089" y="135137"/>
                    <a:pt x="104775" y="183465"/>
                    <a:pt x="99401" y="216578"/>
                  </a:cubicBezTo>
                  <a:cubicBezTo>
                    <a:pt x="94028" y="249691"/>
                    <a:pt x="10746" y="262220"/>
                    <a:pt x="5373" y="298913"/>
                  </a:cubicBezTo>
                  <a:cubicBezTo>
                    <a:pt x="0" y="335606"/>
                    <a:pt x="52835" y="409887"/>
                    <a:pt x="65372" y="439420"/>
                  </a:cubicBezTo>
                </a:path>
              </a:pathLst>
            </a:custGeom>
            <a:noFill/>
            <a:ln w="38100" cap="flat" cmpd="sng" algn="ctr">
              <a:solidFill>
                <a:schemeClr val="accent2"/>
              </a:solidFill>
              <a:prstDash val="solid"/>
              <a:headEnd type="none"/>
              <a:tailEnd type="none"/>
            </a:ln>
            <a:effectLst/>
          </p:spPr>
          <p:txBody>
            <a:bodyPr vert="horz" wrap="square" lIns="0" tIns="0" rIns="4445" bIns="1905" numCol="1" spcCol="215900" anchor="t"/>
            <a:lstStyle/>
            <a:p>
              <a:pPr/>
              <a:endParaRPr lang="en-us" cap="none"/>
            </a:p>
          </p:txBody>
        </p:sp>
        <p:sp>
          <p:nvSpPr>
            <p:cNvPr id="6" name="Freeform 16"/>
            <p:cNvSpPr>
              <a:extLst>
                <a:ext uri="smNativeData">
                  <pr:smNativeData xmlns:pr="smNativeData" xmlns="smNativeData" val="SMDATA_15_VcZhaRMAAAAlAAAACwAAAA0AAAAAAAAAAAAAAAAIAAAAAw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Ky8AANwSAADQLwAAkBUAAAAAAAAmAAAACAAAAP//////////"/>
                </a:ext>
              </a:extLst>
            </p:cNvSpPr>
            <p:nvPr/>
          </p:nvSpPr>
          <p:spPr>
            <a:xfrm>
              <a:off x="7667625" y="3065780"/>
              <a:ext cx="104775" cy="439420"/>
            </a:xfrm>
            <a:custGeom>
              <a:avLst/>
              <a:gdLst/>
              <a:ahLst/>
              <a:cxnLst/>
              <a:rect l="0" t="0" r="104775" b="439420"/>
              <a:pathLst>
                <a:path w="104775" h="439420">
                  <a:moveTo>
                    <a:pt x="87760" y="0"/>
                  </a:moveTo>
                  <a:cubicBezTo>
                    <a:pt x="79700" y="15214"/>
                    <a:pt x="38507" y="63541"/>
                    <a:pt x="40298" y="99339"/>
                  </a:cubicBezTo>
                  <a:cubicBezTo>
                    <a:pt x="42089" y="135137"/>
                    <a:pt x="104775" y="183465"/>
                    <a:pt x="99401" y="216578"/>
                  </a:cubicBezTo>
                  <a:cubicBezTo>
                    <a:pt x="94028" y="249691"/>
                    <a:pt x="10746" y="262220"/>
                    <a:pt x="5373" y="298913"/>
                  </a:cubicBezTo>
                  <a:cubicBezTo>
                    <a:pt x="0" y="335606"/>
                    <a:pt x="52835" y="409887"/>
                    <a:pt x="65372" y="439420"/>
                  </a:cubicBezTo>
                </a:path>
              </a:pathLst>
            </a:custGeom>
            <a:noFill/>
            <a:ln w="38100" cap="flat" cmpd="sng" algn="ctr">
              <a:solidFill>
                <a:schemeClr val="accent2"/>
              </a:solidFill>
              <a:prstDash val="solid"/>
              <a:headEnd type="none"/>
              <a:tailEnd type="none"/>
            </a:ln>
            <a:effectLst/>
          </p:spPr>
          <p:txBody>
            <a:bodyPr vert="horz" wrap="square" lIns="0" tIns="0" rIns="5080" bIns="1905" numCol="1" spcCol="215900" anchor="t"/>
            <a:lstStyle/>
            <a:p>
              <a:pPr/>
              <a:endParaRPr lang="en-us" cap="none"/>
            </a:p>
          </p:txBody>
        </p:sp>
        <p:sp>
          <p:nvSpPr>
            <p:cNvPr id="5" name="Freeform 17"/>
            <p:cNvSpPr>
              <a:extLst>
                <a:ext uri="smNativeData">
                  <pr:smNativeData xmlns:pr="smNativeData" xmlns="smNativeData" val="SMDATA_15_VcZhaRMAAAAlAAAACwAAAA0AAAAAAAAAAAAAAAAIAAAAA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Ky8AAFwLAADQLwAAEA4AAAAAAAAmAAAACAAAAP//////////"/>
                </a:ext>
              </a:extLst>
            </p:cNvSpPr>
            <p:nvPr/>
          </p:nvSpPr>
          <p:spPr>
            <a:xfrm>
              <a:off x="7667625" y="1846580"/>
              <a:ext cx="104775" cy="439420"/>
            </a:xfrm>
            <a:custGeom>
              <a:avLst/>
              <a:gdLst/>
              <a:ahLst/>
              <a:cxnLst/>
              <a:rect l="0" t="0" r="104775" b="439420"/>
              <a:pathLst>
                <a:path w="104775" h="439420">
                  <a:moveTo>
                    <a:pt x="87760" y="0"/>
                  </a:moveTo>
                  <a:cubicBezTo>
                    <a:pt x="79700" y="15214"/>
                    <a:pt x="38507" y="63541"/>
                    <a:pt x="40298" y="99339"/>
                  </a:cubicBezTo>
                  <a:cubicBezTo>
                    <a:pt x="42089" y="135137"/>
                    <a:pt x="104775" y="183465"/>
                    <a:pt x="99401" y="216578"/>
                  </a:cubicBezTo>
                  <a:cubicBezTo>
                    <a:pt x="94028" y="249691"/>
                    <a:pt x="10746" y="262220"/>
                    <a:pt x="5373" y="298913"/>
                  </a:cubicBezTo>
                  <a:cubicBezTo>
                    <a:pt x="0" y="335606"/>
                    <a:pt x="52835" y="409887"/>
                    <a:pt x="65372" y="439420"/>
                  </a:cubicBezTo>
                </a:path>
              </a:pathLst>
            </a:custGeom>
            <a:noFill/>
            <a:ln w="38100" cap="flat" cmpd="sng" algn="ctr">
              <a:solidFill>
                <a:schemeClr val="accent2"/>
              </a:solidFill>
              <a:prstDash val="solid"/>
              <a:headEnd type="none"/>
              <a:tailEnd type="none"/>
            </a:ln>
            <a:effectLst/>
          </p:spPr>
          <p:txBody>
            <a:bodyPr vert="horz" wrap="square" lIns="0" tIns="0" rIns="5080" bIns="1270" numCol="1" spcCol="215900" anchor="t"/>
            <a:lstStyle/>
            <a:p>
              <a:pPr/>
              <a:endParaRPr lang="en-us" cap="none"/>
            </a:p>
          </p:txBody>
        </p:sp>
      </p:grpSp>
      <p:sp>
        <p:nvSpPr>
          <p:cNvPr id="17"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gEAAHEJAAAmIwAAwSIAABAAAAAmAAAACAAAAAEgAAAAAAAA"/>
              </a:ext>
            </a:extLst>
          </p:cNvSpPr>
          <p:nvPr>
            <p:ph type="body" idx="1"/>
          </p:nvPr>
        </p:nvSpPr>
        <p:spPr>
          <a:xfrm>
            <a:off x="227330" y="1534795"/>
            <a:ext cx="5486400" cy="4114800"/>
          </a:xfrm>
        </p:spPr>
        <p:txBody>
          <a:bodyPr vert="horz" wrap="square" lIns="0" tIns="0" rIns="0" bIns="0" numCol="1" spcCol="215900" anchor="t">
            <a:prstTxWarp prst="textNoShape">
              <a:avLst/>
            </a:prstTxWarp>
          </a:bodyPr>
          <a:lstStyle/>
          <a:p>
            <a:pPr>
              <a:lnSpc>
                <a:spcPct val="90000"/>
              </a:lnSpc>
            </a:pPr>
            <a:r>
              <a:rPr lang="en-us" b="1" cap="none"/>
              <a:t>Goal</a:t>
            </a:r>
            <a:r>
              <a:rPr lang="en-us" cap="none"/>
              <a:t>: Move all the missionaries and cannibals across the river. </a:t>
            </a:r>
            <a:endParaRPr lang="en-us" cap="none"/>
          </a:p>
          <a:p>
            <a:pPr>
              <a:lnSpc>
                <a:spcPct val="90000"/>
              </a:lnSpc>
            </a:pPr>
            <a:endParaRPr lang="en-us" cap="none"/>
          </a:p>
          <a:p>
            <a:pPr>
              <a:lnSpc>
                <a:spcPct val="90000"/>
              </a:lnSpc>
            </a:pPr>
            <a:r>
              <a:rPr lang="en-us" b="1" cap="none"/>
              <a:t>Constraint:</a:t>
            </a:r>
            <a:r>
              <a:rPr lang="en-us" cap="none"/>
              <a:t> Missionaries can never be outnumbered by cannibals on either side of river, or else the missionaries are killed. </a:t>
            </a:r>
            <a:endParaRPr lang="en-us" cap="none"/>
          </a:p>
          <a:p>
            <a:pPr>
              <a:lnSpc>
                <a:spcPct val="90000"/>
              </a:lnSpc>
            </a:pPr>
            <a:endParaRPr lang="en-us" cap="none"/>
          </a:p>
          <a:p>
            <a:pPr>
              <a:lnSpc>
                <a:spcPct val="90000"/>
              </a:lnSpc>
            </a:pPr>
            <a:r>
              <a:rPr lang="en-us" b="1" cap="none"/>
              <a:t>State:</a:t>
            </a:r>
            <a:r>
              <a:rPr lang="en-us" cap="none"/>
              <a:t> configuration of missionaries and cannibals and boat on each side of river.</a:t>
            </a:r>
            <a:endParaRPr lang="en-us" cap="none"/>
          </a:p>
          <a:p>
            <a:pPr>
              <a:lnSpc>
                <a:spcPct val="90000"/>
              </a:lnSpc>
            </a:pPr>
            <a:endParaRPr lang="en-us" cap="none"/>
          </a:p>
          <a:p>
            <a:pPr>
              <a:lnSpc>
                <a:spcPct val="90000"/>
              </a:lnSpc>
            </a:pPr>
            <a:r>
              <a:rPr lang="en-us" b="1" cap="none"/>
              <a:t>Initial State:</a:t>
            </a:r>
            <a:r>
              <a:rPr lang="en-us" cap="none"/>
              <a:t>  3 missionaries, 3 cannibals and the boat are on the near bank.</a:t>
            </a:r>
            <a:endParaRPr lang="en-us" cap="none"/>
          </a:p>
          <a:p>
            <a:pPr>
              <a:lnSpc>
                <a:spcPct val="90000"/>
              </a:lnSpc>
            </a:pPr>
            <a:endParaRPr lang="en-us" cap="none"/>
          </a:p>
          <a:p>
            <a:pPr>
              <a:lnSpc>
                <a:spcPct val="90000"/>
              </a:lnSpc>
            </a:pPr>
            <a:r>
              <a:rPr lang="en-us" b="1" cap="none"/>
              <a:t>Operators:</a:t>
            </a:r>
            <a:r>
              <a:rPr lang="en-us" cap="none"/>
              <a:t> Move boat containing some set of occupants across the river (in either direction) to the other side.</a:t>
            </a:r>
            <a:endParaRPr lang="en-us" cap="none"/>
          </a:p>
          <a:p>
            <a:pPr>
              <a:lnSpc>
                <a:spcPct val="90000"/>
              </a:lnSpc>
            </a:pPr>
            <a:endParaRPr lang="en-us" cap="non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2" nodeType="clickEffect">
                                  <p:stCondLst>
                                    <p:cond delay="0"/>
                                  </p:stCondLst>
                                  <p:childTnLst>
                                    <p:set>
                                      <p:cBhvr>
                                        <p:cTn id="14"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3" nodeType="clickEffect">
                                  <p:stCondLst>
                                    <p:cond delay="0"/>
                                  </p:stCondLst>
                                  <p:childTnLst>
                                    <p:set>
                                      <p:cBhvr>
                                        <p:cTn id="18" dur="1" fill="hold">
                                          <p:stCondLst>
                                            <p:cond delay="0"/>
                                          </p:stCondLst>
                                        </p:cTn>
                                        <p:tgtEl>
                                          <p:spTgt spid="1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4" nodeType="clickEffect">
                                  <p:stCondLst>
                                    <p:cond delay="0"/>
                                  </p:stCondLst>
                                  <p:childTnLst>
                                    <p:set>
                                      <p:cBhvr>
                                        <p:cTn id="22" dur="1" fill="hold">
                                          <p:stCondLst>
                                            <p:cond delay="0"/>
                                          </p:stCondLst>
                                        </p:cTn>
                                        <p:tgtEl>
                                          <p:spTgt spid="1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advAuto="0"/>
      <p:bldP spid="17" grpId="1" animBg="1" advAuto="0"/>
      <p:bldP spid="17" grpId="2" animBg="1" advAuto="0"/>
      <p:bldP spid="17" grpId="3" animBg="1" advAuto="0"/>
      <p:bldP spid="17" grpId="4" animBg="1" advAuto="0"/>
    </p:bldLst>
    <p:extLst>
      <p:ext uri="smNativeData">
        <pr:smNativeData xmlns:pr="smNativeData" xmlns="smNativeData" val="VcZhaQUAAAAFAAAAAAAAAAEAAAABAAAAAAAAAAAAAAAAAAAAAAAAAAkAAAACAAAAAQAAAAEAAAAAAAAAAAAAAAAAAAAAAAAADQAAAAQAAAABAAAAAQAAAAAAAAAAAAAAAAAAAAAAAAARAAAABgAAAAEAAAABAAAAAAAAAAAAAAAAAAAAAAAAABUAAAAIAAAAAQAAAAEAAAAAAAAAAAAAAAAAAAAAAAAA"/>
      </p:ext>
    </p:extLst>
  </p:timing>
</p:sld>
</file>

<file path=ppt/slides/slide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wIAALEBAAAVKAAA6wYAABAAAAAmAAAACAAAAAAAAAAAAAAA"/>
              </a:ext>
            </a:extLst>
          </p:cNvSpPr>
          <p:nvPr>
            <p:ph type="title"/>
          </p:nvPr>
        </p:nvSpPr>
        <p:spPr/>
        <p:txBody>
          <a:bodyPr/>
          <a:lstStyle/>
          <a:p>
            <a:pPr>
              <a:defRPr sz="2800" cap="none">
                <a:solidFill>
                  <a:srgbClr val="FF0000"/>
                </a:solidFill>
              </a:defRPr>
            </a:pPr>
            <a:r>
              <a:rPr lang="en-us" cap="none"/>
              <a:t>Missionaries and Cannibals Solution</a:t>
            </a:r>
            <a:endParaRPr lang="en-us"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MBK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AEAAEALAACQMwAAUCgAAAAAAAAmAAAACAAAAAEAAAAAAAAA"/>
              </a:ext>
            </a:extLst>
          </p:cNvSpPr>
          <p:nvPr>
            <p:ph type="body" idx="1"/>
          </p:nvPr>
        </p:nvSpPr>
        <p:spPr>
          <a:xfrm>
            <a:off x="228600" y="1828800"/>
            <a:ext cx="8153400" cy="4724400"/>
          </a:xfrm>
        </p:spPr>
        <p:txBody>
          <a:bodyPr/>
          <a:lstStyle/>
          <a:p>
            <a:pPr>
              <a:buNone/>
            </a:pPr>
            <a:r>
              <a:rPr lang="en-us" b="1" cap="none">
                <a:latin typeface="Courier" pitchFamily="0" charset="0"/>
                <a:ea typeface="Arial" pitchFamily="1" charset="0"/>
                <a:cs typeface="Arial" pitchFamily="1" charset="0"/>
              </a:rPr>
              <a:t>                                  </a:t>
            </a:r>
            <a:r>
              <a:rPr lang="en-us" b="1" i="1" u="sng" cap="none">
                <a:latin typeface="Courier" pitchFamily="0" charset="0"/>
                <a:ea typeface="Arial" pitchFamily="1" charset="0"/>
                <a:cs typeface="Arial" pitchFamily="1" charset="0"/>
              </a:rPr>
              <a:t>		Near side</a:t>
            </a:r>
            <a:r>
              <a:rPr lang="en-us" b="1" i="1" cap="none">
                <a:latin typeface="Courier" pitchFamily="0" charset="0"/>
                <a:ea typeface="Arial" pitchFamily="1" charset="0"/>
                <a:cs typeface="Arial" pitchFamily="1" charset="0"/>
              </a:rPr>
              <a:t>     </a:t>
            </a:r>
            <a:r>
              <a:rPr lang="en-us" b="1" i="1" u="sng" cap="none">
                <a:latin typeface="Courier" pitchFamily="0" charset="0"/>
                <a:ea typeface="Arial" pitchFamily="1" charset="0"/>
                <a:cs typeface="Arial" pitchFamily="1" charset="0"/>
              </a:rPr>
              <a:t>	Far side</a:t>
            </a:r>
            <a:endParaRPr lang="en-us" i="1" cap="none">
              <a:latin typeface="Courier" pitchFamily="0" charset="0"/>
              <a:ea typeface="Arial" pitchFamily="1" charset="0"/>
              <a:cs typeface="Arial" pitchFamily="1" charset="0"/>
            </a:endParaRPr>
          </a:p>
          <a:p>
            <a:pPr>
              <a:buNone/>
            </a:pPr>
            <a:r>
              <a:rPr lang="en-us" cap="none">
                <a:latin typeface="Courier" pitchFamily="0" charset="0"/>
                <a:ea typeface="Arial" pitchFamily="1" charset="0"/>
                <a:cs typeface="Arial" pitchFamily="1" charset="0"/>
              </a:rPr>
              <a:t>0 Initial setup:                   		MMMCCC  B       	 -</a:t>
            </a:r>
            <a:endParaRPr lang="en-us" cap="none">
              <a:latin typeface="Courier" pitchFamily="0" charset="0"/>
              <a:ea typeface="Arial" pitchFamily="1" charset="0"/>
              <a:cs typeface="Arial" pitchFamily="1" charset="0"/>
            </a:endParaRPr>
          </a:p>
          <a:p>
            <a:pPr>
              <a:buNone/>
            </a:pPr>
            <a:r>
              <a:rPr lang="en-us" cap="none">
                <a:latin typeface="Courier" pitchFamily="0" charset="0"/>
                <a:ea typeface="Arial" pitchFamily="1" charset="0"/>
                <a:cs typeface="Arial" pitchFamily="1" charset="0"/>
              </a:rPr>
              <a:t>1 Two cannibals cross over:        	MMMC          	B  CC</a:t>
            </a:r>
            <a:endParaRPr lang="en-us" cap="none">
              <a:latin typeface="Courier" pitchFamily="0" charset="0"/>
              <a:ea typeface="Arial" pitchFamily="1" charset="0"/>
              <a:cs typeface="Arial" pitchFamily="1" charset="0"/>
            </a:endParaRPr>
          </a:p>
          <a:p>
            <a:pPr>
              <a:buNone/>
            </a:pPr>
            <a:r>
              <a:rPr lang="en-us" cap="none">
                <a:latin typeface="Courier" pitchFamily="0" charset="0"/>
                <a:ea typeface="Arial" pitchFamily="1" charset="0"/>
                <a:cs typeface="Arial" pitchFamily="1" charset="0"/>
              </a:rPr>
              <a:t>2 One comes back:                 	 MMMCC   B        	C</a:t>
            </a:r>
            <a:endParaRPr lang="en-us" cap="none">
              <a:latin typeface="Courier" pitchFamily="0" charset="0"/>
              <a:ea typeface="Arial" pitchFamily="1" charset="0"/>
              <a:cs typeface="Arial" pitchFamily="1" charset="0"/>
            </a:endParaRPr>
          </a:p>
          <a:p>
            <a:pPr>
              <a:buNone/>
            </a:pPr>
            <a:r>
              <a:rPr lang="en-us" cap="none">
                <a:latin typeface="Courier" pitchFamily="0" charset="0"/>
                <a:ea typeface="Arial" pitchFamily="1" charset="0"/>
                <a:cs typeface="Arial" pitchFamily="1" charset="0"/>
              </a:rPr>
              <a:t>3 Two cannibals go over again:     	MMM          	 B  CCC</a:t>
            </a:r>
            <a:endParaRPr lang="en-us" cap="none">
              <a:latin typeface="Courier" pitchFamily="0" charset="0"/>
              <a:ea typeface="Arial" pitchFamily="1" charset="0"/>
              <a:cs typeface="Arial" pitchFamily="1" charset="0"/>
            </a:endParaRPr>
          </a:p>
          <a:p>
            <a:pPr>
              <a:buNone/>
            </a:pPr>
            <a:r>
              <a:rPr lang="en-us" cap="none">
                <a:latin typeface="Courier" pitchFamily="0" charset="0"/>
                <a:ea typeface="Arial" pitchFamily="1" charset="0"/>
                <a:cs typeface="Arial" pitchFamily="1" charset="0"/>
              </a:rPr>
              <a:t>4 One comes back:                  	MMMC    B       	 CC</a:t>
            </a:r>
            <a:endParaRPr lang="en-us" cap="none">
              <a:latin typeface="Courier" pitchFamily="0" charset="0"/>
              <a:ea typeface="Arial" pitchFamily="1" charset="0"/>
              <a:cs typeface="Arial" pitchFamily="1" charset="0"/>
            </a:endParaRPr>
          </a:p>
          <a:p>
            <a:pPr>
              <a:buNone/>
            </a:pPr>
            <a:r>
              <a:rPr lang="en-us" cap="none">
                <a:latin typeface="Courier" pitchFamily="0" charset="0"/>
                <a:ea typeface="Arial" pitchFamily="1" charset="0"/>
                <a:cs typeface="Arial" pitchFamily="1" charset="0"/>
              </a:rPr>
              <a:t>5 Two missionaries cross:          	MC            	B  MMCC</a:t>
            </a:r>
            <a:endParaRPr lang="en-us" cap="none">
              <a:latin typeface="Courier" pitchFamily="0" charset="0"/>
              <a:ea typeface="Arial" pitchFamily="1" charset="0"/>
              <a:cs typeface="Arial" pitchFamily="1" charset="0"/>
            </a:endParaRPr>
          </a:p>
          <a:p>
            <a:pPr>
              <a:buNone/>
            </a:pPr>
            <a:r>
              <a:rPr lang="en-us" cap="none">
                <a:latin typeface="Courier" pitchFamily="0" charset="0"/>
                <a:ea typeface="Arial" pitchFamily="1" charset="0"/>
                <a:cs typeface="Arial" pitchFamily="1" charset="0"/>
              </a:rPr>
              <a:t>6 A missionary &amp; cannibal return: 	 MMCC    B        	MC</a:t>
            </a:r>
            <a:endParaRPr lang="en-us" cap="none">
              <a:latin typeface="Courier" pitchFamily="0" charset="0"/>
              <a:ea typeface="Arial" pitchFamily="1" charset="0"/>
              <a:cs typeface="Arial" pitchFamily="1" charset="0"/>
            </a:endParaRPr>
          </a:p>
          <a:p>
            <a:pPr>
              <a:buNone/>
            </a:pPr>
            <a:r>
              <a:rPr lang="en-us" cap="none">
                <a:latin typeface="Courier" pitchFamily="0" charset="0"/>
                <a:ea typeface="Arial" pitchFamily="1" charset="0"/>
                <a:cs typeface="Arial" pitchFamily="1" charset="0"/>
              </a:rPr>
              <a:t>7 Two missionaries cross again:    	CC            	B  MMMC</a:t>
            </a:r>
            <a:endParaRPr lang="en-us" cap="none">
              <a:latin typeface="Courier" pitchFamily="0" charset="0"/>
              <a:ea typeface="Arial" pitchFamily="1" charset="0"/>
              <a:cs typeface="Arial" pitchFamily="1" charset="0"/>
            </a:endParaRPr>
          </a:p>
          <a:p>
            <a:pPr>
              <a:buNone/>
            </a:pPr>
            <a:r>
              <a:rPr lang="en-us" cap="none">
                <a:latin typeface="Courier" pitchFamily="0" charset="0"/>
                <a:ea typeface="Arial" pitchFamily="1" charset="0"/>
                <a:cs typeface="Arial" pitchFamily="1" charset="0"/>
              </a:rPr>
              <a:t>8 A cannibal returns:              	CCC  B       	 MMM</a:t>
            </a:r>
            <a:endParaRPr lang="en-us" cap="none">
              <a:latin typeface="Courier" pitchFamily="0" charset="0"/>
              <a:ea typeface="Arial" pitchFamily="1" charset="0"/>
              <a:cs typeface="Arial" pitchFamily="1" charset="0"/>
            </a:endParaRPr>
          </a:p>
          <a:p>
            <a:pPr>
              <a:buNone/>
            </a:pPr>
            <a:r>
              <a:rPr lang="en-us" cap="none">
                <a:latin typeface="Courier" pitchFamily="0" charset="0"/>
                <a:ea typeface="Arial" pitchFamily="1" charset="0"/>
                <a:cs typeface="Arial" pitchFamily="1" charset="0"/>
              </a:rPr>
              <a:t>9 Two cannibals cross:            	 C             	B  MMMCC</a:t>
            </a:r>
            <a:endParaRPr lang="en-us" cap="none">
              <a:latin typeface="Courier" pitchFamily="0" charset="0"/>
              <a:ea typeface="Arial" pitchFamily="1" charset="0"/>
              <a:cs typeface="Arial" pitchFamily="1" charset="0"/>
            </a:endParaRPr>
          </a:p>
          <a:p>
            <a:pPr>
              <a:buNone/>
            </a:pPr>
            <a:r>
              <a:rPr lang="en-us" cap="none">
                <a:latin typeface="Courier" pitchFamily="0" charset="0"/>
                <a:ea typeface="Arial" pitchFamily="1" charset="0"/>
                <a:cs typeface="Arial" pitchFamily="1" charset="0"/>
              </a:rPr>
              <a:t>10 One returns:                   		 CC      B        	MMMC</a:t>
            </a:r>
            <a:endParaRPr lang="en-us" cap="none">
              <a:latin typeface="Courier" pitchFamily="0" charset="0"/>
              <a:ea typeface="Arial" pitchFamily="1" charset="0"/>
              <a:cs typeface="Arial" pitchFamily="1" charset="0"/>
            </a:endParaRPr>
          </a:p>
          <a:p>
            <a:pPr>
              <a:buNone/>
            </a:pPr>
            <a:r>
              <a:rPr lang="en-us" cap="none">
                <a:latin typeface="Courier" pitchFamily="0" charset="0"/>
                <a:ea typeface="Arial" pitchFamily="1" charset="0"/>
                <a:cs typeface="Arial" pitchFamily="1" charset="0"/>
              </a:rPr>
              <a:t>11 And brings over the third:     	 -  	 	B  MMMCCC</a:t>
            </a:r>
            <a:endParaRPr lang="en-us" cap="none">
              <a:latin typeface="Courier" pitchFamily="0" charset="0"/>
              <a:ea typeface="Arial" pitchFamily="1" charset="0"/>
              <a:cs typeface="Arial" pitchFamily="1" charset="0"/>
            </a:endParaRPr>
          </a:p>
        </p:txBody>
      </p:sp>
    </p:spTree>
  </p:cSld>
  <p:clrMapOvr>
    <a:masterClrMapping/>
  </p:clrMapOvr>
  <p:timing>
    <p:tnLst>
      <p:par>
        <p:cTn id="1" dur="indefinite" restart="never" nodeType="tmRoot"/>
      </p:par>
    </p:tnLst>
  </p:timing>
</p:sld>
</file>

<file path=ppt/slides/slide1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AQAAGgBAAAINAAAcAgAABAAAAAmAAAACAAAAAEAAAAAAAAA"/>
              </a:ext>
            </a:extLst>
          </p:cNvSpPr>
          <p:nvPr>
            <p:ph type="title"/>
          </p:nvPr>
        </p:nvSpPr>
        <p:spPr>
          <a:xfrm>
            <a:off x="685800" y="228600"/>
            <a:ext cx="7772400" cy="1143000"/>
          </a:xfrm>
        </p:spPr>
        <p:txBody>
          <a:bodyPr/>
          <a:lstStyle/>
          <a:p>
            <a:pPr/>
            <a:r>
              <a:rPr lang="en-us" sz="3200" cap="none"/>
              <a:t>Cryptarithmetic</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AQAAMgKAAAINAAAyCgAABAAAAAmAAAACAAAAAEAAAAAAAAA"/>
              </a:ext>
            </a:extLst>
          </p:cNvSpPr>
          <p:nvPr>
            <p:ph type="body" idx="1"/>
          </p:nvPr>
        </p:nvSpPr>
        <p:spPr>
          <a:xfrm>
            <a:off x="685800" y="1752600"/>
            <a:ext cx="7772400" cy="4876800"/>
          </a:xfrm>
        </p:spPr>
        <p:txBody>
          <a:bodyPr/>
          <a:lstStyle/>
          <a:p>
            <a:pPr/>
            <a:r>
              <a:rPr lang="en-us" cap="none"/>
              <a:t>Find an assignment of digits (0, ..., 9) to letters so that a given arithmetic expression is true.  examples: SEND + MORE = MONEY and</a:t>
            </a:r>
            <a:endParaRPr lang="en-us" cap="none"/>
          </a:p>
          <a:p>
            <a:pPr lvl="2">
              <a:buNone/>
            </a:pPr>
            <a:r>
              <a:rPr lang="en-us" sz="1600" cap="none">
                <a:latin typeface="Courier" pitchFamily="0" charset="0"/>
                <a:ea typeface="Arial" pitchFamily="1" charset="0"/>
                <a:cs typeface="Arial" pitchFamily="1" charset="0"/>
              </a:rPr>
              <a:t> </a:t>
            </a:r>
            <a:r>
              <a:rPr lang="en-us" sz="1600" b="1" cap="none">
                <a:latin typeface="Courier" pitchFamily="0" charset="0"/>
                <a:ea typeface="Arial" pitchFamily="1" charset="0"/>
                <a:cs typeface="Arial" pitchFamily="1" charset="0"/>
              </a:rPr>
              <a:t>FORTY     Solution:  29786    </a:t>
            </a:r>
            <a:endParaRPr lang="en-us" sz="1600" b="1" cap="none">
              <a:latin typeface="Courier" pitchFamily="0" charset="0"/>
              <a:ea typeface="Arial" pitchFamily="1" charset="0"/>
              <a:cs typeface="Arial" pitchFamily="1" charset="0"/>
            </a:endParaRPr>
          </a:p>
          <a:p>
            <a:pPr lvl="2">
              <a:buNone/>
            </a:pPr>
            <a:r>
              <a:rPr lang="en-us" sz="1600" b="1" cap="none">
                <a:latin typeface="Courier" pitchFamily="0" charset="0"/>
                <a:ea typeface="Arial" pitchFamily="1" charset="0"/>
                <a:cs typeface="Arial" pitchFamily="1" charset="0"/>
              </a:rPr>
              <a:t>+  TEN                  850</a:t>
            </a:r>
            <a:endParaRPr lang="en-us" sz="1600" b="1" cap="none">
              <a:latin typeface="Courier" pitchFamily="0" charset="0"/>
              <a:ea typeface="Arial" pitchFamily="1" charset="0"/>
              <a:cs typeface="Arial" pitchFamily="1" charset="0"/>
            </a:endParaRPr>
          </a:p>
          <a:p>
            <a:pPr lvl="2">
              <a:buNone/>
            </a:pPr>
            <a:r>
              <a:rPr lang="en-us" sz="1600" b="1" cap="none">
                <a:latin typeface="Courier" pitchFamily="0" charset="0"/>
                <a:ea typeface="Arial" pitchFamily="1" charset="0"/>
                <a:cs typeface="Arial" pitchFamily="1" charset="0"/>
              </a:rPr>
              <a:t>+  TEN                  850</a:t>
            </a:r>
            <a:endParaRPr lang="en-us" sz="1600" b="1" cap="none">
              <a:latin typeface="Courier" pitchFamily="0" charset="0"/>
              <a:ea typeface="Arial" pitchFamily="1" charset="0"/>
              <a:cs typeface="Arial" pitchFamily="1" charset="0"/>
            </a:endParaRPr>
          </a:p>
          <a:p>
            <a:pPr lvl="2">
              <a:buNone/>
            </a:pPr>
            <a:r>
              <a:rPr lang="en-us" sz="1600" b="1" cap="none">
                <a:latin typeface="Courier" pitchFamily="0" charset="0"/>
                <a:ea typeface="Arial" pitchFamily="1" charset="0"/>
                <a:cs typeface="Arial" pitchFamily="1" charset="0"/>
              </a:rPr>
              <a:t> -----                -----</a:t>
            </a:r>
            <a:endParaRPr lang="en-us" sz="1600" b="1" cap="none">
              <a:latin typeface="Courier" pitchFamily="0" charset="0"/>
              <a:ea typeface="Arial" pitchFamily="1" charset="0"/>
              <a:cs typeface="Arial" pitchFamily="1" charset="0"/>
            </a:endParaRPr>
          </a:p>
          <a:p>
            <a:pPr lvl="2">
              <a:buNone/>
            </a:pPr>
            <a:r>
              <a:rPr lang="en-us" sz="1600" b="1" cap="none">
                <a:latin typeface="Courier" pitchFamily="0" charset="0"/>
                <a:ea typeface="Arial" pitchFamily="1" charset="0"/>
                <a:cs typeface="Arial" pitchFamily="1" charset="0"/>
              </a:rPr>
              <a:t> SIXTY                31486</a:t>
            </a:r>
            <a:endParaRPr lang="en-us" sz="1600" b="1" cap="none">
              <a:latin typeface="Courier" pitchFamily="0" charset="0"/>
              <a:ea typeface="Arial" pitchFamily="1" charset="0"/>
              <a:cs typeface="Arial" pitchFamily="1" charset="0"/>
            </a:endParaRPr>
          </a:p>
          <a:p>
            <a:pPr lvl="2">
              <a:buNone/>
            </a:pPr>
            <a:r>
              <a:rPr lang="en-us" sz="1600" b="1" cap="none">
                <a:latin typeface="Courier" pitchFamily="0" charset="0"/>
                <a:ea typeface="Arial" pitchFamily="1" charset="0"/>
                <a:cs typeface="Arial" pitchFamily="1" charset="0"/>
              </a:rPr>
              <a:t>F=2, O=9, R=7, etc.</a:t>
            </a:r>
            <a:endParaRPr lang="en-us" b="1" cap="none"/>
          </a:p>
          <a:p>
            <a:pPr>
              <a:buNone/>
            </a:pPr>
            <a:endParaRPr lang="en-us" cap="none"/>
          </a:p>
        </p:txBody>
      </p:sp>
    </p:spTree>
  </p:cSld>
  <p:clrMapOvr>
    <a:masterClrMapping/>
  </p:clrMapOvr>
  <p:timing>
    <p:tnLst>
      <p:par>
        <p:cTn id="1" dur="indefinite" restart="never" nodeType="tmRoot"/>
      </p:par>
    </p:tnLst>
  </p:timing>
</p:sld>
</file>

<file path=ppt/slides/slide1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6"/>
          <p:cNvSpPr>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wAAAOMIAABjHwAA4yYAABAAAAAmAAAACAAAAP//////////"/>
              </a:ext>
            </a:extLst>
          </p:cNvSpPr>
          <p:nvPr/>
        </p:nvSpPr>
        <p:spPr>
          <a:xfrm>
            <a:off x="73025" y="1444625"/>
            <a:ext cx="5029200" cy="4876800"/>
          </a:xfrm>
          <a:prstGeom prst="rect">
            <a:avLst/>
          </a:prstGeom>
          <a:noFill/>
          <a:ln>
            <a:noFill/>
          </a:ln>
          <a:effectLst/>
        </p:spPr>
        <p:txBody>
          <a:bodyPr vert="horz" wrap="square" lIns="91440" tIns="45720" rIns="91440" bIns="45720" numCol="1" spcCol="215900" anchor="t"/>
          <a:lstStyle>
            <a:lvl1pPr marL="225425" indent="-225425">
              <a:spcBef>
                <a:spcPts val="0"/>
              </a:spcBef>
              <a:buChar char="•"/>
              <a:defRPr sz="2400" cap="none">
                <a:solidFill>
                  <a:schemeClr val="tx1"/>
                </a:solidFill>
                <a:latin typeface="Times New Roman" pitchFamily="1" charset="0"/>
                <a:ea typeface="Arial" pitchFamily="1" charset="0"/>
                <a:cs typeface="Arial" pitchFamily="1" charset="0"/>
              </a:defRPr>
            </a:lvl1pPr>
            <a:lvl2pPr marL="567055" indent="-227330">
              <a:spcBef>
                <a:spcPts val="0"/>
              </a:spcBef>
              <a:buChar char="–"/>
              <a:defRPr sz="2000" cap="none">
                <a:solidFill>
                  <a:schemeClr val="tx1"/>
                </a:solidFill>
                <a:latin typeface="Times New Roman" pitchFamily="1" charset="0"/>
                <a:ea typeface="Arial" pitchFamily="1" charset="0"/>
                <a:cs typeface="Arial" pitchFamily="1" charset="0"/>
              </a:defRPr>
            </a:lvl2pPr>
            <a:lvl3pPr indent="-233680">
              <a:spcBef>
                <a:spcPts val="0"/>
              </a:spcBef>
              <a:buChar char="•"/>
              <a:defRPr cap="none">
                <a:solidFill>
                  <a:schemeClr val="tx1"/>
                </a:solidFill>
                <a:latin typeface="Times New Roman" pitchFamily="1" charset="0"/>
                <a:ea typeface="Arial" pitchFamily="1" charset="0"/>
                <a:cs typeface="Arial" pitchFamily="1" charset="0"/>
              </a:defRPr>
            </a:lvl3pPr>
            <a:lvl4pPr marL="1254125" indent="-225425">
              <a:spcBef>
                <a:spcPts val="0"/>
              </a:spcBef>
              <a:buChar char="–"/>
              <a:defRPr sz="1600" cap="none">
                <a:solidFill>
                  <a:schemeClr val="tx1"/>
                </a:solidFill>
                <a:latin typeface="Times New Roman" pitchFamily="1" charset="0"/>
                <a:ea typeface="Arial" pitchFamily="1" charset="0"/>
                <a:cs typeface="Arial" pitchFamily="1" charset="0"/>
              </a:defRPr>
            </a:lvl4pPr>
            <a:lvl5pPr marL="1602105" indent="-233680">
              <a:spcBef>
                <a:spcPts val="0"/>
              </a:spcBef>
              <a:buChar char="»"/>
              <a:defRPr sz="1600" cap="none">
                <a:solidFill>
                  <a:schemeClr val="tx1"/>
                </a:solidFill>
                <a:latin typeface="Times New Roman" pitchFamily="1" charset="0"/>
                <a:ea typeface="Arial" pitchFamily="1" charset="0"/>
                <a:cs typeface="Arial" pitchFamily="1" charset="0"/>
              </a:defRPr>
            </a:lvl5pPr>
            <a:lvl6pPr marL="2059305" indent="-233680">
              <a:spcBef>
                <a:spcPts val="0"/>
              </a:spcBef>
              <a:spcAft>
                <a:spcPts val="0"/>
              </a:spcAft>
              <a:buChar char="»"/>
              <a:defRPr sz="1600" cap="none">
                <a:solidFill>
                  <a:schemeClr val="tx1"/>
                </a:solidFill>
                <a:latin typeface="Times New Roman" pitchFamily="1" charset="0"/>
                <a:ea typeface="Arial" pitchFamily="1" charset="0"/>
                <a:cs typeface="Arial" pitchFamily="1" charset="0"/>
              </a:defRPr>
            </a:lvl6pPr>
            <a:lvl7pPr marL="2516505" indent="-233680">
              <a:spcBef>
                <a:spcPts val="0"/>
              </a:spcBef>
              <a:spcAft>
                <a:spcPts val="0"/>
              </a:spcAft>
              <a:buChar char="»"/>
              <a:defRPr sz="1600" cap="none">
                <a:solidFill>
                  <a:schemeClr val="tx1"/>
                </a:solidFill>
                <a:latin typeface="Times New Roman" pitchFamily="1" charset="0"/>
                <a:ea typeface="Arial" pitchFamily="1" charset="0"/>
                <a:cs typeface="Arial" pitchFamily="1" charset="0"/>
              </a:defRPr>
            </a:lvl7pPr>
            <a:lvl8pPr marL="2973705" indent="-233680">
              <a:spcBef>
                <a:spcPts val="0"/>
              </a:spcBef>
              <a:spcAft>
                <a:spcPts val="0"/>
              </a:spcAft>
              <a:buChar char="»"/>
              <a:defRPr sz="1600" cap="none">
                <a:solidFill>
                  <a:schemeClr val="tx1"/>
                </a:solidFill>
                <a:latin typeface="Times New Roman" pitchFamily="1" charset="0"/>
                <a:ea typeface="Arial" pitchFamily="1" charset="0"/>
                <a:cs typeface="Arial" pitchFamily="1" charset="0"/>
              </a:defRPr>
            </a:lvl8pPr>
            <a:lvl9pPr marL="3430905" indent="-233680">
              <a:spcBef>
                <a:spcPts val="0"/>
              </a:spcBef>
              <a:spcAft>
                <a:spcPts val="0"/>
              </a:spcAft>
              <a:buChar char="»"/>
              <a:defRPr sz="1600" cap="none">
                <a:solidFill>
                  <a:schemeClr val="tx1"/>
                </a:solidFill>
                <a:latin typeface="Times New Roman" pitchFamily="1" charset="0"/>
                <a:ea typeface="Arial" pitchFamily="1" charset="0"/>
                <a:cs typeface="Arial" pitchFamily="1" charset="0"/>
              </a:defRPr>
            </a:lvl9pPr>
          </a:lstStyle>
          <a:p>
            <a:pPr/>
            <a:r>
              <a:rPr lang="en-us" b="1" cap="none"/>
              <a:t>State:  </a:t>
            </a:r>
            <a:r>
              <a:rPr lang="en-us" cap="none">
                <a:solidFill>
                  <a:schemeClr val="bg1"/>
                </a:solidFill>
              </a:rPr>
              <a:t>mapping from letters to digits</a:t>
            </a:r>
            <a:endParaRPr lang="en-us" cap="none">
              <a:solidFill>
                <a:schemeClr val="bg1"/>
              </a:solidFill>
            </a:endParaRPr>
          </a:p>
          <a:p>
            <a:pPr/>
            <a:endParaRPr lang="en-us" b="1" cap="none">
              <a:solidFill>
                <a:schemeClr val="bg1"/>
              </a:solidFill>
            </a:endParaRPr>
          </a:p>
          <a:p>
            <a:pPr/>
            <a:r>
              <a:rPr lang="en-us" b="1" cap="none"/>
              <a:t>Initial State:  </a:t>
            </a:r>
            <a:r>
              <a:rPr lang="en-us" cap="none">
                <a:solidFill>
                  <a:schemeClr val="bg1"/>
                </a:solidFill>
              </a:rPr>
              <a:t>empty mapping</a:t>
            </a:r>
            <a:endParaRPr lang="en-us" cap="none">
              <a:solidFill>
                <a:schemeClr val="bg1"/>
              </a:solidFill>
            </a:endParaRPr>
          </a:p>
          <a:p>
            <a:pPr>
              <a:buNone/>
            </a:pPr>
            <a:endParaRPr lang="en-us" cap="none">
              <a:solidFill>
                <a:schemeClr val="bg1"/>
              </a:solidFill>
            </a:endParaRPr>
          </a:p>
          <a:p>
            <a:pPr/>
            <a:r>
              <a:rPr lang="en-us" b="1" cap="none"/>
              <a:t>Operators:  </a:t>
            </a:r>
            <a:r>
              <a:rPr lang="en-us" cap="none">
                <a:solidFill>
                  <a:schemeClr val="bg1"/>
                </a:solidFill>
              </a:rPr>
              <a:t>assign a digit to a letter</a:t>
            </a:r>
            <a:endParaRPr lang="en-us" cap="none">
              <a:solidFill>
                <a:schemeClr val="bg1"/>
              </a:solidFill>
            </a:endParaRPr>
          </a:p>
          <a:p>
            <a:pPr/>
            <a:endParaRPr lang="en-us" cap="none">
              <a:solidFill>
                <a:schemeClr val="bg1"/>
              </a:solidFill>
            </a:endParaRPr>
          </a:p>
          <a:p>
            <a:pPr/>
            <a:r>
              <a:rPr lang="en-us" b="1" cap="none"/>
              <a:t>Goal Test:  </a:t>
            </a:r>
            <a:r>
              <a:rPr lang="en-us" cap="none">
                <a:solidFill>
                  <a:schemeClr val="bg1"/>
                </a:solidFill>
              </a:rPr>
              <a:t>whether the expression is true given the </a:t>
            </a:r>
            <a:r>
              <a:rPr lang="en-us" u="sng" cap="none">
                <a:solidFill>
                  <a:schemeClr val="bg1"/>
                </a:solidFill>
              </a:rPr>
              <a:t>complete</a:t>
            </a:r>
            <a:r>
              <a:rPr lang="en-us" cap="none">
                <a:solidFill>
                  <a:schemeClr val="bg1"/>
                </a:solidFill>
              </a:rPr>
              <a:t> mapping</a:t>
            </a:r>
            <a:endParaRPr lang="en-us" cap="none">
              <a:solidFill>
                <a:schemeClr val="bg1"/>
              </a:solidFill>
            </a:endParaRPr>
          </a:p>
          <a:p>
            <a:pPr/>
            <a:endParaRPr lang="en-us" sz="1600" cap="none">
              <a:solidFill>
                <a:schemeClr val="bg1"/>
              </a:solidFill>
            </a:endParaRPr>
          </a:p>
        </p:txBody>
      </p:sp>
      <p:sp>
        <p:nvSpPr>
          <p:cNvPr id="3"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AQAAGgBAABTJAAARAcAABAAAAAmAAAACAAAAAEAAAAAAAAA"/>
              </a:ext>
            </a:extLst>
          </p:cNvSpPr>
          <p:nvPr>
            <p:ph type="title"/>
          </p:nvPr>
        </p:nvSpPr>
        <p:spPr>
          <a:xfrm>
            <a:off x="685800" y="228600"/>
            <a:ext cx="5219065" cy="952500"/>
          </a:xfrm>
        </p:spPr>
        <p:txBody>
          <a:bodyPr/>
          <a:lstStyle/>
          <a:p>
            <a:pPr algn="ctr">
              <a:defRPr b="1" cap="none">
                <a:solidFill>
                  <a:srgbClr val="00007F"/>
                </a:solidFill>
              </a:defRPr>
            </a:pPr>
            <a:r>
              <a:rPr lang="en-us" sz="3200" cap="none"/>
              <a:t>Cryptarithmetic</a:t>
            </a:r>
            <a:endParaRPr lang="en-us" sz="3200" cap="none"/>
          </a:p>
        </p:txBody>
      </p:sp>
      <p:sp>
        <p:nvSpPr>
          <p:cNvPr id="4"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B8AAMgKAADYNgAAOCIAABAAAAAmAAAACAAAAAEgAACAHwAA"/>
              </a:ext>
            </a:extLst>
          </p:cNvSpPr>
          <p:nvPr>
            <p:ph type="body" idx="1"/>
          </p:nvPr>
        </p:nvSpPr>
        <p:spPr>
          <a:xfrm>
            <a:off x="5105400" y="1752600"/>
            <a:ext cx="3810000" cy="3810000"/>
          </a:xfrm>
          <a:ln w="9525" cap="flat" cmpd="sng" algn="ctr">
            <a:solidFill>
              <a:schemeClr val="tx1"/>
            </a:solidFill>
            <a:prstDash val="solid"/>
            <a:headEnd type="none"/>
            <a:tailEnd type="none"/>
          </a:ln>
        </p:spPr>
        <p:txBody>
          <a:bodyPr vert="horz" wrap="square" lIns="0" tIns="0" rIns="0" bIns="0" numCol="1" spcCol="215900" anchor="t">
            <a:prstTxWarp prst="textNoShape">
              <a:avLst/>
            </a:prstTxWarp>
          </a:bodyPr>
          <a:lstStyle/>
          <a:p>
            <a:pPr marL="0" indent="0">
              <a:buNone/>
            </a:pPr>
            <a:r>
              <a:rPr lang="en-us" sz="2000" cap="none"/>
              <a:t>Find an assignment of digits to letters so that a given arithmetic expression is true.  examples: SEND + MORE = MONEY and</a:t>
            </a:r>
            <a:endParaRPr lang="en-us" sz="2000" cap="none"/>
          </a:p>
          <a:p>
            <a:pPr lvl="2">
              <a:buNone/>
            </a:pPr>
            <a:r>
              <a:rPr lang="en-us" sz="1400" cap="none">
                <a:latin typeface="Courier" pitchFamily="0" charset="0"/>
                <a:ea typeface="Arial" pitchFamily="1" charset="0"/>
                <a:cs typeface="Arial" pitchFamily="1" charset="0"/>
              </a:rPr>
              <a:t> </a:t>
            </a:r>
            <a:r>
              <a:rPr lang="en-us" sz="1400" b="1" cap="none">
                <a:latin typeface="Courier" pitchFamily="0" charset="0"/>
                <a:ea typeface="Arial" pitchFamily="1" charset="0"/>
                <a:cs typeface="Arial" pitchFamily="1" charset="0"/>
              </a:rPr>
              <a:t>FORTY     Solution:  29786    </a:t>
            </a:r>
            <a:endParaRPr lang="en-us" sz="1400" b="1" cap="none">
              <a:latin typeface="Courier" pitchFamily="0" charset="0"/>
              <a:ea typeface="Arial" pitchFamily="1" charset="0"/>
              <a:cs typeface="Arial" pitchFamily="1" charset="0"/>
            </a:endParaRPr>
          </a:p>
          <a:p>
            <a:pPr lvl="2">
              <a:buNone/>
            </a:pPr>
            <a:r>
              <a:rPr lang="en-us" sz="1400" b="1" cap="none">
                <a:latin typeface="Courier" pitchFamily="0" charset="0"/>
                <a:ea typeface="Arial" pitchFamily="1" charset="0"/>
                <a:cs typeface="Arial" pitchFamily="1" charset="0"/>
              </a:rPr>
              <a:t>+  TEN                  850</a:t>
            </a:r>
            <a:endParaRPr lang="en-us" sz="1400" b="1" cap="none">
              <a:latin typeface="Courier" pitchFamily="0" charset="0"/>
              <a:ea typeface="Arial" pitchFamily="1" charset="0"/>
              <a:cs typeface="Arial" pitchFamily="1" charset="0"/>
            </a:endParaRPr>
          </a:p>
          <a:p>
            <a:pPr lvl="2">
              <a:buNone/>
            </a:pPr>
            <a:r>
              <a:rPr lang="en-us" sz="1400" b="1" cap="none">
                <a:latin typeface="Courier" pitchFamily="0" charset="0"/>
                <a:ea typeface="Arial" pitchFamily="1" charset="0"/>
                <a:cs typeface="Arial" pitchFamily="1" charset="0"/>
              </a:rPr>
              <a:t>+  TEN                  850</a:t>
            </a:r>
            <a:endParaRPr lang="en-us" sz="1400" b="1" cap="none">
              <a:latin typeface="Courier" pitchFamily="0" charset="0"/>
              <a:ea typeface="Arial" pitchFamily="1" charset="0"/>
              <a:cs typeface="Arial" pitchFamily="1" charset="0"/>
            </a:endParaRPr>
          </a:p>
          <a:p>
            <a:pPr lvl="2">
              <a:buNone/>
            </a:pPr>
            <a:r>
              <a:rPr lang="en-us" sz="1400" b="1" cap="none">
                <a:latin typeface="Courier" pitchFamily="0" charset="0"/>
                <a:ea typeface="Arial" pitchFamily="1" charset="0"/>
                <a:cs typeface="Arial" pitchFamily="1" charset="0"/>
              </a:rPr>
              <a:t> -----                -----</a:t>
            </a:r>
            <a:endParaRPr lang="en-us" sz="1400" b="1" cap="none">
              <a:latin typeface="Courier" pitchFamily="0" charset="0"/>
              <a:ea typeface="Arial" pitchFamily="1" charset="0"/>
              <a:cs typeface="Arial" pitchFamily="1" charset="0"/>
            </a:endParaRPr>
          </a:p>
          <a:p>
            <a:pPr lvl="2">
              <a:buNone/>
            </a:pPr>
            <a:r>
              <a:rPr lang="en-us" sz="1400" b="1" cap="none">
                <a:latin typeface="Courier" pitchFamily="0" charset="0"/>
                <a:ea typeface="Arial" pitchFamily="1" charset="0"/>
                <a:cs typeface="Arial" pitchFamily="1" charset="0"/>
              </a:rPr>
              <a:t> SIXTY                31486</a:t>
            </a:r>
            <a:endParaRPr lang="en-us" sz="1400" b="1" cap="none">
              <a:latin typeface="Courier" pitchFamily="0" charset="0"/>
              <a:ea typeface="Arial" pitchFamily="1" charset="0"/>
              <a:cs typeface="Arial" pitchFamily="1" charset="0"/>
            </a:endParaRPr>
          </a:p>
          <a:p>
            <a:pPr lvl="2">
              <a:buNone/>
            </a:pPr>
            <a:r>
              <a:rPr lang="en-us" sz="1400" b="1" cap="none">
                <a:latin typeface="Courier" pitchFamily="0" charset="0"/>
                <a:ea typeface="Arial" pitchFamily="1" charset="0"/>
                <a:cs typeface="Arial" pitchFamily="1" charset="0"/>
              </a:rPr>
              <a:t>F=2, O=9, R=7, etc.</a:t>
            </a:r>
            <a:endParaRPr lang="en-us" sz="1600" b="1" cap="none"/>
          </a:p>
        </p:txBody>
      </p:sp>
      <p:sp>
        <p:nvSpPr>
          <p:cNvPr id="5" name="Rectangle 4"/>
          <p:cNvSpPr>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AAF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eAAAAOgIAABoHwAA6CYAABAAAAAmAAAACAAAAP//////////"/>
              </a:ext>
            </a:extLst>
          </p:cNvSpPr>
          <p:nvPr/>
        </p:nvSpPr>
        <p:spPr>
          <a:xfrm>
            <a:off x="76200" y="1447800"/>
            <a:ext cx="5029200" cy="4876800"/>
          </a:xfrm>
          <a:prstGeom prst="rect">
            <a:avLst/>
          </a:prstGeom>
          <a:noFill/>
          <a:ln>
            <a:noFill/>
          </a:ln>
          <a:effectLst/>
        </p:spPr>
        <p:txBody>
          <a:bodyPr vert="horz" wrap="square" lIns="91440" tIns="45720" rIns="91440" bIns="45720" numCol="1" spcCol="215900" anchor="t"/>
          <a:lstStyle>
            <a:lvl1pPr marL="225425" indent="-225425">
              <a:spcBef>
                <a:spcPts val="0"/>
              </a:spcBef>
              <a:buChar char="•"/>
              <a:defRPr sz="2400" cap="none">
                <a:solidFill>
                  <a:schemeClr val="tx1"/>
                </a:solidFill>
                <a:latin typeface="Times New Roman" pitchFamily="1" charset="0"/>
                <a:ea typeface="Arial" pitchFamily="1" charset="0"/>
                <a:cs typeface="Arial" pitchFamily="1" charset="0"/>
              </a:defRPr>
            </a:lvl1pPr>
            <a:lvl2pPr marL="567055" indent="-227330">
              <a:spcBef>
                <a:spcPts val="0"/>
              </a:spcBef>
              <a:buChar char="–"/>
              <a:defRPr sz="2000" cap="none">
                <a:solidFill>
                  <a:schemeClr val="tx1"/>
                </a:solidFill>
                <a:latin typeface="Times New Roman" pitchFamily="1" charset="0"/>
                <a:ea typeface="Arial" pitchFamily="1" charset="0"/>
                <a:cs typeface="Arial" pitchFamily="1" charset="0"/>
              </a:defRPr>
            </a:lvl2pPr>
            <a:lvl3pPr indent="-233680">
              <a:spcBef>
                <a:spcPts val="0"/>
              </a:spcBef>
              <a:buChar char="•"/>
              <a:defRPr cap="none">
                <a:solidFill>
                  <a:schemeClr val="tx1"/>
                </a:solidFill>
                <a:latin typeface="Times New Roman" pitchFamily="1" charset="0"/>
                <a:ea typeface="Arial" pitchFamily="1" charset="0"/>
                <a:cs typeface="Arial" pitchFamily="1" charset="0"/>
              </a:defRPr>
            </a:lvl3pPr>
            <a:lvl4pPr marL="1254125" indent="-225425">
              <a:spcBef>
                <a:spcPts val="0"/>
              </a:spcBef>
              <a:buChar char="–"/>
              <a:defRPr sz="1600" cap="none">
                <a:solidFill>
                  <a:schemeClr val="tx1"/>
                </a:solidFill>
                <a:latin typeface="Times New Roman" pitchFamily="1" charset="0"/>
                <a:ea typeface="Arial" pitchFamily="1" charset="0"/>
                <a:cs typeface="Arial" pitchFamily="1" charset="0"/>
              </a:defRPr>
            </a:lvl4pPr>
            <a:lvl5pPr marL="1602105" indent="-233680">
              <a:spcBef>
                <a:spcPts val="0"/>
              </a:spcBef>
              <a:buChar char="»"/>
              <a:defRPr sz="1600" cap="none">
                <a:solidFill>
                  <a:schemeClr val="tx1"/>
                </a:solidFill>
                <a:latin typeface="Times New Roman" pitchFamily="1" charset="0"/>
                <a:ea typeface="Arial" pitchFamily="1" charset="0"/>
                <a:cs typeface="Arial" pitchFamily="1" charset="0"/>
              </a:defRPr>
            </a:lvl5pPr>
            <a:lvl6pPr marL="2059305" indent="-233680">
              <a:spcBef>
                <a:spcPts val="0"/>
              </a:spcBef>
              <a:spcAft>
                <a:spcPts val="0"/>
              </a:spcAft>
              <a:buChar char="»"/>
              <a:defRPr sz="1600" cap="none">
                <a:solidFill>
                  <a:schemeClr val="tx1"/>
                </a:solidFill>
                <a:latin typeface="Times New Roman" pitchFamily="1" charset="0"/>
                <a:ea typeface="Arial" pitchFamily="1" charset="0"/>
                <a:cs typeface="Arial" pitchFamily="1" charset="0"/>
              </a:defRPr>
            </a:lvl6pPr>
            <a:lvl7pPr marL="2516505" indent="-233680">
              <a:spcBef>
                <a:spcPts val="0"/>
              </a:spcBef>
              <a:spcAft>
                <a:spcPts val="0"/>
              </a:spcAft>
              <a:buChar char="»"/>
              <a:defRPr sz="1600" cap="none">
                <a:solidFill>
                  <a:schemeClr val="tx1"/>
                </a:solidFill>
                <a:latin typeface="Times New Roman" pitchFamily="1" charset="0"/>
                <a:ea typeface="Arial" pitchFamily="1" charset="0"/>
                <a:cs typeface="Arial" pitchFamily="1" charset="0"/>
              </a:defRPr>
            </a:lvl7pPr>
            <a:lvl8pPr marL="2973705" indent="-233680">
              <a:spcBef>
                <a:spcPts val="0"/>
              </a:spcBef>
              <a:spcAft>
                <a:spcPts val="0"/>
              </a:spcAft>
              <a:buChar char="»"/>
              <a:defRPr sz="1600" cap="none">
                <a:solidFill>
                  <a:schemeClr val="tx1"/>
                </a:solidFill>
                <a:latin typeface="Times New Roman" pitchFamily="1" charset="0"/>
                <a:ea typeface="Arial" pitchFamily="1" charset="0"/>
                <a:cs typeface="Arial" pitchFamily="1" charset="0"/>
              </a:defRPr>
            </a:lvl8pPr>
            <a:lvl9pPr marL="3430905" indent="-233680">
              <a:spcBef>
                <a:spcPts val="0"/>
              </a:spcBef>
              <a:spcAft>
                <a:spcPts val="0"/>
              </a:spcAft>
              <a:buChar char="»"/>
              <a:defRPr sz="1600" cap="none">
                <a:solidFill>
                  <a:schemeClr val="tx1"/>
                </a:solidFill>
                <a:latin typeface="Times New Roman" pitchFamily="1" charset="0"/>
                <a:ea typeface="Arial" pitchFamily="1" charset="0"/>
                <a:cs typeface="Arial" pitchFamily="1" charset="0"/>
              </a:defRPr>
            </a:lvl9pPr>
          </a:lstStyle>
          <a:p>
            <a:pPr/>
            <a:r>
              <a:rPr lang="en-us" b="1" cap="none"/>
              <a:t>State:  </a:t>
            </a:r>
            <a:r>
              <a:rPr lang="en-us" cap="none"/>
              <a:t>mapping from letters to digits</a:t>
            </a:r>
            <a:endParaRPr lang="en-us" cap="none"/>
          </a:p>
          <a:p>
            <a:pPr/>
            <a:endParaRPr lang="en-us" b="1" cap="none"/>
          </a:p>
          <a:p>
            <a:pPr/>
            <a:r>
              <a:rPr lang="en-us" b="1" cap="none"/>
              <a:t>Initial State:  </a:t>
            </a:r>
            <a:r>
              <a:rPr lang="en-us" cap="none"/>
              <a:t>empty mapping</a:t>
            </a:r>
            <a:endParaRPr lang="en-us" cap="none"/>
          </a:p>
          <a:p>
            <a:pPr>
              <a:buNone/>
            </a:pPr>
            <a:endParaRPr lang="en-us" cap="none"/>
          </a:p>
          <a:p>
            <a:pPr/>
            <a:r>
              <a:rPr lang="en-us" b="1" cap="none"/>
              <a:t>Operators:  </a:t>
            </a:r>
            <a:r>
              <a:rPr lang="en-us" cap="none"/>
              <a:t>assign a digit to a letter</a:t>
            </a:r>
            <a:endParaRPr lang="en-us" cap="none"/>
          </a:p>
          <a:p>
            <a:pPr/>
            <a:endParaRPr lang="en-us" cap="none"/>
          </a:p>
          <a:p>
            <a:pPr/>
            <a:r>
              <a:rPr lang="en-us" b="1" cap="none"/>
              <a:t>Goal Test:  </a:t>
            </a:r>
            <a:r>
              <a:rPr lang="en-us" cap="none"/>
              <a:t>whether the expression is true given the </a:t>
            </a:r>
            <a:r>
              <a:rPr lang="en-us" u="sng" cap="none"/>
              <a:t>complete</a:t>
            </a:r>
            <a:r>
              <a:rPr lang="en-us" cap="none"/>
              <a:t> mapping</a:t>
            </a:r>
            <a:endParaRPr lang="en-us" cap="none"/>
          </a:p>
          <a:p>
            <a:pPr/>
            <a:endParaRPr lang="en-us" sz="1600" cap="none"/>
          </a:p>
          <a:p>
            <a:pPr>
              <a:buNone/>
            </a:pPr>
            <a:r>
              <a:rPr lang="en-us" sz="1800" cap="none"/>
              <a:t>	Note: In this problem, the solution is NOT a sequence of actions that transforms the initial state into the goal state; rather, the solution is a goal node that includes an assignment of a digit to each letter in the given problem.</a:t>
            </a:r>
            <a:endParaRPr lang="en-us" sz="1800" cap="non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2"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3"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4"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dvAuto="0"/>
      <p:bldP spid="5" grpId="1" animBg="1" advAuto="0"/>
      <p:bldP spid="5" grpId="2" animBg="1" advAuto="0"/>
      <p:bldP spid="5" grpId="3" animBg="1" advAuto="0"/>
      <p:bldP spid="5" grpId="4" animBg="1" advAuto="0"/>
    </p:bldLst>
    <p:extLst>
      <p:ext uri="smNativeData">
        <pr:smNativeData xmlns:pr="smNativeData" xmlns="smNativeData" val="VcZhaQUAAAAFAAAAAAAAAAEAAAABAAAAAAAAAAAAAAAAAAAAAAAAAAkAAAACAAAAAQAAAAEAAAAAAAAAAAAAAAAAAAAAAAAADQAAAAQAAAABAAAAAQAAAAAAAAAAAAAAAAAAAAAAAAARAAAABgAAAAEAAAABAAAAAAAAAAAAAAAAAAAAAAAAABUAAAAIAAAAAQAAAAEAAAAAAAAAAAAAAAAAAAAAAAAA"/>
      </p:ext>
    </p:extLst>
  </p:timing>
</p:sld>
</file>

<file path=ppt/slides/slide1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JcAm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AQAAOABAAD9JQAA1AYAABAAAAAmAAAACAAAAAEAAAAAAAAA"/>
              </a:ext>
            </a:extLst>
          </p:cNvSpPr>
          <p:nvPr>
            <p:ph type="title"/>
          </p:nvPr>
        </p:nvSpPr>
        <p:spPr>
          <a:xfrm>
            <a:off x="685800" y="304800"/>
            <a:ext cx="5489575" cy="805180"/>
          </a:xfrm>
        </p:spPr>
        <p:txBody>
          <a:bodyPr/>
          <a:lstStyle/>
          <a:p>
            <a:pPr algn="ctr">
              <a:defRPr b="1" cap="none">
                <a:solidFill>
                  <a:srgbClr val="00007F"/>
                </a:solidFill>
              </a:defRPr>
            </a:pPr>
            <a:r>
              <a:rPr lang="en-us" sz="3200" cap="none"/>
              <a:t>Remove 5 Sticks</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AMAALUJAAB4HgAApSgAABAAAAAmAAAACAAAAAEgAAAAAAAA"/>
              </a:ext>
            </a:extLst>
          </p:cNvSpPr>
          <p:nvPr>
            <p:ph type="body" idx="1"/>
          </p:nvPr>
        </p:nvSpPr>
        <p:spPr>
          <a:xfrm>
            <a:off x="609600" y="1577975"/>
            <a:ext cx="4343400" cy="5029200"/>
          </a:xfrm>
        </p:spPr>
        <p:txBody>
          <a:bodyPr vert="horz" wrap="square" lIns="0" tIns="0" rIns="0" bIns="0" numCol="1" spcCol="215900" anchor="t">
            <a:prstTxWarp prst="textNoShape">
              <a:avLst/>
            </a:prstTxWarp>
          </a:bodyPr>
          <a:lstStyle/>
          <a:p>
            <a:pPr>
              <a:lnSpc>
                <a:spcPct val="90000"/>
              </a:lnSpc>
              <a:buNone/>
            </a:pPr>
            <a:r>
              <a:rPr lang="en-us" cap="none"/>
              <a:t>	Given the following configuration of sticks, remove exactly 5 sticks in such a way that the remaining configuration forms exactly 3 squares. </a:t>
            </a:r>
            <a:endParaRPr lang="en-us" cap="none"/>
          </a:p>
          <a:p>
            <a:pPr>
              <a:lnSpc>
                <a:spcPct val="90000"/>
              </a:lnSpc>
              <a:buNone/>
            </a:pPr>
            <a:endParaRPr lang="en-us" sz="1400" cap="none"/>
          </a:p>
          <a:p>
            <a:pPr>
              <a:lnSpc>
                <a:spcPct val="90000"/>
              </a:lnSpc>
            </a:pPr>
            <a:r>
              <a:rPr lang="en-us" b="1" cap="none"/>
              <a:t>State:  </a:t>
            </a:r>
            <a:r>
              <a:rPr lang="en-us" cap="none"/>
              <a:t>?</a:t>
            </a:r>
            <a:endParaRPr lang="en-us" cap="none"/>
          </a:p>
          <a:p>
            <a:pPr>
              <a:lnSpc>
                <a:spcPct val="90000"/>
              </a:lnSpc>
            </a:pPr>
            <a:endParaRPr lang="en-us" b="1" cap="none"/>
          </a:p>
          <a:p>
            <a:pPr>
              <a:lnSpc>
                <a:spcPct val="90000"/>
              </a:lnSpc>
            </a:pPr>
            <a:r>
              <a:rPr lang="en-us" b="1" cap="none"/>
              <a:t>Initial State:  </a:t>
            </a:r>
            <a:r>
              <a:rPr lang="en-us" cap="none"/>
              <a:t>?</a:t>
            </a:r>
            <a:endParaRPr lang="en-us" cap="none"/>
          </a:p>
          <a:p>
            <a:pPr>
              <a:lnSpc>
                <a:spcPct val="90000"/>
              </a:lnSpc>
              <a:buNone/>
            </a:pPr>
            <a:endParaRPr lang="en-us" cap="none"/>
          </a:p>
          <a:p>
            <a:pPr>
              <a:lnSpc>
                <a:spcPct val="90000"/>
              </a:lnSpc>
            </a:pPr>
            <a:r>
              <a:rPr lang="en-us" b="1" cap="none"/>
              <a:t>Operators:  </a:t>
            </a:r>
            <a:r>
              <a:rPr lang="en-us" cap="none"/>
              <a:t>?</a:t>
            </a:r>
            <a:endParaRPr lang="en-us" cap="none"/>
          </a:p>
          <a:p>
            <a:pPr>
              <a:lnSpc>
                <a:spcPct val="90000"/>
              </a:lnSpc>
            </a:pPr>
            <a:endParaRPr lang="en-us" cap="none"/>
          </a:p>
          <a:p>
            <a:pPr>
              <a:lnSpc>
                <a:spcPct val="90000"/>
              </a:lnSpc>
            </a:pPr>
            <a:r>
              <a:rPr lang="en-us" b="1" cap="none"/>
              <a:t>Goal Test:  </a:t>
            </a:r>
            <a:r>
              <a:rPr lang="en-us" cap="none"/>
              <a:t>?</a:t>
            </a:r>
            <a:endParaRPr lang="en-us" cap="none"/>
          </a:p>
        </p:txBody>
      </p:sp>
      <p:sp>
        <p:nvSpPr>
          <p:cNvPr id="4" name="Line 4"/>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GCQAAKgMAADBKAAAqAwAABAgAAAmAAAACAAAAP//////////"/>
              </a:ext>
            </a:extLst>
          </p:cNvSpPr>
          <p:nvPr/>
        </p:nvSpPr>
        <p:spPr>
          <a:xfrm>
            <a:off x="5867400" y="2057400"/>
            <a:ext cx="757555"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5" name="Line 5"/>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N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TCoAAKgMAAD0LgAAqAwAABAgAAAmAAAACAAAAP//////////"/>
              </a:ext>
            </a:extLst>
          </p:cNvSpPr>
          <p:nvPr/>
        </p:nvSpPr>
        <p:spPr>
          <a:xfrm>
            <a:off x="6875780" y="2057400"/>
            <a:ext cx="756920"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6" name="Line 6"/>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N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GCQAADYOAAAYJAAA3hIAABAgAAAmAAAACAAAAP//////////"/>
              </a:ext>
            </a:extLst>
          </p:cNvSpPr>
          <p:nvPr/>
        </p:nvSpPr>
        <p:spPr>
          <a:xfrm rot="5400000">
            <a:off x="5488940" y="2688590"/>
            <a:ext cx="756920"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7" name="Line 7"/>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9C4AADYOAAD0LgAA3hIAABAgAAAmAAAACAAAAP//////////"/>
              </a:ext>
            </a:extLst>
          </p:cNvSpPr>
          <p:nvPr/>
        </p:nvSpPr>
        <p:spPr>
          <a:xfrm rot="5400000">
            <a:off x="7254240" y="2688590"/>
            <a:ext cx="756920"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8" name="Line 8"/>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hikAADYOAACGKQAA3hIAABAgAAAmAAAACAAAAP//////////"/>
              </a:ext>
            </a:extLst>
          </p:cNvSpPr>
          <p:nvPr/>
        </p:nvSpPr>
        <p:spPr>
          <a:xfrm rot="5400000">
            <a:off x="6371590" y="2688590"/>
            <a:ext cx="756920"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9" name="Line 9"/>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GCQAACgjAADBKAAAKCMAABAgAAAmAAAACAAAAP//////////"/>
              </a:ext>
            </a:extLst>
          </p:cNvSpPr>
          <p:nvPr/>
        </p:nvSpPr>
        <p:spPr>
          <a:xfrm>
            <a:off x="5867400" y="5715000"/>
            <a:ext cx="757555"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10" name="Line 10"/>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TCoAACgjAAD0LgAAKCMAABAgAAAmAAAACAAAAP//////////"/>
              </a:ext>
            </a:extLst>
          </p:cNvSpPr>
          <p:nvPr/>
        </p:nvSpPr>
        <p:spPr>
          <a:xfrm>
            <a:off x="6875780" y="5715000"/>
            <a:ext cx="756920"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11" name="Line 11"/>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GCQAAGcbAADBKAAAZxsAABAgAAAmAAAACAAAAP//////////"/>
              </a:ext>
            </a:extLst>
          </p:cNvSpPr>
          <p:nvPr/>
        </p:nvSpPr>
        <p:spPr>
          <a:xfrm>
            <a:off x="5867400" y="4454525"/>
            <a:ext cx="757555"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12" name="Line 12"/>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TCoAAGcbAAD0LgAAZxsAABAgAAAmAAAACAAAAP//////////"/>
              </a:ext>
            </a:extLst>
          </p:cNvSpPr>
          <p:nvPr/>
        </p:nvSpPr>
        <p:spPr>
          <a:xfrm>
            <a:off x="6875780" y="4454525"/>
            <a:ext cx="756920"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13" name="Line 13"/>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GCQAAKQTAADBKAAApBMAABAgAAAmAAAACAAAAP//////////"/>
              </a:ext>
            </a:extLst>
          </p:cNvSpPr>
          <p:nvPr/>
        </p:nvSpPr>
        <p:spPr>
          <a:xfrm>
            <a:off x="5867400" y="3192780"/>
            <a:ext cx="757555"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14" name="Line 14"/>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TCoAAKQTAAD0LgAApBMAABAgAAAmAAAACAAAAP//////////"/>
              </a:ext>
            </a:extLst>
          </p:cNvSpPr>
          <p:nvPr/>
        </p:nvSpPr>
        <p:spPr>
          <a:xfrm>
            <a:off x="6875780" y="3192780"/>
            <a:ext cx="756920"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15" name="Line 15"/>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GCQAAPIcAAAYJAAAmyEAABAgAAAmAAAACAAAAP//////////"/>
              </a:ext>
            </a:extLst>
          </p:cNvSpPr>
          <p:nvPr/>
        </p:nvSpPr>
        <p:spPr>
          <a:xfrm rot="5400000">
            <a:off x="5488940" y="5083810"/>
            <a:ext cx="757555"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16" name="Line 16"/>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9C4AAPIcAAD0LgAAmyEAABAgAAAmAAAACAAAAP//////////"/>
              </a:ext>
            </a:extLst>
          </p:cNvSpPr>
          <p:nvPr/>
        </p:nvSpPr>
        <p:spPr>
          <a:xfrm rot="5400000">
            <a:off x="7254240" y="5083810"/>
            <a:ext cx="757555"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17" name="Line 17"/>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hikAAPIcAACGKQAAmyEAABAgAAAmAAAACAAAAP//////////"/>
              </a:ext>
            </a:extLst>
          </p:cNvSpPr>
          <p:nvPr/>
        </p:nvSpPr>
        <p:spPr>
          <a:xfrm rot="5400000">
            <a:off x="6371590" y="5083810"/>
            <a:ext cx="757555"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18" name="Line 18"/>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GCQAADEVAAAYJAAA2hkAABAgAAAmAAAACAAAAP//////////"/>
              </a:ext>
            </a:extLst>
          </p:cNvSpPr>
          <p:nvPr/>
        </p:nvSpPr>
        <p:spPr>
          <a:xfrm rot="5400000">
            <a:off x="5488940" y="3823335"/>
            <a:ext cx="757555"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19" name="Line 19"/>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8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9C4AADEVAAD0LgAA2hkAABAgAAAmAAAACAAAAP//////////"/>
              </a:ext>
            </a:extLst>
          </p:cNvSpPr>
          <p:nvPr/>
        </p:nvSpPr>
        <p:spPr>
          <a:xfrm rot="5400000">
            <a:off x="7254240" y="3823335"/>
            <a:ext cx="757555"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20" name="Line 20"/>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Y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hikAADEVAACGKQAA2hkAABAgAAAmAAAACAAAAP//////////"/>
              </a:ext>
            </a:extLst>
          </p:cNvSpPr>
          <p:nvPr/>
        </p:nvSpPr>
        <p:spPr>
          <a:xfrm rot="5400000">
            <a:off x="6371590" y="3823335"/>
            <a:ext cx="757555" cy="0"/>
          </a:xfrm>
          <a:prstGeom prst="lin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xit" presetSubtype="0" fill="hold" grpId="0" nodeType="clickEffect">
                                  <p:stCondLst>
                                    <p:cond delay="0"/>
                                  </p:stCondLst>
                                  <p:childTnLst>
                                    <p:anim calcmode="lin" valueType="num">
                                      <p:cBhvr>
                                        <p:cTn id="6" dur="1000" fill="hold"/>
                                        <p:tgtEl>
                                          <p:spTgt spid="4"/>
                                        </p:tgtEl>
                                        <p:attrNameLst>
                                          <p:attrName>ppt_x</p:attrName>
                                        </p:attrNameLst>
                                      </p:cBhvr>
                                      <p:tavLst>
                                        <p:tav tm="0">
                                          <p:val>
                                            <p:strVal val="#ppt_x"/>
                                          </p:val>
                                        </p:tav>
                                        <p:tav tm="100000">
                                          <p:val>
                                            <p:strVal val="#ppt_x"/>
                                          </p:val>
                                        </p:tav>
                                      </p:tavLst>
                                    </p:anim>
                                    <p:anim calcmode="lin" valueType="num">
                                      <p:cBhvr>
                                        <p:cTn id="7" dur="100" decel="100000" fill="hold">
                                          <p:stCondLst>
                                            <p:cond delay="0"/>
                                          </p:stCondLst>
                                        </p:cTn>
                                        <p:tgtEl>
                                          <p:spTgt spid="4"/>
                                        </p:tgtEl>
                                        <p:attrNameLst>
                                          <p:attrName>ppt_y</p:attrName>
                                        </p:attrNameLst>
                                      </p:cBhvr>
                                      <p:tavLst>
                                        <p:tav tm="0">
                                          <p:val>
                                            <p:strVal val="#ppt_y"/>
                                          </p:val>
                                        </p:tav>
                                        <p:tav tm="100000">
                                          <p:val>
                                            <p:strVal val="#ppt_y-.03"/>
                                          </p:val>
                                        </p:tav>
                                      </p:tavLst>
                                    </p:anim>
                                    <p:anim calcmode="lin" valueType="num">
                                      <p:cBhvr>
                                        <p:cTn id="8" dur="900" accel="100000" fill="hold">
                                          <p:stCondLst>
                                            <p:cond delay="100"/>
                                          </p:stCondLst>
                                        </p:cTn>
                                        <p:tgtEl>
                                          <p:spTgt spid="4"/>
                                        </p:tgtEl>
                                        <p:attrNameLst>
                                          <p:attrName>ppt_y</p:attrName>
                                        </p:attrNameLst>
                                      </p:cBhvr>
                                      <p:tavLst>
                                        <p:tav tm="0">
                                          <p:val>
                                            <p:strVal val="#ppt_y-.03"/>
                                          </p:val>
                                        </p:tav>
                                        <p:tav tm="100000">
                                          <p:val>
                                            <p:strVal val="#ppt_y+1"/>
                                          </p:val>
                                        </p:tav>
                                      </p:tavLst>
                                    </p:anim>
                                    <p:animEffect transition="out" filter="fade">
                                      <p:cBhvr>
                                        <p:cTn id="9" dur="1000"/>
                                        <p:tgtEl>
                                          <p:spTgt spid="4"/>
                                        </p:tgtEl>
                                      </p:cBhvr>
                                    </p:animEffect>
                                    <p:set>
                                      <p:cBhvr>
                                        <p:cTn id="10" dur="1" fill="hold">
                                          <p:stCondLst>
                                            <p:cond delay="999"/>
                                          </p:stCondLst>
                                        </p:cTn>
                                        <p:tgtEl>
                                          <p:spTgt spid="4"/>
                                        </p:tgtEl>
                                        <p:attrNameLst>
                                          <p:attrName>style.visibility</p:attrName>
                                        </p:attrNameLst>
                                      </p:cBhvr>
                                      <p:to>
                                        <p:strVal val="hidden"/>
                                      </p:to>
                                    </p:set>
                                  </p:childTnLst>
                                </p:cTn>
                              </p:par>
                              <p:par>
                                <p:cTn id="11" presetID="37" presetClass="exit" presetSubtype="0" fill="hold" grpId="0" nodeType="withEffect">
                                  <p:stCondLst>
                                    <p:cond delay="0"/>
                                  </p:stCondLst>
                                  <p:childTnLs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 decel="100000" fill="hold">
                                          <p:stCondLst>
                                            <p:cond delay="0"/>
                                          </p:stCondLst>
                                        </p:cTn>
                                        <p:tgtEl>
                                          <p:spTgt spid="6"/>
                                        </p:tgtEl>
                                        <p:attrNameLst>
                                          <p:attrName>ppt_y</p:attrName>
                                        </p:attrNameLst>
                                      </p:cBhvr>
                                      <p:tavLst>
                                        <p:tav tm="0">
                                          <p:val>
                                            <p:strVal val="#ppt_y"/>
                                          </p:val>
                                        </p:tav>
                                        <p:tav tm="100000">
                                          <p:val>
                                            <p:strVal val="#ppt_y-.03"/>
                                          </p:val>
                                        </p:tav>
                                      </p:tavLst>
                                    </p:anim>
                                    <p:anim calcmode="lin" valueType="num">
                                      <p:cBhvr>
                                        <p:cTn id="14" dur="900" accel="100000" fill="hold">
                                          <p:stCondLst>
                                            <p:cond delay="100"/>
                                          </p:stCondLst>
                                        </p:cTn>
                                        <p:tgtEl>
                                          <p:spTgt spid="6"/>
                                        </p:tgtEl>
                                        <p:attrNameLst>
                                          <p:attrName>ppt_y</p:attrName>
                                        </p:attrNameLst>
                                      </p:cBhvr>
                                      <p:tavLst>
                                        <p:tav tm="0">
                                          <p:val>
                                            <p:strVal val="#ppt_y-.03"/>
                                          </p:val>
                                        </p:tav>
                                        <p:tav tm="100000">
                                          <p:val>
                                            <p:strVal val="#ppt_y+1"/>
                                          </p:val>
                                        </p:tav>
                                      </p:tavLst>
                                    </p:anim>
                                    <p:animEffect transition="out" filter="fade">
                                      <p:cBhvr>
                                        <p:cTn id="15" dur="1000"/>
                                        <p:tgtEl>
                                          <p:spTgt spid="6"/>
                                        </p:tgtEl>
                                      </p:cBhvr>
                                    </p:animEffect>
                                    <p:set>
                                      <p:cBhvr>
                                        <p:cTn id="16" dur="1" fill="hold">
                                          <p:stCondLst>
                                            <p:cond delay="999"/>
                                          </p:stCondLst>
                                        </p:cTn>
                                        <p:tgtEl>
                                          <p:spTgt spid="6"/>
                                        </p:tgtEl>
                                        <p:attrNameLst>
                                          <p:attrName>style.visibility</p:attrName>
                                        </p:attrNameLst>
                                      </p:cBhvr>
                                      <p:to>
                                        <p:strVal val="hidden"/>
                                      </p:to>
                                    </p:set>
                                  </p:childTnLst>
                                </p:cTn>
                              </p:par>
                              <p:par>
                                <p:cTn id="17" presetID="37" presetClass="exit" presetSubtype="0" fill="hold" grpId="0" nodeType="withEffect">
                                  <p:stCondLst>
                                    <p:cond delay="0"/>
                                  </p:stCondLst>
                                  <p:childTnLst>
                                    <p:anim calcmode="lin" valueType="num">
                                      <p:cBhvr>
                                        <p:cTn id="18" dur="1000" fill="hold"/>
                                        <p:tgtEl>
                                          <p:spTgt spid="19"/>
                                        </p:tgtEl>
                                        <p:attrNameLst>
                                          <p:attrName>ppt_x</p:attrName>
                                        </p:attrNameLst>
                                      </p:cBhvr>
                                      <p:tavLst>
                                        <p:tav tm="0">
                                          <p:val>
                                            <p:strVal val="#ppt_x"/>
                                          </p:val>
                                        </p:tav>
                                        <p:tav tm="100000">
                                          <p:val>
                                            <p:strVal val="#ppt_x"/>
                                          </p:val>
                                        </p:tav>
                                      </p:tavLst>
                                    </p:anim>
                                    <p:anim calcmode="lin" valueType="num">
                                      <p:cBhvr>
                                        <p:cTn id="19" dur="100" decel="100000" fill="hold">
                                          <p:stCondLst>
                                            <p:cond delay="0"/>
                                          </p:stCondLst>
                                        </p:cTn>
                                        <p:tgtEl>
                                          <p:spTgt spid="19"/>
                                        </p:tgtEl>
                                        <p:attrNameLst>
                                          <p:attrName>ppt_y</p:attrName>
                                        </p:attrNameLst>
                                      </p:cBhvr>
                                      <p:tavLst>
                                        <p:tav tm="0">
                                          <p:val>
                                            <p:strVal val="#ppt_y"/>
                                          </p:val>
                                        </p:tav>
                                        <p:tav tm="100000">
                                          <p:val>
                                            <p:strVal val="#ppt_y-.03"/>
                                          </p:val>
                                        </p:tav>
                                      </p:tavLst>
                                    </p:anim>
                                    <p:anim calcmode="lin" valueType="num">
                                      <p:cBhvr>
                                        <p:cTn id="20" dur="900" accel="100000" fill="hold">
                                          <p:stCondLst>
                                            <p:cond delay="100"/>
                                          </p:stCondLst>
                                        </p:cTn>
                                        <p:tgtEl>
                                          <p:spTgt spid="19"/>
                                        </p:tgtEl>
                                        <p:attrNameLst>
                                          <p:attrName>ppt_y</p:attrName>
                                        </p:attrNameLst>
                                      </p:cBhvr>
                                      <p:tavLst>
                                        <p:tav tm="0">
                                          <p:val>
                                            <p:strVal val="#ppt_y-.03"/>
                                          </p:val>
                                        </p:tav>
                                        <p:tav tm="100000">
                                          <p:val>
                                            <p:strVal val="#ppt_y+1"/>
                                          </p:val>
                                        </p:tav>
                                      </p:tavLst>
                                    </p:anim>
                                    <p:animEffect transition="out" filter="fade">
                                      <p:cBhvr>
                                        <p:cTn id="21" dur="1000"/>
                                        <p:tgtEl>
                                          <p:spTgt spid="19"/>
                                        </p:tgtEl>
                                      </p:cBhvr>
                                    </p:animEffect>
                                    <p:set>
                                      <p:cBhvr>
                                        <p:cTn id="22" dur="1" fill="hold">
                                          <p:stCondLst>
                                            <p:cond delay="999"/>
                                          </p:stCondLst>
                                        </p:cTn>
                                        <p:tgtEl>
                                          <p:spTgt spid="19"/>
                                        </p:tgtEl>
                                        <p:attrNameLst>
                                          <p:attrName>style.visibility</p:attrName>
                                        </p:attrNameLst>
                                      </p:cBhvr>
                                      <p:to>
                                        <p:strVal val="hidden"/>
                                      </p:to>
                                    </p:set>
                                  </p:childTnLst>
                                </p:cTn>
                              </p:par>
                              <p:par>
                                <p:cTn id="23" presetID="37" presetClass="exit" presetSubtype="0" fill="hold" grpId="0" nodeType="withEffect">
                                  <p:stCondLst>
                                    <p:cond delay="0"/>
                                  </p:stCondLst>
                                  <p:childTnLst>
                                    <p:anim calcmode="lin" valueType="num">
                                      <p:cBhvr>
                                        <p:cTn id="24" dur="1000" fill="hold"/>
                                        <p:tgtEl>
                                          <p:spTgt spid="15"/>
                                        </p:tgtEl>
                                        <p:attrNameLst>
                                          <p:attrName>ppt_x</p:attrName>
                                        </p:attrNameLst>
                                      </p:cBhvr>
                                      <p:tavLst>
                                        <p:tav tm="0">
                                          <p:val>
                                            <p:strVal val="#ppt_x"/>
                                          </p:val>
                                        </p:tav>
                                        <p:tav tm="100000">
                                          <p:val>
                                            <p:strVal val="#ppt_x"/>
                                          </p:val>
                                        </p:tav>
                                      </p:tavLst>
                                    </p:anim>
                                    <p:anim calcmode="lin" valueType="num">
                                      <p:cBhvr>
                                        <p:cTn id="25" dur="100" decel="100000" fill="hold">
                                          <p:stCondLst>
                                            <p:cond delay="0"/>
                                          </p:stCondLst>
                                        </p:cTn>
                                        <p:tgtEl>
                                          <p:spTgt spid="15"/>
                                        </p:tgtEl>
                                        <p:attrNameLst>
                                          <p:attrName>ppt_y</p:attrName>
                                        </p:attrNameLst>
                                      </p:cBhvr>
                                      <p:tavLst>
                                        <p:tav tm="0">
                                          <p:val>
                                            <p:strVal val="#ppt_y"/>
                                          </p:val>
                                        </p:tav>
                                        <p:tav tm="100000">
                                          <p:val>
                                            <p:strVal val="#ppt_y-.03"/>
                                          </p:val>
                                        </p:tav>
                                      </p:tavLst>
                                    </p:anim>
                                    <p:anim calcmode="lin" valueType="num">
                                      <p:cBhvr>
                                        <p:cTn id="26" dur="900" accel="100000" fill="hold">
                                          <p:stCondLst>
                                            <p:cond delay="100"/>
                                          </p:stCondLst>
                                        </p:cTn>
                                        <p:tgtEl>
                                          <p:spTgt spid="15"/>
                                        </p:tgtEl>
                                        <p:attrNameLst>
                                          <p:attrName>ppt_y</p:attrName>
                                        </p:attrNameLst>
                                      </p:cBhvr>
                                      <p:tavLst>
                                        <p:tav tm="0">
                                          <p:val>
                                            <p:strVal val="#ppt_y-.03"/>
                                          </p:val>
                                        </p:tav>
                                        <p:tav tm="100000">
                                          <p:val>
                                            <p:strVal val="#ppt_y+1"/>
                                          </p:val>
                                        </p:tav>
                                      </p:tavLst>
                                    </p:anim>
                                    <p:animEffect transition="out" filter="fade">
                                      <p:cBhvr>
                                        <p:cTn id="27" dur="1000"/>
                                        <p:tgtEl>
                                          <p:spTgt spid="15"/>
                                        </p:tgtEl>
                                      </p:cBhvr>
                                    </p:animEffect>
                                    <p:set>
                                      <p:cBhvr>
                                        <p:cTn id="28" dur="1" fill="hold">
                                          <p:stCondLst>
                                            <p:cond delay="999"/>
                                          </p:stCondLst>
                                        </p:cTn>
                                        <p:tgtEl>
                                          <p:spTgt spid="15"/>
                                        </p:tgtEl>
                                        <p:attrNameLst>
                                          <p:attrName>style.visibility</p:attrName>
                                        </p:attrNameLst>
                                      </p:cBhvr>
                                      <p:to>
                                        <p:strVal val="hidden"/>
                                      </p:to>
                                    </p:set>
                                  </p:childTnLst>
                                </p:cTn>
                              </p:par>
                              <p:par>
                                <p:cTn id="29" presetID="37" presetClass="exit" presetSubtype="0" fill="hold" grpId="0" nodeType="withEffect">
                                  <p:stCondLst>
                                    <p:cond delay="0"/>
                                  </p:stCondLst>
                                  <p:childTnLs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 decel="100000" fill="hold">
                                          <p:stCondLst>
                                            <p:cond delay="0"/>
                                          </p:stCondLst>
                                        </p:cTn>
                                        <p:tgtEl>
                                          <p:spTgt spid="9"/>
                                        </p:tgtEl>
                                        <p:attrNameLst>
                                          <p:attrName>ppt_y</p:attrName>
                                        </p:attrNameLst>
                                      </p:cBhvr>
                                      <p:tavLst>
                                        <p:tav tm="0">
                                          <p:val>
                                            <p:strVal val="#ppt_y"/>
                                          </p:val>
                                        </p:tav>
                                        <p:tav tm="100000">
                                          <p:val>
                                            <p:strVal val="#ppt_y-.03"/>
                                          </p:val>
                                        </p:tav>
                                      </p:tavLst>
                                    </p:anim>
                                    <p:anim calcmode="lin" valueType="num">
                                      <p:cBhvr>
                                        <p:cTn id="32" dur="900" accel="100000" fill="hold">
                                          <p:stCondLst>
                                            <p:cond delay="100"/>
                                          </p:stCondLst>
                                        </p:cTn>
                                        <p:tgtEl>
                                          <p:spTgt spid="9"/>
                                        </p:tgtEl>
                                        <p:attrNameLst>
                                          <p:attrName>ppt_y</p:attrName>
                                        </p:attrNameLst>
                                      </p:cBhvr>
                                      <p:tavLst>
                                        <p:tav tm="0">
                                          <p:val>
                                            <p:strVal val="#ppt_y-.03"/>
                                          </p:val>
                                        </p:tav>
                                        <p:tav tm="100000">
                                          <p:val>
                                            <p:strVal val="#ppt_y+1"/>
                                          </p:val>
                                        </p:tav>
                                      </p:tavLst>
                                    </p:anim>
                                    <p:animEffect transition="out" filter="fade">
                                      <p:cBhvr>
                                        <p:cTn id="33" dur="1000"/>
                                        <p:tgtEl>
                                          <p:spTgt spid="9"/>
                                        </p:tgtEl>
                                      </p:cBhvr>
                                    </p:animEffect>
                                    <p:set>
                                      <p:cBhvr>
                                        <p:cTn id="34" dur="1" fill="hold">
                                          <p:stCondLst>
                                            <p:cond delay="9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dvAuto="0"/>
      <p:bldP spid="6" grpId="0" animBg="1" advAuto="0"/>
      <p:bldP spid="9" grpId="0" animBg="1" advAuto="0"/>
      <p:bldP spid="15" grpId="0" animBg="1" advAuto="0"/>
      <p:bldP spid="19" grpId="0" animBg="1" advAuto="0"/>
    </p:bldLst>
    <p:extLst>
      <p:ext uri="smNativeData">
        <pr:smNativeData xmlns:pr="smNativeData" xmlns="smNativeData" val="VcZhaQUAAAAFAAAA/f///wIAAAAlAAAAAAAAAAAAAAAAAAAAAAAAAAsAAAD9////AgAAACUAAAAAAAAAAAAAAAAAAAAAAAAAEQAAAP3///8CAAAAJQAAAAAAAAAAAAAAAAAAAAAAAAAXAAAA/f///wIAAAAlAAAAAAAAAAAAAAAAAAAAAAAAAB0AAAD9////AgAAACUAAAAAAAAAAAAAAAAAAAAAAAAA"/>
      </p:ext>
    </p:extLst>
  </p:timing>
</p:sld>
</file>

<file path=ppt/slides/slide1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pAMAAEACAAB0MwAASAkAABAAAAAmAAAACAAAAAEAAAAAAAAA"/>
              </a:ext>
            </a:extLst>
          </p:cNvSpPr>
          <p:nvPr>
            <p:ph type="title"/>
          </p:nvPr>
        </p:nvSpPr>
        <p:spPr>
          <a:xfrm>
            <a:off x="591820" y="365760"/>
            <a:ext cx="7772400" cy="1143000"/>
          </a:xfrm>
        </p:spPr>
        <p:txBody>
          <a:bodyPr/>
          <a:lstStyle/>
          <a:p>
            <a:pPr/>
            <a:r>
              <a:rPr lang="en-us" sz="3200" cap="none"/>
              <a:t>Water Jug Problem</a:t>
            </a:r>
            <a:endParaRPr lang="en-us" sz="3200" cap="none"/>
          </a:p>
        </p:txBody>
      </p:sp>
      <p:sp>
        <p:nvSpPr>
          <p:cNvPr id="3" name="Rectangle 3"/>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1EI1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4AEAAOgIAACcNAAA2CcAABAAAAAmAAAACAAAAAEAAAAAAAAA"/>
              </a:ext>
            </a:extLst>
          </p:cNvSpPr>
          <p:nvPr>
            <p:ph type="body" idx="1"/>
          </p:nvPr>
        </p:nvSpPr>
        <p:spPr>
          <a:xfrm>
            <a:off x="304800" y="1447800"/>
            <a:ext cx="8247380" cy="5029200"/>
          </a:xfrm>
        </p:spPr>
        <p:txBody>
          <a:bodyPr/>
          <a:lstStyle/>
          <a:p>
            <a:pPr>
              <a:buNone/>
            </a:pPr>
            <a:endParaRPr lang="en-us" sz="2000" b="1" cap="none"/>
          </a:p>
          <a:p>
            <a:pPr>
              <a:buNone/>
            </a:pPr>
            <a:r>
              <a:rPr lang="en-us" sz="2000" b="1" cap="none"/>
              <a:t>Given a full 5-gallon jug and a full 2-gallon jug, fill the 2-gallon jug with exactly one gallon of water.</a:t>
            </a:r>
            <a:endParaRPr lang="en-us" sz="2000" b="1" cap="none"/>
          </a:p>
          <a:p>
            <a:pPr>
              <a:buNone/>
            </a:pPr>
            <a:endParaRPr lang="en-us" sz="2000" cap="none"/>
          </a:p>
          <a:p>
            <a:pPr/>
            <a:r>
              <a:rPr lang="en-us" sz="2000" b="1" cap="none"/>
              <a:t>State:</a:t>
            </a:r>
            <a:r>
              <a:rPr lang="en-us" sz="2000" cap="none"/>
              <a:t>  ?</a:t>
            </a:r>
            <a:endParaRPr lang="en-us" sz="2000" cap="none"/>
          </a:p>
          <a:p>
            <a:pPr/>
            <a:endParaRPr lang="en-us" sz="2000" cap="none"/>
          </a:p>
          <a:p>
            <a:pPr/>
            <a:r>
              <a:rPr lang="en-us" sz="2000" b="1" cap="none"/>
              <a:t>Initial State:</a:t>
            </a:r>
            <a:r>
              <a:rPr lang="en-us" sz="2000" cap="none"/>
              <a:t>  ?</a:t>
            </a:r>
            <a:endParaRPr lang="en-us" sz="2000" cap="none"/>
          </a:p>
          <a:p>
            <a:pPr/>
            <a:endParaRPr lang="en-us" sz="2000" cap="none"/>
          </a:p>
          <a:p>
            <a:pPr/>
            <a:r>
              <a:rPr lang="en-us" sz="2000" b="1" cap="none"/>
              <a:t>Operators:</a:t>
            </a:r>
            <a:r>
              <a:rPr lang="en-us" sz="2000" cap="none"/>
              <a:t> ?</a:t>
            </a:r>
            <a:endParaRPr lang="en-us" sz="2000" cap="none"/>
          </a:p>
          <a:p>
            <a:pPr/>
            <a:endParaRPr lang="en-us" sz="2000" cap="none"/>
          </a:p>
          <a:p>
            <a:pPr/>
            <a:r>
              <a:rPr lang="en-us" sz="2000" b="1" cap="none"/>
              <a:t>Goal State:</a:t>
            </a:r>
            <a:r>
              <a:rPr lang="en-us" sz="2000" cap="none"/>
              <a:t> ?</a:t>
            </a:r>
            <a:endParaRPr lang="en-us" sz="2000" cap="none"/>
          </a:p>
        </p:txBody>
      </p:sp>
      <p:grpSp>
        <p:nvGrpSpPr>
          <p:cNvPr id="4" name="Group 86"/>
          <p:cNvGrpSpPr>
            <a:extLst>
              <a:ext uri="smNativeData">
                <pr:smNativeData xmlns:pr="smNativeData" xmlns="smNativeData" val="SMDATA_6_VcZhaRMAAAAlAAAAAQAAAA8BAAAAkAAAAEgAAACQAAAASAAAAAAAAAAAAAAAAAAAABcAAAAUAAAAAAAAAAAAAAD/fwAA/38AAAAAAAAJAAAABAAAAG0LAAAfAAAAVAAAAAAAAAAAAAAAAAAAAAAAAAAAAAAAAAAAAAAAAAAAAAAAAAAAAAAAAAAAAAAAAAAAAAAAAAAAAAAAAAAAAAAAAAAAAAAAAAAAAAAAAAAAAAAAAAAAACEAAAAYAAAAFAAAAAkdAAANEQAAxCUAAG0dAAAQAAAAJgAAAAgAAAD/////AAAAAA=="/>
              </a:ext>
            </a:extLst>
          </p:cNvGrpSpPr>
          <p:nvPr/>
        </p:nvGrpSpPr>
        <p:grpSpPr>
          <a:xfrm>
            <a:off x="4719955" y="2771775"/>
            <a:ext cx="1419225" cy="2011680"/>
            <a:chOff x="4719955" y="2771775"/>
            <a:chExt cx="1419225" cy="2011680"/>
          </a:xfrm>
        </p:grpSpPr>
        <p:sp>
          <p:nvSpPr>
            <p:cNvPr id="20" name="Freeform 52"/>
            <p:cNvSpPr>
              <a:extLst>
                <a:ext uri="smNativeData">
                  <pr:smNativeData xmlns:pr="smNativeData" xmlns="smNativeData" val="SMDATA_15_VcZhaRMAAAAlAAAACwAAAA0AAAAAAAAAAAAAAAAGAAAABAAAAAAAAAAAAAAAAAAAAAEAAABQAAAAAAAAAAAA4D8AAAAAAADgPwAAAAAAAOA/AAAAAAAA4D8AAAAAAADgPwAAAAAAAOA/AAAAAAAA4D8AAAAAAADgPwAAAAAAAOA/AAAAAAAA4D8CAAAAjAAAAAEAAAAAAAAAAGb/AP///wgAAAAAAAAAAAAAAAAAAAAAAAAAAAAAAAAAAAAAeAAAAAEAAABAAAAAAAAAAAAAAABaAAAAAAAAAAAAAAAAAAAAAAAAAAAAAAAAAAAAAAAAAAAAAAAAAAAAAAAAAAAAAAAAAAAAAAAAAAAAAAAAAAAAAAAAAAAAAAAAAAAAFAAAADwAAAABAAAAAAAAAAAAAAk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Gb/AP///wEAAAAAAAAAAAAAAAAAAAAAAAAAAAAAAAAAAAAAAAAAAAAAAAJ/f38AH0l9A8zMzADAwP8Af39/AAAAAAAAAAAAAAAAAAAAAAAAAAAAIQAAABgAAAAUAAAACR0AAE0SAADEJQAAbR0AAAAAAAAmAAAACAAAAP//////////"/>
                </a:ext>
              </a:extLst>
            </p:cNvSpPr>
            <p:nvPr/>
          </p:nvSpPr>
          <p:spPr>
            <a:xfrm>
              <a:off x="4719955" y="2974975"/>
              <a:ext cx="1419225" cy="1808480"/>
            </a:xfrm>
            <a:custGeom>
              <a:avLst/>
              <a:gdLst/>
              <a:ahLst/>
              <a:cxnLst/>
              <a:rect l="0" t="0" r="1419225" b="1808480"/>
              <a:pathLst>
                <a:path w="1419225" h="1808480">
                  <a:moveTo>
                    <a:pt x="371682" y="15955"/>
                  </a:moveTo>
                  <a:lnTo>
                    <a:pt x="371682" y="19146"/>
                  </a:lnTo>
                  <a:lnTo>
                    <a:pt x="371682" y="20741"/>
                  </a:lnTo>
                  <a:lnTo>
                    <a:pt x="373271" y="23932"/>
                  </a:lnTo>
                  <a:lnTo>
                    <a:pt x="373271" y="27123"/>
                  </a:lnTo>
                  <a:lnTo>
                    <a:pt x="373271" y="31112"/>
                  </a:lnTo>
                  <a:lnTo>
                    <a:pt x="373271" y="34303"/>
                  </a:lnTo>
                  <a:lnTo>
                    <a:pt x="373271" y="37494"/>
                  </a:lnTo>
                  <a:lnTo>
                    <a:pt x="373271" y="42280"/>
                  </a:lnTo>
                  <a:lnTo>
                    <a:pt x="373271" y="47864"/>
                  </a:lnTo>
                  <a:lnTo>
                    <a:pt x="373271" y="52651"/>
                  </a:lnTo>
                  <a:lnTo>
                    <a:pt x="374859" y="57437"/>
                  </a:lnTo>
                  <a:lnTo>
                    <a:pt x="374859" y="60628"/>
                  </a:lnTo>
                  <a:lnTo>
                    <a:pt x="374859" y="63022"/>
                  </a:lnTo>
                  <a:lnTo>
                    <a:pt x="374859" y="66213"/>
                  </a:lnTo>
                  <a:lnTo>
                    <a:pt x="374859" y="69404"/>
                  </a:lnTo>
                  <a:lnTo>
                    <a:pt x="374859" y="75785"/>
                  </a:lnTo>
                  <a:lnTo>
                    <a:pt x="374859" y="81370"/>
                  </a:lnTo>
                  <a:lnTo>
                    <a:pt x="374859" y="84561"/>
                  </a:lnTo>
                  <a:lnTo>
                    <a:pt x="374859" y="87752"/>
                  </a:lnTo>
                  <a:lnTo>
                    <a:pt x="374859" y="90943"/>
                  </a:lnTo>
                  <a:lnTo>
                    <a:pt x="374859" y="94931"/>
                  </a:lnTo>
                  <a:lnTo>
                    <a:pt x="374859" y="98122"/>
                  </a:lnTo>
                  <a:lnTo>
                    <a:pt x="374859" y="101313"/>
                  </a:lnTo>
                  <a:lnTo>
                    <a:pt x="374859" y="104504"/>
                  </a:lnTo>
                  <a:lnTo>
                    <a:pt x="374859" y="107695"/>
                  </a:lnTo>
                  <a:lnTo>
                    <a:pt x="374859" y="110088"/>
                  </a:lnTo>
                  <a:lnTo>
                    <a:pt x="374859" y="114875"/>
                  </a:lnTo>
                  <a:lnTo>
                    <a:pt x="374859" y="118066"/>
                  </a:lnTo>
                  <a:lnTo>
                    <a:pt x="374859" y="121257"/>
                  </a:lnTo>
                  <a:lnTo>
                    <a:pt x="374859" y="125245"/>
                  </a:lnTo>
                  <a:lnTo>
                    <a:pt x="374859" y="128436"/>
                  </a:lnTo>
                  <a:lnTo>
                    <a:pt x="373271" y="131627"/>
                  </a:lnTo>
                  <a:lnTo>
                    <a:pt x="373271" y="136414"/>
                  </a:lnTo>
                  <a:lnTo>
                    <a:pt x="373271" y="138807"/>
                  </a:lnTo>
                  <a:lnTo>
                    <a:pt x="373271" y="141998"/>
                  </a:lnTo>
                  <a:lnTo>
                    <a:pt x="373271" y="145189"/>
                  </a:lnTo>
                  <a:lnTo>
                    <a:pt x="373271" y="149975"/>
                  </a:lnTo>
                  <a:lnTo>
                    <a:pt x="371682" y="153166"/>
                  </a:lnTo>
                  <a:lnTo>
                    <a:pt x="371682" y="155560"/>
                  </a:lnTo>
                  <a:lnTo>
                    <a:pt x="371682" y="160346"/>
                  </a:lnTo>
                  <a:lnTo>
                    <a:pt x="371682" y="163537"/>
                  </a:lnTo>
                  <a:lnTo>
                    <a:pt x="370094" y="166728"/>
                  </a:lnTo>
                  <a:lnTo>
                    <a:pt x="370094" y="170717"/>
                  </a:lnTo>
                  <a:lnTo>
                    <a:pt x="370094" y="173908"/>
                  </a:lnTo>
                  <a:lnTo>
                    <a:pt x="370094" y="178694"/>
                  </a:lnTo>
                  <a:lnTo>
                    <a:pt x="368506" y="180282"/>
                  </a:lnTo>
                  <a:lnTo>
                    <a:pt x="368506" y="184278"/>
                  </a:lnTo>
                  <a:lnTo>
                    <a:pt x="366916" y="187469"/>
                  </a:lnTo>
                  <a:lnTo>
                    <a:pt x="366916" y="190660"/>
                  </a:lnTo>
                  <a:lnTo>
                    <a:pt x="365329" y="193851"/>
                  </a:lnTo>
                  <a:lnTo>
                    <a:pt x="365329" y="197042"/>
                  </a:lnTo>
                  <a:lnTo>
                    <a:pt x="363740" y="199435"/>
                  </a:lnTo>
                  <a:lnTo>
                    <a:pt x="363740" y="202626"/>
                  </a:lnTo>
                  <a:lnTo>
                    <a:pt x="362152" y="205817"/>
                  </a:lnTo>
                  <a:lnTo>
                    <a:pt x="360564" y="209008"/>
                  </a:lnTo>
                  <a:lnTo>
                    <a:pt x="359769" y="212199"/>
                  </a:lnTo>
                  <a:lnTo>
                    <a:pt x="359769" y="214592"/>
                  </a:lnTo>
                  <a:lnTo>
                    <a:pt x="358181" y="217783"/>
                  </a:lnTo>
                  <a:lnTo>
                    <a:pt x="358181" y="220974"/>
                  </a:lnTo>
                  <a:lnTo>
                    <a:pt x="356593" y="225761"/>
                  </a:lnTo>
                  <a:lnTo>
                    <a:pt x="356593" y="228952"/>
                  </a:lnTo>
                  <a:lnTo>
                    <a:pt x="353416" y="232941"/>
                  </a:lnTo>
                  <a:lnTo>
                    <a:pt x="351827" y="239322"/>
                  </a:lnTo>
                  <a:lnTo>
                    <a:pt x="350239" y="242513"/>
                  </a:lnTo>
                  <a:lnTo>
                    <a:pt x="348651" y="244907"/>
                  </a:lnTo>
                  <a:lnTo>
                    <a:pt x="347061" y="248098"/>
                  </a:lnTo>
                  <a:lnTo>
                    <a:pt x="347061" y="251289"/>
                  </a:lnTo>
                  <a:lnTo>
                    <a:pt x="345474" y="254480"/>
                  </a:lnTo>
                  <a:lnTo>
                    <a:pt x="343885" y="257671"/>
                  </a:lnTo>
                  <a:lnTo>
                    <a:pt x="343090" y="260064"/>
                  </a:lnTo>
                  <a:lnTo>
                    <a:pt x="343090" y="264850"/>
                  </a:lnTo>
                  <a:lnTo>
                    <a:pt x="341503" y="266437"/>
                  </a:lnTo>
                  <a:lnTo>
                    <a:pt x="339914" y="269637"/>
                  </a:lnTo>
                  <a:lnTo>
                    <a:pt x="338326" y="272828"/>
                  </a:lnTo>
                  <a:lnTo>
                    <a:pt x="338326" y="276816"/>
                  </a:lnTo>
                  <a:lnTo>
                    <a:pt x="335148" y="281603"/>
                  </a:lnTo>
                  <a:lnTo>
                    <a:pt x="331972" y="287985"/>
                  </a:lnTo>
                  <a:lnTo>
                    <a:pt x="330384" y="290378"/>
                  </a:lnTo>
                  <a:lnTo>
                    <a:pt x="328796" y="293569"/>
                  </a:lnTo>
                  <a:lnTo>
                    <a:pt x="328001" y="296760"/>
                  </a:lnTo>
                  <a:lnTo>
                    <a:pt x="326413" y="299951"/>
                  </a:lnTo>
                  <a:lnTo>
                    <a:pt x="324825" y="303142"/>
                  </a:lnTo>
                  <a:lnTo>
                    <a:pt x="323237" y="305535"/>
                  </a:lnTo>
                  <a:lnTo>
                    <a:pt x="323237" y="308726"/>
                  </a:lnTo>
                  <a:lnTo>
                    <a:pt x="321648" y="311917"/>
                  </a:lnTo>
                  <a:lnTo>
                    <a:pt x="320059" y="315108"/>
                  </a:lnTo>
                  <a:lnTo>
                    <a:pt x="318471" y="319894"/>
                  </a:lnTo>
                  <a:lnTo>
                    <a:pt x="316883" y="322288"/>
                  </a:lnTo>
                  <a:lnTo>
                    <a:pt x="315295" y="325479"/>
                  </a:lnTo>
                  <a:lnTo>
                    <a:pt x="313706" y="328670"/>
                  </a:lnTo>
                  <a:lnTo>
                    <a:pt x="312912" y="331860"/>
                  </a:lnTo>
                  <a:lnTo>
                    <a:pt x="311324" y="335051"/>
                  </a:lnTo>
                  <a:lnTo>
                    <a:pt x="309735" y="337445"/>
                  </a:lnTo>
                  <a:lnTo>
                    <a:pt x="308147" y="342231"/>
                  </a:lnTo>
                  <a:lnTo>
                    <a:pt x="306558" y="345422"/>
                  </a:lnTo>
                  <a:lnTo>
                    <a:pt x="304970" y="348613"/>
                  </a:lnTo>
                  <a:lnTo>
                    <a:pt x="303382" y="352602"/>
                  </a:lnTo>
                  <a:lnTo>
                    <a:pt x="301793" y="355793"/>
                  </a:lnTo>
                  <a:lnTo>
                    <a:pt x="300205" y="358984"/>
                  </a:lnTo>
                  <a:lnTo>
                    <a:pt x="298617" y="362175"/>
                  </a:lnTo>
                  <a:lnTo>
                    <a:pt x="297822" y="366163"/>
                  </a:lnTo>
                  <a:lnTo>
                    <a:pt x="296234" y="369354"/>
                  </a:lnTo>
                  <a:lnTo>
                    <a:pt x="294646" y="372545"/>
                  </a:lnTo>
                  <a:lnTo>
                    <a:pt x="293057" y="377332"/>
                  </a:lnTo>
                  <a:lnTo>
                    <a:pt x="291469" y="380523"/>
                  </a:lnTo>
                  <a:lnTo>
                    <a:pt x="289880" y="384511"/>
                  </a:lnTo>
                  <a:lnTo>
                    <a:pt x="288292" y="387702"/>
                  </a:lnTo>
                  <a:lnTo>
                    <a:pt x="286704" y="390893"/>
                  </a:lnTo>
                  <a:lnTo>
                    <a:pt x="285115" y="395680"/>
                  </a:lnTo>
                  <a:lnTo>
                    <a:pt x="283527" y="398073"/>
                  </a:lnTo>
                  <a:lnTo>
                    <a:pt x="282733" y="402859"/>
                  </a:lnTo>
                  <a:lnTo>
                    <a:pt x="281144" y="406050"/>
                  </a:lnTo>
                  <a:lnTo>
                    <a:pt x="279556" y="410837"/>
                  </a:lnTo>
                  <a:lnTo>
                    <a:pt x="277967" y="413230"/>
                  </a:lnTo>
                  <a:lnTo>
                    <a:pt x="276379" y="418017"/>
                  </a:lnTo>
                  <a:lnTo>
                    <a:pt x="274791" y="422803"/>
                  </a:lnTo>
                  <a:lnTo>
                    <a:pt x="273202" y="425994"/>
                  </a:lnTo>
                  <a:lnTo>
                    <a:pt x="271613" y="429983"/>
                  </a:lnTo>
                  <a:lnTo>
                    <a:pt x="270026" y="434769"/>
                  </a:lnTo>
                  <a:lnTo>
                    <a:pt x="268437" y="437960"/>
                  </a:lnTo>
                  <a:lnTo>
                    <a:pt x="267642" y="442747"/>
                  </a:lnTo>
                  <a:lnTo>
                    <a:pt x="266055" y="446735"/>
                  </a:lnTo>
                  <a:lnTo>
                    <a:pt x="264466" y="451522"/>
                  </a:lnTo>
                  <a:lnTo>
                    <a:pt x="262878" y="454713"/>
                  </a:lnTo>
                  <a:lnTo>
                    <a:pt x="261289" y="458701"/>
                  </a:lnTo>
                  <a:lnTo>
                    <a:pt x="259700" y="463488"/>
                  </a:lnTo>
                  <a:lnTo>
                    <a:pt x="258113" y="468274"/>
                  </a:lnTo>
                  <a:lnTo>
                    <a:pt x="256524" y="471465"/>
                  </a:lnTo>
                  <a:lnTo>
                    <a:pt x="254936" y="477049"/>
                  </a:lnTo>
                  <a:lnTo>
                    <a:pt x="253347" y="480240"/>
                  </a:lnTo>
                  <a:lnTo>
                    <a:pt x="252553" y="485027"/>
                  </a:lnTo>
                  <a:lnTo>
                    <a:pt x="250965" y="489016"/>
                  </a:lnTo>
                  <a:lnTo>
                    <a:pt x="249376" y="493802"/>
                  </a:lnTo>
                  <a:lnTo>
                    <a:pt x="247787" y="498588"/>
                  </a:lnTo>
                  <a:lnTo>
                    <a:pt x="246200" y="503375"/>
                  </a:lnTo>
                  <a:lnTo>
                    <a:pt x="243023" y="507364"/>
                  </a:lnTo>
                  <a:lnTo>
                    <a:pt x="241435" y="512150"/>
                  </a:lnTo>
                  <a:lnTo>
                    <a:pt x="239845" y="516936"/>
                  </a:lnTo>
                  <a:lnTo>
                    <a:pt x="238258" y="520925"/>
                  </a:lnTo>
                  <a:lnTo>
                    <a:pt x="235874" y="525712"/>
                  </a:lnTo>
                  <a:lnTo>
                    <a:pt x="234287" y="530498"/>
                  </a:lnTo>
                  <a:lnTo>
                    <a:pt x="232698" y="534487"/>
                  </a:lnTo>
                  <a:lnTo>
                    <a:pt x="231110" y="539273"/>
                  </a:lnTo>
                  <a:lnTo>
                    <a:pt x="227932" y="544060"/>
                  </a:lnTo>
                  <a:lnTo>
                    <a:pt x="226345" y="548846"/>
                  </a:lnTo>
                  <a:lnTo>
                    <a:pt x="224756" y="552835"/>
                  </a:lnTo>
                  <a:lnTo>
                    <a:pt x="221580" y="559217"/>
                  </a:lnTo>
                  <a:lnTo>
                    <a:pt x="220785" y="564003"/>
                  </a:lnTo>
                  <a:lnTo>
                    <a:pt x="219197" y="567992"/>
                  </a:lnTo>
                  <a:lnTo>
                    <a:pt x="216019" y="572778"/>
                  </a:lnTo>
                  <a:lnTo>
                    <a:pt x="214432" y="577565"/>
                  </a:lnTo>
                  <a:lnTo>
                    <a:pt x="211255" y="583149"/>
                  </a:lnTo>
                  <a:lnTo>
                    <a:pt x="209667" y="587935"/>
                  </a:lnTo>
                  <a:lnTo>
                    <a:pt x="206490" y="592722"/>
                  </a:lnTo>
                  <a:lnTo>
                    <a:pt x="205696" y="596711"/>
                  </a:lnTo>
                  <a:lnTo>
                    <a:pt x="202519" y="601497"/>
                  </a:lnTo>
                  <a:lnTo>
                    <a:pt x="200930" y="607879"/>
                  </a:lnTo>
                  <a:lnTo>
                    <a:pt x="197754" y="611868"/>
                  </a:lnTo>
                  <a:lnTo>
                    <a:pt x="196164" y="616654"/>
                  </a:lnTo>
                  <a:lnTo>
                    <a:pt x="192988" y="623036"/>
                  </a:lnTo>
                  <a:lnTo>
                    <a:pt x="191400" y="627025"/>
                  </a:lnTo>
                  <a:lnTo>
                    <a:pt x="189017" y="631811"/>
                  </a:lnTo>
                  <a:lnTo>
                    <a:pt x="185841" y="636598"/>
                  </a:lnTo>
                  <a:lnTo>
                    <a:pt x="182664" y="642182"/>
                  </a:lnTo>
                  <a:lnTo>
                    <a:pt x="181076" y="646968"/>
                  </a:lnTo>
                  <a:lnTo>
                    <a:pt x="177899" y="653350"/>
                  </a:lnTo>
                  <a:lnTo>
                    <a:pt x="175516" y="657339"/>
                  </a:lnTo>
                  <a:lnTo>
                    <a:pt x="172340" y="662125"/>
                  </a:lnTo>
                  <a:lnTo>
                    <a:pt x="170751" y="668507"/>
                  </a:lnTo>
                  <a:lnTo>
                    <a:pt x="167574" y="672496"/>
                  </a:lnTo>
                  <a:lnTo>
                    <a:pt x="164398" y="677283"/>
                  </a:lnTo>
                  <a:lnTo>
                    <a:pt x="161221" y="683664"/>
                  </a:lnTo>
                  <a:lnTo>
                    <a:pt x="158838" y="687653"/>
                  </a:lnTo>
                  <a:lnTo>
                    <a:pt x="155662" y="692440"/>
                  </a:lnTo>
                  <a:lnTo>
                    <a:pt x="152485" y="697226"/>
                  </a:lnTo>
                  <a:lnTo>
                    <a:pt x="149308" y="702810"/>
                  </a:lnTo>
                  <a:lnTo>
                    <a:pt x="146131" y="707597"/>
                  </a:lnTo>
                  <a:lnTo>
                    <a:pt x="143749" y="713979"/>
                  </a:lnTo>
                  <a:lnTo>
                    <a:pt x="140572" y="717967"/>
                  </a:lnTo>
                  <a:lnTo>
                    <a:pt x="137395" y="724349"/>
                  </a:lnTo>
                  <a:lnTo>
                    <a:pt x="134218" y="729136"/>
                  </a:lnTo>
                  <a:lnTo>
                    <a:pt x="131042" y="734720"/>
                  </a:lnTo>
                  <a:lnTo>
                    <a:pt x="128659" y="739506"/>
                  </a:lnTo>
                  <a:lnTo>
                    <a:pt x="125482" y="745888"/>
                  </a:lnTo>
                  <a:lnTo>
                    <a:pt x="122305" y="751473"/>
                  </a:lnTo>
                  <a:lnTo>
                    <a:pt x="119129" y="756259"/>
                  </a:lnTo>
                  <a:lnTo>
                    <a:pt x="115952" y="761045"/>
                  </a:lnTo>
                  <a:lnTo>
                    <a:pt x="111981" y="766630"/>
                  </a:lnTo>
                  <a:lnTo>
                    <a:pt x="108804" y="773012"/>
                  </a:lnTo>
                  <a:lnTo>
                    <a:pt x="105627" y="777000"/>
                  </a:lnTo>
                  <a:lnTo>
                    <a:pt x="102451" y="783382"/>
                  </a:lnTo>
                  <a:lnTo>
                    <a:pt x="99274" y="789764"/>
                  </a:lnTo>
                  <a:lnTo>
                    <a:pt x="96891" y="795348"/>
                  </a:lnTo>
                  <a:lnTo>
                    <a:pt x="93714" y="800135"/>
                  </a:lnTo>
                  <a:lnTo>
                    <a:pt x="88949" y="806517"/>
                  </a:lnTo>
                  <a:lnTo>
                    <a:pt x="87361" y="812101"/>
                  </a:lnTo>
                  <a:lnTo>
                    <a:pt x="84184" y="818483"/>
                  </a:lnTo>
                  <a:lnTo>
                    <a:pt x="81802" y="823269"/>
                  </a:lnTo>
                  <a:lnTo>
                    <a:pt x="78625" y="830449"/>
                  </a:lnTo>
                  <a:lnTo>
                    <a:pt x="75448" y="835235"/>
                  </a:lnTo>
                  <a:lnTo>
                    <a:pt x="72271" y="842415"/>
                  </a:lnTo>
                  <a:lnTo>
                    <a:pt x="69094" y="847201"/>
                  </a:lnTo>
                  <a:lnTo>
                    <a:pt x="66712" y="853583"/>
                  </a:lnTo>
                  <a:lnTo>
                    <a:pt x="63535" y="859168"/>
                  </a:lnTo>
                  <a:lnTo>
                    <a:pt x="60358" y="867145"/>
                  </a:lnTo>
                  <a:lnTo>
                    <a:pt x="57181" y="872729"/>
                  </a:lnTo>
                  <a:lnTo>
                    <a:pt x="55593" y="879111"/>
                  </a:lnTo>
                  <a:lnTo>
                    <a:pt x="53211" y="884695"/>
                  </a:lnTo>
                  <a:lnTo>
                    <a:pt x="50034" y="892673"/>
                  </a:lnTo>
                  <a:lnTo>
                    <a:pt x="46857" y="899055"/>
                  </a:lnTo>
                  <a:lnTo>
                    <a:pt x="45269" y="904639"/>
                  </a:lnTo>
                  <a:lnTo>
                    <a:pt x="42092" y="911021"/>
                  </a:lnTo>
                  <a:lnTo>
                    <a:pt x="38915" y="918200"/>
                  </a:lnTo>
                  <a:lnTo>
                    <a:pt x="38121" y="924582"/>
                  </a:lnTo>
                  <a:lnTo>
                    <a:pt x="34944" y="931762"/>
                  </a:lnTo>
                  <a:lnTo>
                    <a:pt x="33356" y="938144"/>
                  </a:lnTo>
                  <a:lnTo>
                    <a:pt x="31767" y="945324"/>
                  </a:lnTo>
                  <a:lnTo>
                    <a:pt x="28590" y="953301"/>
                  </a:lnTo>
                  <a:lnTo>
                    <a:pt x="27002" y="959683"/>
                  </a:lnTo>
                  <a:lnTo>
                    <a:pt x="23825" y="966863"/>
                  </a:lnTo>
                  <a:lnTo>
                    <a:pt x="23031" y="974840"/>
                  </a:lnTo>
                  <a:lnTo>
                    <a:pt x="21443" y="982020"/>
                  </a:lnTo>
                  <a:lnTo>
                    <a:pt x="19854" y="989997"/>
                  </a:lnTo>
                  <a:lnTo>
                    <a:pt x="18266" y="997177"/>
                  </a:lnTo>
                  <a:lnTo>
                    <a:pt x="16678" y="1005154"/>
                  </a:lnTo>
                  <a:lnTo>
                    <a:pt x="15089" y="1012334"/>
                  </a:lnTo>
                  <a:lnTo>
                    <a:pt x="13501" y="1020311"/>
                  </a:lnTo>
                  <a:lnTo>
                    <a:pt x="11912" y="1027491"/>
                  </a:lnTo>
                  <a:lnTo>
                    <a:pt x="11912" y="1035468"/>
                  </a:lnTo>
                  <a:lnTo>
                    <a:pt x="10324" y="1042648"/>
                  </a:lnTo>
                  <a:lnTo>
                    <a:pt x="10324" y="1051423"/>
                  </a:lnTo>
                  <a:lnTo>
                    <a:pt x="8736" y="1059401"/>
                  </a:lnTo>
                  <a:lnTo>
                    <a:pt x="8736" y="1068176"/>
                  </a:lnTo>
                  <a:lnTo>
                    <a:pt x="7941" y="1076153"/>
                  </a:lnTo>
                  <a:lnTo>
                    <a:pt x="7941" y="1083333"/>
                  </a:lnTo>
                  <a:lnTo>
                    <a:pt x="6353" y="1092906"/>
                  </a:lnTo>
                  <a:lnTo>
                    <a:pt x="6353" y="1100086"/>
                  </a:lnTo>
                  <a:lnTo>
                    <a:pt x="4765" y="1108063"/>
                  </a:lnTo>
                  <a:lnTo>
                    <a:pt x="4765" y="1116838"/>
                  </a:lnTo>
                  <a:lnTo>
                    <a:pt x="4765" y="1124816"/>
                  </a:lnTo>
                  <a:lnTo>
                    <a:pt x="4765" y="1133591"/>
                  </a:lnTo>
                  <a:lnTo>
                    <a:pt x="3176" y="1141568"/>
                  </a:lnTo>
                  <a:lnTo>
                    <a:pt x="1588" y="1148748"/>
                  </a:lnTo>
                  <a:lnTo>
                    <a:pt x="1588" y="1157523"/>
                  </a:lnTo>
                  <a:lnTo>
                    <a:pt x="1588" y="1165500"/>
                  </a:lnTo>
                  <a:lnTo>
                    <a:pt x="1588" y="1172680"/>
                  </a:lnTo>
                  <a:lnTo>
                    <a:pt x="1588" y="1182253"/>
                  </a:lnTo>
                  <a:lnTo>
                    <a:pt x="1588" y="1189433"/>
                  </a:lnTo>
                  <a:lnTo>
                    <a:pt x="1588" y="1199005"/>
                  </a:lnTo>
                  <a:lnTo>
                    <a:pt x="0" y="1206185"/>
                  </a:lnTo>
                  <a:lnTo>
                    <a:pt x="0" y="1214163"/>
                  </a:lnTo>
                  <a:lnTo>
                    <a:pt x="0" y="1221342"/>
                  </a:lnTo>
                  <a:lnTo>
                    <a:pt x="0" y="1230915"/>
                  </a:lnTo>
                  <a:lnTo>
                    <a:pt x="0" y="1238095"/>
                  </a:lnTo>
                  <a:lnTo>
                    <a:pt x="0" y="1246072"/>
                  </a:lnTo>
                  <a:lnTo>
                    <a:pt x="0" y="1254847"/>
                  </a:lnTo>
                  <a:lnTo>
                    <a:pt x="1588" y="1262825"/>
                  </a:lnTo>
                  <a:lnTo>
                    <a:pt x="1588" y="1270004"/>
                  </a:lnTo>
                  <a:lnTo>
                    <a:pt x="1588" y="1277982"/>
                  </a:lnTo>
                  <a:lnTo>
                    <a:pt x="1588" y="1285162"/>
                  </a:lnTo>
                  <a:lnTo>
                    <a:pt x="1588" y="1294734"/>
                  </a:lnTo>
                  <a:lnTo>
                    <a:pt x="1588" y="1301914"/>
                  </a:lnTo>
                  <a:lnTo>
                    <a:pt x="3176" y="1309892"/>
                  </a:lnTo>
                  <a:lnTo>
                    <a:pt x="4765" y="1317071"/>
                  </a:lnTo>
                  <a:lnTo>
                    <a:pt x="4765" y="1325846"/>
                  </a:lnTo>
                  <a:lnTo>
                    <a:pt x="4765" y="1333824"/>
                  </a:lnTo>
                  <a:lnTo>
                    <a:pt x="6353" y="1341003"/>
                  </a:lnTo>
                  <a:lnTo>
                    <a:pt x="6353" y="1348981"/>
                  </a:lnTo>
                  <a:lnTo>
                    <a:pt x="8736" y="1356161"/>
                  </a:lnTo>
                  <a:lnTo>
                    <a:pt x="8736" y="1364138"/>
                  </a:lnTo>
                  <a:lnTo>
                    <a:pt x="10324" y="1371318"/>
                  </a:lnTo>
                  <a:lnTo>
                    <a:pt x="11912" y="1379295"/>
                  </a:lnTo>
                  <a:lnTo>
                    <a:pt x="13501" y="1386475"/>
                  </a:lnTo>
                  <a:lnTo>
                    <a:pt x="15089" y="1394452"/>
                  </a:lnTo>
                  <a:lnTo>
                    <a:pt x="16678" y="1401632"/>
                  </a:lnTo>
                  <a:lnTo>
                    <a:pt x="18266" y="1408014"/>
                  </a:lnTo>
                  <a:lnTo>
                    <a:pt x="19854" y="1415991"/>
                  </a:lnTo>
                  <a:lnTo>
                    <a:pt x="21443" y="1423171"/>
                  </a:lnTo>
                  <a:lnTo>
                    <a:pt x="23031" y="1431148"/>
                  </a:lnTo>
                  <a:lnTo>
                    <a:pt x="25414" y="1438328"/>
                  </a:lnTo>
                  <a:lnTo>
                    <a:pt x="28590" y="1446305"/>
                  </a:lnTo>
                  <a:lnTo>
                    <a:pt x="30179" y="1451890"/>
                  </a:lnTo>
                  <a:lnTo>
                    <a:pt x="33356" y="1459867"/>
                  </a:lnTo>
                  <a:lnTo>
                    <a:pt x="34944" y="1467047"/>
                  </a:lnTo>
                  <a:lnTo>
                    <a:pt x="38121" y="1473429"/>
                  </a:lnTo>
                  <a:lnTo>
                    <a:pt x="40503" y="1480608"/>
                  </a:lnTo>
                  <a:lnTo>
                    <a:pt x="42092" y="1486990"/>
                  </a:lnTo>
                  <a:lnTo>
                    <a:pt x="46857" y="1494170"/>
                  </a:lnTo>
                  <a:lnTo>
                    <a:pt x="50034" y="1502147"/>
                  </a:lnTo>
                  <a:lnTo>
                    <a:pt x="53211" y="1507731"/>
                  </a:lnTo>
                  <a:lnTo>
                    <a:pt x="55593" y="1515709"/>
                  </a:lnTo>
                  <a:lnTo>
                    <a:pt x="58770" y="1522091"/>
                  </a:lnTo>
                  <a:lnTo>
                    <a:pt x="63535" y="1529270"/>
                  </a:lnTo>
                  <a:lnTo>
                    <a:pt x="66712" y="1535652"/>
                  </a:lnTo>
                  <a:lnTo>
                    <a:pt x="70683" y="1542832"/>
                  </a:lnTo>
                  <a:lnTo>
                    <a:pt x="73860" y="1549214"/>
                  </a:lnTo>
                  <a:lnTo>
                    <a:pt x="80213" y="1554798"/>
                  </a:lnTo>
                  <a:lnTo>
                    <a:pt x="83390" y="1561180"/>
                  </a:lnTo>
                  <a:lnTo>
                    <a:pt x="87361" y="1567562"/>
                  </a:lnTo>
                  <a:lnTo>
                    <a:pt x="90538" y="1573146"/>
                  </a:lnTo>
                  <a:lnTo>
                    <a:pt x="95303" y="1579528"/>
                  </a:lnTo>
                  <a:lnTo>
                    <a:pt x="99274" y="1585112"/>
                  </a:lnTo>
                  <a:lnTo>
                    <a:pt x="105627" y="1591465"/>
                  </a:lnTo>
                  <a:lnTo>
                    <a:pt x="110392" y="1597876"/>
                  </a:lnTo>
                  <a:lnTo>
                    <a:pt x="115158" y="1603460"/>
                  </a:lnTo>
                  <a:lnTo>
                    <a:pt x="119129" y="1608247"/>
                  </a:lnTo>
                  <a:lnTo>
                    <a:pt x="125482" y="1614600"/>
                  </a:lnTo>
                  <a:lnTo>
                    <a:pt x="130247" y="1620213"/>
                  </a:lnTo>
                  <a:lnTo>
                    <a:pt x="135807" y="1626595"/>
                  </a:lnTo>
                  <a:lnTo>
                    <a:pt x="140572" y="1630584"/>
                  </a:lnTo>
                  <a:lnTo>
                    <a:pt x="146131" y="1636966"/>
                  </a:lnTo>
                  <a:lnTo>
                    <a:pt x="152485" y="1641752"/>
                  </a:lnTo>
                  <a:lnTo>
                    <a:pt x="158838" y="1647336"/>
                  </a:lnTo>
                  <a:lnTo>
                    <a:pt x="164398" y="1652123"/>
                  </a:lnTo>
                  <a:lnTo>
                    <a:pt x="170751" y="1656909"/>
                  </a:lnTo>
                  <a:lnTo>
                    <a:pt x="176311" y="1662469"/>
                  </a:lnTo>
                  <a:lnTo>
                    <a:pt x="182664" y="1667280"/>
                  </a:lnTo>
                  <a:lnTo>
                    <a:pt x="189017" y="1672066"/>
                  </a:lnTo>
                  <a:lnTo>
                    <a:pt x="194577" y="1676055"/>
                  </a:lnTo>
                  <a:lnTo>
                    <a:pt x="200930" y="1680841"/>
                  </a:lnTo>
                  <a:lnTo>
                    <a:pt x="208077" y="1687223"/>
                  </a:lnTo>
                  <a:lnTo>
                    <a:pt x="214432" y="1690414"/>
                  </a:lnTo>
                  <a:lnTo>
                    <a:pt x="221580" y="1695998"/>
                  </a:lnTo>
                  <a:lnTo>
                    <a:pt x="227932" y="1699189"/>
                  </a:lnTo>
                  <a:lnTo>
                    <a:pt x="234287" y="1703976"/>
                  </a:lnTo>
                  <a:lnTo>
                    <a:pt x="241435" y="1707965"/>
                  </a:lnTo>
                  <a:lnTo>
                    <a:pt x="247787" y="1712751"/>
                  </a:lnTo>
                  <a:lnTo>
                    <a:pt x="254936" y="1715942"/>
                  </a:lnTo>
                  <a:lnTo>
                    <a:pt x="262878" y="1720728"/>
                  </a:lnTo>
                  <a:lnTo>
                    <a:pt x="268437" y="1724717"/>
                  </a:lnTo>
                  <a:lnTo>
                    <a:pt x="276379" y="1727908"/>
                  </a:lnTo>
                  <a:lnTo>
                    <a:pt x="282733" y="1732695"/>
                  </a:lnTo>
                  <a:lnTo>
                    <a:pt x="289880" y="1735886"/>
                  </a:lnTo>
                  <a:lnTo>
                    <a:pt x="297822" y="1738279"/>
                  </a:lnTo>
                  <a:lnTo>
                    <a:pt x="304970" y="1743065"/>
                  </a:lnTo>
                  <a:lnTo>
                    <a:pt x="311324" y="1746256"/>
                  </a:lnTo>
                  <a:lnTo>
                    <a:pt x="318471" y="1749447"/>
                  </a:lnTo>
                  <a:lnTo>
                    <a:pt x="326413" y="1751840"/>
                  </a:lnTo>
                  <a:lnTo>
                    <a:pt x="333561" y="1755031"/>
                  </a:lnTo>
                  <a:lnTo>
                    <a:pt x="339914" y="1758222"/>
                  </a:lnTo>
                  <a:lnTo>
                    <a:pt x="347061" y="1761413"/>
                  </a:lnTo>
                  <a:lnTo>
                    <a:pt x="355003" y="1763009"/>
                  </a:lnTo>
                  <a:lnTo>
                    <a:pt x="362152" y="1766200"/>
                  </a:lnTo>
                  <a:lnTo>
                    <a:pt x="370094" y="1768593"/>
                  </a:lnTo>
                  <a:lnTo>
                    <a:pt x="377242" y="1771784"/>
                  </a:lnTo>
                  <a:lnTo>
                    <a:pt x="383595" y="1773379"/>
                  </a:lnTo>
                  <a:lnTo>
                    <a:pt x="390743" y="1776570"/>
                  </a:lnTo>
                  <a:lnTo>
                    <a:pt x="398685" y="1778166"/>
                  </a:lnTo>
                  <a:lnTo>
                    <a:pt x="405833" y="1781357"/>
                  </a:lnTo>
                  <a:lnTo>
                    <a:pt x="413775" y="1782155"/>
                  </a:lnTo>
                  <a:lnTo>
                    <a:pt x="420922" y="1783750"/>
                  </a:lnTo>
                  <a:lnTo>
                    <a:pt x="428864" y="1785345"/>
                  </a:lnTo>
                  <a:lnTo>
                    <a:pt x="436012" y="1788536"/>
                  </a:lnTo>
                  <a:lnTo>
                    <a:pt x="442366" y="1790132"/>
                  </a:lnTo>
                  <a:lnTo>
                    <a:pt x="450308" y="1791727"/>
                  </a:lnTo>
                  <a:lnTo>
                    <a:pt x="457455" y="1791727"/>
                  </a:lnTo>
                  <a:lnTo>
                    <a:pt x="465397" y="1794918"/>
                  </a:lnTo>
                  <a:lnTo>
                    <a:pt x="470957" y="1794918"/>
                  </a:lnTo>
                  <a:lnTo>
                    <a:pt x="478899" y="1796514"/>
                  </a:lnTo>
                  <a:lnTo>
                    <a:pt x="486046" y="1797312"/>
                  </a:lnTo>
                  <a:lnTo>
                    <a:pt x="493988" y="1797312"/>
                  </a:lnTo>
                  <a:lnTo>
                    <a:pt x="499548" y="1797312"/>
                  </a:lnTo>
                  <a:lnTo>
                    <a:pt x="507490" y="1798907"/>
                  </a:lnTo>
                  <a:lnTo>
                    <a:pt x="514637" y="1798907"/>
                  </a:lnTo>
                  <a:lnTo>
                    <a:pt x="522579" y="1800503"/>
                  </a:lnTo>
                  <a:lnTo>
                    <a:pt x="529727" y="1800503"/>
                  </a:lnTo>
                  <a:lnTo>
                    <a:pt x="537669" y="1802098"/>
                  </a:lnTo>
                  <a:lnTo>
                    <a:pt x="543228" y="1802098"/>
                  </a:lnTo>
                  <a:lnTo>
                    <a:pt x="552759" y="1803694"/>
                  </a:lnTo>
                  <a:lnTo>
                    <a:pt x="558318" y="1803694"/>
                  </a:lnTo>
                  <a:lnTo>
                    <a:pt x="566260" y="1803694"/>
                  </a:lnTo>
                  <a:lnTo>
                    <a:pt x="573408" y="1803694"/>
                  </a:lnTo>
                  <a:lnTo>
                    <a:pt x="581350" y="1805289"/>
                  </a:lnTo>
                  <a:lnTo>
                    <a:pt x="589292" y="1805289"/>
                  </a:lnTo>
                  <a:lnTo>
                    <a:pt x="596439" y="1805289"/>
                  </a:lnTo>
                  <a:lnTo>
                    <a:pt x="604381" y="1806885"/>
                  </a:lnTo>
                  <a:lnTo>
                    <a:pt x="613117" y="1806885"/>
                  </a:lnTo>
                  <a:lnTo>
                    <a:pt x="619471" y="1806885"/>
                  </a:lnTo>
                  <a:lnTo>
                    <a:pt x="626619" y="1806885"/>
                  </a:lnTo>
                  <a:lnTo>
                    <a:pt x="635355" y="1806885"/>
                  </a:lnTo>
                  <a:lnTo>
                    <a:pt x="643297" y="1808480"/>
                  </a:lnTo>
                  <a:lnTo>
                    <a:pt x="650445" y="1808480"/>
                  </a:lnTo>
                  <a:lnTo>
                    <a:pt x="658386" y="1808480"/>
                  </a:lnTo>
                  <a:lnTo>
                    <a:pt x="665534" y="1808480"/>
                  </a:lnTo>
                  <a:lnTo>
                    <a:pt x="675065" y="1808480"/>
                  </a:lnTo>
                  <a:lnTo>
                    <a:pt x="680624" y="1808480"/>
                  </a:lnTo>
                  <a:lnTo>
                    <a:pt x="690154" y="1808480"/>
                  </a:lnTo>
                  <a:lnTo>
                    <a:pt x="697302" y="1808480"/>
                  </a:lnTo>
                  <a:lnTo>
                    <a:pt x="705244" y="1808480"/>
                  </a:lnTo>
                  <a:lnTo>
                    <a:pt x="712392" y="1808480"/>
                  </a:lnTo>
                  <a:lnTo>
                    <a:pt x="720334" y="1808480"/>
                  </a:lnTo>
                  <a:lnTo>
                    <a:pt x="727481" y="1808480"/>
                  </a:lnTo>
                  <a:lnTo>
                    <a:pt x="737012" y="1808480"/>
                  </a:lnTo>
                  <a:lnTo>
                    <a:pt x="744159" y="1808480"/>
                  </a:lnTo>
                  <a:lnTo>
                    <a:pt x="752101" y="1808480"/>
                  </a:lnTo>
                  <a:lnTo>
                    <a:pt x="759249" y="1808480"/>
                  </a:lnTo>
                  <a:lnTo>
                    <a:pt x="767191" y="1808480"/>
                  </a:lnTo>
                  <a:lnTo>
                    <a:pt x="774339" y="1806885"/>
                  </a:lnTo>
                  <a:lnTo>
                    <a:pt x="782281" y="1806885"/>
                  </a:lnTo>
                  <a:lnTo>
                    <a:pt x="789429" y="1806885"/>
                  </a:lnTo>
                  <a:lnTo>
                    <a:pt x="798959" y="1806885"/>
                  </a:lnTo>
                  <a:lnTo>
                    <a:pt x="804518" y="1805289"/>
                  </a:lnTo>
                  <a:lnTo>
                    <a:pt x="814049" y="1805289"/>
                  </a:lnTo>
                  <a:lnTo>
                    <a:pt x="821196" y="1803694"/>
                  </a:lnTo>
                  <a:lnTo>
                    <a:pt x="829138" y="1803694"/>
                  </a:lnTo>
                  <a:lnTo>
                    <a:pt x="836286" y="1803694"/>
                  </a:lnTo>
                  <a:lnTo>
                    <a:pt x="844228" y="1803694"/>
                  </a:lnTo>
                  <a:lnTo>
                    <a:pt x="851376" y="1802098"/>
                  </a:lnTo>
                  <a:lnTo>
                    <a:pt x="859318" y="1802098"/>
                  </a:lnTo>
                  <a:lnTo>
                    <a:pt x="866465" y="1800503"/>
                  </a:lnTo>
                  <a:lnTo>
                    <a:pt x="872819" y="1800503"/>
                  </a:lnTo>
                  <a:lnTo>
                    <a:pt x="879967" y="1798907"/>
                  </a:lnTo>
                  <a:lnTo>
                    <a:pt x="887909" y="1798907"/>
                  </a:lnTo>
                  <a:lnTo>
                    <a:pt x="895056" y="1797312"/>
                  </a:lnTo>
                  <a:lnTo>
                    <a:pt x="902998" y="1797312"/>
                  </a:lnTo>
                  <a:lnTo>
                    <a:pt x="909352" y="1796514"/>
                  </a:lnTo>
                  <a:lnTo>
                    <a:pt x="916500" y="1796514"/>
                  </a:lnTo>
                  <a:lnTo>
                    <a:pt x="922853" y="1794918"/>
                  </a:lnTo>
                  <a:lnTo>
                    <a:pt x="930001" y="1793323"/>
                  </a:lnTo>
                  <a:lnTo>
                    <a:pt x="937943" y="1791727"/>
                  </a:lnTo>
                  <a:lnTo>
                    <a:pt x="943502" y="1791727"/>
                  </a:lnTo>
                  <a:lnTo>
                    <a:pt x="951444" y="1790132"/>
                  </a:lnTo>
                  <a:lnTo>
                    <a:pt x="957003" y="1788536"/>
                  </a:lnTo>
                  <a:lnTo>
                    <a:pt x="964945" y="1786941"/>
                  </a:lnTo>
                  <a:lnTo>
                    <a:pt x="971299" y="1786941"/>
                  </a:lnTo>
                  <a:lnTo>
                    <a:pt x="978447" y="1785345"/>
                  </a:lnTo>
                  <a:lnTo>
                    <a:pt x="984800" y="1783750"/>
                  </a:lnTo>
                  <a:lnTo>
                    <a:pt x="990360" y="1781357"/>
                  </a:lnTo>
                  <a:lnTo>
                    <a:pt x="996713" y="1781357"/>
                  </a:lnTo>
                  <a:lnTo>
                    <a:pt x="1002273" y="1779761"/>
                  </a:lnTo>
                  <a:lnTo>
                    <a:pt x="1008626" y="1778166"/>
                  </a:lnTo>
                  <a:lnTo>
                    <a:pt x="1014980" y="1774975"/>
                  </a:lnTo>
                  <a:lnTo>
                    <a:pt x="1020539" y="1773379"/>
                  </a:lnTo>
                  <a:lnTo>
                    <a:pt x="1026893" y="1771784"/>
                  </a:lnTo>
                  <a:lnTo>
                    <a:pt x="1032452" y="1770188"/>
                  </a:lnTo>
                  <a:lnTo>
                    <a:pt x="1037217" y="1768593"/>
                  </a:lnTo>
                  <a:lnTo>
                    <a:pt x="1043571" y="1766997"/>
                  </a:lnTo>
                  <a:lnTo>
                    <a:pt x="1049130" y="1764604"/>
                  </a:lnTo>
                  <a:lnTo>
                    <a:pt x="1055484" y="1763009"/>
                  </a:lnTo>
                  <a:lnTo>
                    <a:pt x="1061837" y="1761413"/>
                  </a:lnTo>
                  <a:lnTo>
                    <a:pt x="1067396" y="1759818"/>
                  </a:lnTo>
                  <a:lnTo>
                    <a:pt x="1072162" y="1756627"/>
                  </a:lnTo>
                  <a:lnTo>
                    <a:pt x="1076927" y="1755031"/>
                  </a:lnTo>
                  <a:lnTo>
                    <a:pt x="1082486" y="1751840"/>
                  </a:lnTo>
                  <a:lnTo>
                    <a:pt x="1088840" y="1751043"/>
                  </a:lnTo>
                  <a:lnTo>
                    <a:pt x="1093605" y="1747852"/>
                  </a:lnTo>
                  <a:lnTo>
                    <a:pt x="1099164" y="1746256"/>
                  </a:lnTo>
                  <a:lnTo>
                    <a:pt x="1103929" y="1743065"/>
                  </a:lnTo>
                  <a:lnTo>
                    <a:pt x="1109489" y="1741470"/>
                  </a:lnTo>
                  <a:lnTo>
                    <a:pt x="1114254" y="1738279"/>
                  </a:lnTo>
                  <a:lnTo>
                    <a:pt x="1119019" y="1736683"/>
                  </a:lnTo>
                  <a:lnTo>
                    <a:pt x="1123784" y="1734290"/>
                  </a:lnTo>
                  <a:lnTo>
                    <a:pt x="1129344" y="1731099"/>
                  </a:lnTo>
                  <a:lnTo>
                    <a:pt x="1134109" y="1727908"/>
                  </a:lnTo>
                  <a:lnTo>
                    <a:pt x="1138874" y="1726313"/>
                  </a:lnTo>
                  <a:lnTo>
                    <a:pt x="1142845" y="1723122"/>
                  </a:lnTo>
                  <a:lnTo>
                    <a:pt x="1147610" y="1720728"/>
                  </a:lnTo>
                  <a:lnTo>
                    <a:pt x="1152375" y="1717537"/>
                  </a:lnTo>
                  <a:lnTo>
                    <a:pt x="1156346" y="1714347"/>
                  </a:lnTo>
                  <a:lnTo>
                    <a:pt x="1161111" y="1711156"/>
                  </a:lnTo>
                  <a:lnTo>
                    <a:pt x="1165877" y="1707965"/>
                  </a:lnTo>
                  <a:lnTo>
                    <a:pt x="1169848" y="1705571"/>
                  </a:lnTo>
                  <a:lnTo>
                    <a:pt x="1174613" y="1702380"/>
                  </a:lnTo>
                  <a:lnTo>
                    <a:pt x="1179378" y="1699189"/>
                  </a:lnTo>
                  <a:lnTo>
                    <a:pt x="1184143" y="1695998"/>
                  </a:lnTo>
                  <a:lnTo>
                    <a:pt x="1186526" y="1691212"/>
                  </a:lnTo>
                  <a:lnTo>
                    <a:pt x="1191291" y="1688819"/>
                  </a:lnTo>
                  <a:lnTo>
                    <a:pt x="1196056" y="1685628"/>
                  </a:lnTo>
                  <a:lnTo>
                    <a:pt x="1200821" y="1682437"/>
                  </a:lnTo>
                  <a:lnTo>
                    <a:pt x="1203204" y="1677650"/>
                  </a:lnTo>
                  <a:lnTo>
                    <a:pt x="1207969" y="1675257"/>
                  </a:lnTo>
                  <a:lnTo>
                    <a:pt x="1211146" y="1672080"/>
                  </a:lnTo>
                  <a:lnTo>
                    <a:pt x="1215911" y="1668875"/>
                  </a:lnTo>
                  <a:lnTo>
                    <a:pt x="1218293" y="1664089"/>
                  </a:lnTo>
                  <a:lnTo>
                    <a:pt x="1223059" y="1660898"/>
                  </a:lnTo>
                  <a:lnTo>
                    <a:pt x="1227824" y="1656909"/>
                  </a:lnTo>
                  <a:lnTo>
                    <a:pt x="1231000" y="1653733"/>
                  </a:lnTo>
                  <a:lnTo>
                    <a:pt x="1233383" y="1648932"/>
                  </a:lnTo>
                  <a:lnTo>
                    <a:pt x="1238148" y="1644943"/>
                  </a:lnTo>
                  <a:lnTo>
                    <a:pt x="1241325" y="1640157"/>
                  </a:lnTo>
                  <a:lnTo>
                    <a:pt x="1246090" y="1636966"/>
                  </a:lnTo>
                  <a:lnTo>
                    <a:pt x="1248473" y="1632179"/>
                  </a:lnTo>
                  <a:lnTo>
                    <a:pt x="1253238" y="1628190"/>
                  </a:lnTo>
                  <a:lnTo>
                    <a:pt x="1256415" y="1623404"/>
                  </a:lnTo>
                  <a:lnTo>
                    <a:pt x="1259591" y="1620228"/>
                  </a:lnTo>
                  <a:lnTo>
                    <a:pt x="1263562" y="1615427"/>
                  </a:lnTo>
                  <a:lnTo>
                    <a:pt x="1266739" y="1611438"/>
                  </a:lnTo>
                  <a:lnTo>
                    <a:pt x="1269916" y="1606651"/>
                  </a:lnTo>
                  <a:lnTo>
                    <a:pt x="1274681" y="1601886"/>
                  </a:lnTo>
                  <a:lnTo>
                    <a:pt x="1277064" y="1597876"/>
                  </a:lnTo>
                  <a:lnTo>
                    <a:pt x="1280241" y="1593090"/>
                  </a:lnTo>
                  <a:lnTo>
                    <a:pt x="1283417" y="1586708"/>
                  </a:lnTo>
                  <a:lnTo>
                    <a:pt x="1286594" y="1584315"/>
                  </a:lnTo>
                  <a:lnTo>
                    <a:pt x="1289771" y="1577933"/>
                  </a:lnTo>
                  <a:lnTo>
                    <a:pt x="1293742" y="1573146"/>
                  </a:lnTo>
                  <a:lnTo>
                    <a:pt x="1296919" y="1567562"/>
                  </a:lnTo>
                  <a:lnTo>
                    <a:pt x="1300095" y="1562776"/>
                  </a:lnTo>
                  <a:lnTo>
                    <a:pt x="1304861" y="1556394"/>
                  </a:lnTo>
                  <a:lnTo>
                    <a:pt x="1308037" y="1552405"/>
                  </a:lnTo>
                  <a:lnTo>
                    <a:pt x="1310420" y="1546023"/>
                  </a:lnTo>
                  <a:lnTo>
                    <a:pt x="1313597" y="1541237"/>
                  </a:lnTo>
                  <a:lnTo>
                    <a:pt x="1316773" y="1535652"/>
                  </a:lnTo>
                  <a:lnTo>
                    <a:pt x="1319950" y="1529270"/>
                  </a:lnTo>
                  <a:lnTo>
                    <a:pt x="1323921" y="1522889"/>
                  </a:lnTo>
                  <a:lnTo>
                    <a:pt x="1327098" y="1518900"/>
                  </a:lnTo>
                  <a:lnTo>
                    <a:pt x="1330275" y="1510922"/>
                  </a:lnTo>
                  <a:lnTo>
                    <a:pt x="1333452" y="1505338"/>
                  </a:lnTo>
                  <a:lnTo>
                    <a:pt x="1336628" y="1498956"/>
                  </a:lnTo>
                  <a:lnTo>
                    <a:pt x="1340599" y="1492574"/>
                  </a:lnTo>
                  <a:lnTo>
                    <a:pt x="1342188" y="1486990"/>
                  </a:lnTo>
                  <a:lnTo>
                    <a:pt x="1346953" y="1480608"/>
                  </a:lnTo>
                  <a:lnTo>
                    <a:pt x="1350130" y="1475024"/>
                  </a:lnTo>
                  <a:lnTo>
                    <a:pt x="1353306" y="1468642"/>
                  </a:lnTo>
                  <a:lnTo>
                    <a:pt x="1355689" y="1462260"/>
                  </a:lnTo>
                  <a:lnTo>
                    <a:pt x="1358866" y="1455081"/>
                  </a:lnTo>
                  <a:lnTo>
                    <a:pt x="1360454" y="1448699"/>
                  </a:lnTo>
                  <a:lnTo>
                    <a:pt x="1365219" y="1441519"/>
                  </a:lnTo>
                  <a:lnTo>
                    <a:pt x="1366808" y="1435137"/>
                  </a:lnTo>
                  <a:lnTo>
                    <a:pt x="1369190" y="1427957"/>
                  </a:lnTo>
                  <a:lnTo>
                    <a:pt x="1372367" y="1421575"/>
                  </a:lnTo>
                  <a:lnTo>
                    <a:pt x="1375544" y="1415991"/>
                  </a:lnTo>
                  <a:lnTo>
                    <a:pt x="1378721" y="1406418"/>
                  </a:lnTo>
                  <a:lnTo>
                    <a:pt x="1380309" y="1400834"/>
                  </a:lnTo>
                  <a:lnTo>
                    <a:pt x="1383486" y="1392857"/>
                  </a:lnTo>
                  <a:lnTo>
                    <a:pt x="1384280" y="1386475"/>
                  </a:lnTo>
                  <a:lnTo>
                    <a:pt x="1387457" y="1379295"/>
                  </a:lnTo>
                  <a:lnTo>
                    <a:pt x="1389045" y="1371318"/>
                  </a:lnTo>
                  <a:lnTo>
                    <a:pt x="1392222" y="1364138"/>
                  </a:lnTo>
                  <a:lnTo>
                    <a:pt x="1395399" y="1357756"/>
                  </a:lnTo>
                  <a:lnTo>
                    <a:pt x="1396987" y="1350576"/>
                  </a:lnTo>
                  <a:lnTo>
                    <a:pt x="1398575" y="1341003"/>
                  </a:lnTo>
                  <a:lnTo>
                    <a:pt x="1399370" y="1333824"/>
                  </a:lnTo>
                  <a:lnTo>
                    <a:pt x="1402546" y="1327442"/>
                  </a:lnTo>
                  <a:lnTo>
                    <a:pt x="1404135" y="1320262"/>
                  </a:lnTo>
                  <a:lnTo>
                    <a:pt x="1405723" y="1312285"/>
                  </a:lnTo>
                  <a:lnTo>
                    <a:pt x="1407312" y="1305105"/>
                  </a:lnTo>
                  <a:lnTo>
                    <a:pt x="1408900" y="1297128"/>
                  </a:lnTo>
                  <a:lnTo>
                    <a:pt x="1410488" y="1288353"/>
                  </a:lnTo>
                  <a:lnTo>
                    <a:pt x="1412077" y="1281971"/>
                  </a:lnTo>
                  <a:lnTo>
                    <a:pt x="1412077" y="1273195"/>
                  </a:lnTo>
                  <a:lnTo>
                    <a:pt x="1413665" y="1265218"/>
                  </a:lnTo>
                  <a:lnTo>
                    <a:pt x="1415254" y="1258038"/>
                  </a:lnTo>
                  <a:lnTo>
                    <a:pt x="1416048" y="1250061"/>
                  </a:lnTo>
                  <a:lnTo>
                    <a:pt x="1416048" y="1242881"/>
                  </a:lnTo>
                  <a:lnTo>
                    <a:pt x="1417636" y="1234904"/>
                  </a:lnTo>
                  <a:lnTo>
                    <a:pt x="1417636" y="1227724"/>
                  </a:lnTo>
                  <a:lnTo>
                    <a:pt x="1417636" y="1219747"/>
                  </a:lnTo>
                  <a:lnTo>
                    <a:pt x="1417636" y="1210972"/>
                  </a:lnTo>
                  <a:lnTo>
                    <a:pt x="1419225" y="1203792"/>
                  </a:lnTo>
                  <a:lnTo>
                    <a:pt x="1419225" y="1194219"/>
                  </a:lnTo>
                  <a:lnTo>
                    <a:pt x="1419225" y="1187039"/>
                  </a:lnTo>
                  <a:lnTo>
                    <a:pt x="1419225" y="1179062"/>
                  </a:lnTo>
                  <a:lnTo>
                    <a:pt x="1419225" y="1171882"/>
                  </a:lnTo>
                  <a:lnTo>
                    <a:pt x="1417636" y="1163905"/>
                  </a:lnTo>
                  <a:lnTo>
                    <a:pt x="1417636" y="1155130"/>
                  </a:lnTo>
                  <a:lnTo>
                    <a:pt x="1417636" y="1147152"/>
                  </a:lnTo>
                  <a:lnTo>
                    <a:pt x="1416048" y="1139973"/>
                  </a:lnTo>
                  <a:lnTo>
                    <a:pt x="1416048" y="1130400"/>
                  </a:lnTo>
                  <a:lnTo>
                    <a:pt x="1415254" y="1123220"/>
                  </a:lnTo>
                  <a:lnTo>
                    <a:pt x="1413665" y="1115243"/>
                  </a:lnTo>
                  <a:lnTo>
                    <a:pt x="1413665" y="1106467"/>
                  </a:lnTo>
                  <a:lnTo>
                    <a:pt x="1412077" y="1098490"/>
                  </a:lnTo>
                  <a:lnTo>
                    <a:pt x="1410488" y="1091310"/>
                  </a:lnTo>
                  <a:lnTo>
                    <a:pt x="1408900" y="1081737"/>
                  </a:lnTo>
                  <a:lnTo>
                    <a:pt x="1407312" y="1074558"/>
                  </a:lnTo>
                  <a:lnTo>
                    <a:pt x="1405723" y="1066580"/>
                  </a:lnTo>
                  <a:lnTo>
                    <a:pt x="1404135" y="1059401"/>
                  </a:lnTo>
                  <a:lnTo>
                    <a:pt x="1402546" y="1050626"/>
                  </a:lnTo>
                  <a:lnTo>
                    <a:pt x="1400958" y="1042648"/>
                  </a:lnTo>
                  <a:lnTo>
                    <a:pt x="1399370" y="1035468"/>
                  </a:lnTo>
                  <a:lnTo>
                    <a:pt x="1396987" y="1025896"/>
                  </a:lnTo>
                  <a:lnTo>
                    <a:pt x="1395399" y="1018716"/>
                  </a:lnTo>
                  <a:lnTo>
                    <a:pt x="1393810" y="1010738"/>
                  </a:lnTo>
                  <a:lnTo>
                    <a:pt x="1390634" y="1003559"/>
                  </a:lnTo>
                  <a:lnTo>
                    <a:pt x="1387457" y="993986"/>
                  </a:lnTo>
                  <a:lnTo>
                    <a:pt x="1385868" y="986806"/>
                  </a:lnTo>
                  <a:lnTo>
                    <a:pt x="1383486" y="978829"/>
                  </a:lnTo>
                  <a:lnTo>
                    <a:pt x="1381897" y="971649"/>
                  </a:lnTo>
                  <a:lnTo>
                    <a:pt x="1378721" y="963672"/>
                  </a:lnTo>
                  <a:lnTo>
                    <a:pt x="1375544" y="956492"/>
                  </a:lnTo>
                  <a:lnTo>
                    <a:pt x="1373955" y="946919"/>
                  </a:lnTo>
                  <a:lnTo>
                    <a:pt x="1370779" y="939739"/>
                  </a:lnTo>
                  <a:lnTo>
                    <a:pt x="1368396" y="931762"/>
                  </a:lnTo>
                  <a:lnTo>
                    <a:pt x="1365219" y="924582"/>
                  </a:lnTo>
                  <a:lnTo>
                    <a:pt x="1363631" y="916605"/>
                  </a:lnTo>
                  <a:lnTo>
                    <a:pt x="1360454" y="909425"/>
                  </a:lnTo>
                  <a:lnTo>
                    <a:pt x="1357277" y="901448"/>
                  </a:lnTo>
                  <a:lnTo>
                    <a:pt x="1354101" y="894268"/>
                  </a:lnTo>
                  <a:lnTo>
                    <a:pt x="1351718" y="886291"/>
                  </a:lnTo>
                  <a:lnTo>
                    <a:pt x="1348541" y="879111"/>
                  </a:lnTo>
                  <a:lnTo>
                    <a:pt x="1345364" y="871134"/>
                  </a:lnTo>
                  <a:lnTo>
                    <a:pt x="1342188" y="863954"/>
                  </a:lnTo>
                  <a:lnTo>
                    <a:pt x="1340599" y="857572"/>
                  </a:lnTo>
                  <a:lnTo>
                    <a:pt x="1336628" y="850392"/>
                  </a:lnTo>
                  <a:lnTo>
                    <a:pt x="1335040" y="842415"/>
                  </a:lnTo>
                  <a:lnTo>
                    <a:pt x="1330275" y="835235"/>
                  </a:lnTo>
                  <a:lnTo>
                    <a:pt x="1328686" y="828853"/>
                  </a:lnTo>
                  <a:lnTo>
                    <a:pt x="1323921" y="821674"/>
                  </a:lnTo>
                  <a:lnTo>
                    <a:pt x="1323127" y="815292"/>
                  </a:lnTo>
                  <a:lnTo>
                    <a:pt x="1319950" y="807314"/>
                  </a:lnTo>
                  <a:lnTo>
                    <a:pt x="1316773" y="801730"/>
                  </a:lnTo>
                  <a:lnTo>
                    <a:pt x="1313597" y="795348"/>
                  </a:lnTo>
                  <a:lnTo>
                    <a:pt x="1310420" y="788169"/>
                  </a:lnTo>
                  <a:lnTo>
                    <a:pt x="1308037" y="781787"/>
                  </a:lnTo>
                  <a:lnTo>
                    <a:pt x="1304861" y="776202"/>
                  </a:lnTo>
                  <a:lnTo>
                    <a:pt x="1301684" y="768225"/>
                  </a:lnTo>
                  <a:lnTo>
                    <a:pt x="1298507" y="761843"/>
                  </a:lnTo>
                  <a:lnTo>
                    <a:pt x="1295330" y="756259"/>
                  </a:lnTo>
                  <a:lnTo>
                    <a:pt x="1292153" y="751473"/>
                  </a:lnTo>
                  <a:lnTo>
                    <a:pt x="1289771" y="744293"/>
                  </a:lnTo>
                  <a:lnTo>
                    <a:pt x="1286594" y="739506"/>
                  </a:lnTo>
                  <a:lnTo>
                    <a:pt x="1283417" y="731529"/>
                  </a:lnTo>
                  <a:lnTo>
                    <a:pt x="1281829" y="727540"/>
                  </a:lnTo>
                  <a:lnTo>
                    <a:pt x="1278652" y="721158"/>
                  </a:lnTo>
                  <a:lnTo>
                    <a:pt x="1276270" y="715574"/>
                  </a:lnTo>
                  <a:lnTo>
                    <a:pt x="1274681" y="710788"/>
                  </a:lnTo>
                  <a:lnTo>
                    <a:pt x="1271504" y="706001"/>
                  </a:lnTo>
                  <a:lnTo>
                    <a:pt x="1268328" y="700417"/>
                  </a:lnTo>
                  <a:lnTo>
                    <a:pt x="1265151" y="694035"/>
                  </a:lnTo>
                  <a:lnTo>
                    <a:pt x="1261974" y="689249"/>
                  </a:lnTo>
                  <a:lnTo>
                    <a:pt x="1261180" y="685260"/>
                  </a:lnTo>
                  <a:lnTo>
                    <a:pt x="1258003" y="680474"/>
                  </a:lnTo>
                  <a:lnTo>
                    <a:pt x="1254826" y="675687"/>
                  </a:lnTo>
                  <a:lnTo>
                    <a:pt x="1253238" y="670901"/>
                  </a:lnTo>
                  <a:lnTo>
                    <a:pt x="1250061" y="666912"/>
                  </a:lnTo>
                  <a:lnTo>
                    <a:pt x="1246884" y="662125"/>
                  </a:lnTo>
                  <a:lnTo>
                    <a:pt x="1246090" y="657339"/>
                  </a:lnTo>
                  <a:lnTo>
                    <a:pt x="1242913" y="653350"/>
                  </a:lnTo>
                  <a:lnTo>
                    <a:pt x="1241325" y="650159"/>
                  </a:lnTo>
                  <a:lnTo>
                    <a:pt x="1238148" y="645373"/>
                  </a:lnTo>
                  <a:lnTo>
                    <a:pt x="1234971" y="640586"/>
                  </a:lnTo>
                  <a:lnTo>
                    <a:pt x="1233383" y="638193"/>
                  </a:lnTo>
                  <a:lnTo>
                    <a:pt x="1231000" y="635002"/>
                  </a:lnTo>
                  <a:lnTo>
                    <a:pt x="1227824" y="630216"/>
                  </a:lnTo>
                  <a:lnTo>
                    <a:pt x="1226235" y="627025"/>
                  </a:lnTo>
                  <a:lnTo>
                    <a:pt x="1223059" y="623036"/>
                  </a:lnTo>
                  <a:lnTo>
                    <a:pt x="1221470" y="619845"/>
                  </a:lnTo>
                  <a:lnTo>
                    <a:pt x="1218293" y="616668"/>
                  </a:lnTo>
                  <a:lnTo>
                    <a:pt x="1216705" y="613463"/>
                  </a:lnTo>
                  <a:lnTo>
                    <a:pt x="1214322" y="609475"/>
                  </a:lnTo>
                  <a:lnTo>
                    <a:pt x="1212734" y="607887"/>
                  </a:lnTo>
                  <a:lnTo>
                    <a:pt x="1209557" y="604710"/>
                  </a:lnTo>
                  <a:lnTo>
                    <a:pt x="1206380" y="599902"/>
                  </a:lnTo>
                  <a:lnTo>
                    <a:pt x="1204792" y="596711"/>
                  </a:lnTo>
                  <a:lnTo>
                    <a:pt x="1203204" y="595123"/>
                  </a:lnTo>
                  <a:lnTo>
                    <a:pt x="1199233" y="589531"/>
                  </a:lnTo>
                  <a:lnTo>
                    <a:pt x="1194468" y="583149"/>
                  </a:lnTo>
                  <a:lnTo>
                    <a:pt x="1189702" y="577565"/>
                  </a:lnTo>
                  <a:lnTo>
                    <a:pt x="1186526" y="571183"/>
                  </a:lnTo>
                  <a:lnTo>
                    <a:pt x="1182555" y="564801"/>
                  </a:lnTo>
                  <a:lnTo>
                    <a:pt x="1177789" y="560812"/>
                  </a:lnTo>
                  <a:lnTo>
                    <a:pt x="1174613" y="554430"/>
                  </a:lnTo>
                  <a:lnTo>
                    <a:pt x="1169848" y="548846"/>
                  </a:lnTo>
                  <a:lnTo>
                    <a:pt x="1167465" y="544060"/>
                  </a:lnTo>
                  <a:lnTo>
                    <a:pt x="1164288" y="537678"/>
                  </a:lnTo>
                  <a:lnTo>
                    <a:pt x="1161111" y="534501"/>
                  </a:lnTo>
                  <a:lnTo>
                    <a:pt x="1159523" y="532094"/>
                  </a:lnTo>
                  <a:lnTo>
                    <a:pt x="1157935" y="528903"/>
                  </a:lnTo>
                  <a:lnTo>
                    <a:pt x="1156346" y="525712"/>
                  </a:lnTo>
                  <a:lnTo>
                    <a:pt x="1153964" y="522521"/>
                  </a:lnTo>
                  <a:lnTo>
                    <a:pt x="1152375" y="519330"/>
                  </a:lnTo>
                  <a:lnTo>
                    <a:pt x="1150787" y="516936"/>
                  </a:lnTo>
                  <a:lnTo>
                    <a:pt x="1150787" y="513746"/>
                  </a:lnTo>
                  <a:lnTo>
                    <a:pt x="1147610" y="510569"/>
                  </a:lnTo>
                  <a:lnTo>
                    <a:pt x="1146022" y="507364"/>
                  </a:lnTo>
                  <a:lnTo>
                    <a:pt x="1144433" y="503375"/>
                  </a:lnTo>
                  <a:lnTo>
                    <a:pt x="1142845" y="500184"/>
                  </a:lnTo>
                  <a:lnTo>
                    <a:pt x="1141257" y="496993"/>
                  </a:lnTo>
                  <a:lnTo>
                    <a:pt x="1139668" y="493802"/>
                  </a:lnTo>
                  <a:lnTo>
                    <a:pt x="1138874" y="489016"/>
                  </a:lnTo>
                  <a:lnTo>
                    <a:pt x="1138874" y="486622"/>
                  </a:lnTo>
                  <a:lnTo>
                    <a:pt x="1135697" y="481836"/>
                  </a:lnTo>
                  <a:lnTo>
                    <a:pt x="1134109" y="478645"/>
                  </a:lnTo>
                  <a:lnTo>
                    <a:pt x="1132520" y="473858"/>
                  </a:lnTo>
                  <a:lnTo>
                    <a:pt x="1130932" y="471465"/>
                  </a:lnTo>
                  <a:lnTo>
                    <a:pt x="1129344" y="466679"/>
                  </a:lnTo>
                  <a:lnTo>
                    <a:pt x="1127755" y="461892"/>
                  </a:lnTo>
                  <a:lnTo>
                    <a:pt x="1127755" y="457904"/>
                  </a:lnTo>
                  <a:lnTo>
                    <a:pt x="1126167" y="454713"/>
                  </a:lnTo>
                  <a:lnTo>
                    <a:pt x="1124578" y="448331"/>
                  </a:lnTo>
                  <a:lnTo>
                    <a:pt x="1123784" y="443544"/>
                  </a:lnTo>
                  <a:lnTo>
                    <a:pt x="1122196" y="439556"/>
                  </a:lnTo>
                  <a:lnTo>
                    <a:pt x="1120607" y="436365"/>
                  </a:lnTo>
                  <a:lnTo>
                    <a:pt x="1119019" y="429983"/>
                  </a:lnTo>
                  <a:lnTo>
                    <a:pt x="1117431" y="425994"/>
                  </a:lnTo>
                  <a:lnTo>
                    <a:pt x="1117431" y="422803"/>
                  </a:lnTo>
                  <a:lnTo>
                    <a:pt x="1115842" y="418017"/>
                  </a:lnTo>
                  <a:lnTo>
                    <a:pt x="1114254" y="411635"/>
                  </a:lnTo>
                  <a:lnTo>
                    <a:pt x="1114254" y="407646"/>
                  </a:lnTo>
                  <a:lnTo>
                    <a:pt x="1112666" y="401264"/>
                  </a:lnTo>
                  <a:lnTo>
                    <a:pt x="1111077" y="396478"/>
                  </a:lnTo>
                  <a:lnTo>
                    <a:pt x="1111077" y="392489"/>
                  </a:lnTo>
                  <a:lnTo>
                    <a:pt x="1109489" y="387702"/>
                  </a:lnTo>
                  <a:lnTo>
                    <a:pt x="1109489" y="381320"/>
                  </a:lnTo>
                  <a:lnTo>
                    <a:pt x="1108695" y="377332"/>
                  </a:lnTo>
                  <a:lnTo>
                    <a:pt x="1107106" y="370950"/>
                  </a:lnTo>
                  <a:lnTo>
                    <a:pt x="1107106" y="366163"/>
                  </a:lnTo>
                  <a:lnTo>
                    <a:pt x="1105518" y="360579"/>
                  </a:lnTo>
                  <a:lnTo>
                    <a:pt x="1105518" y="355793"/>
                  </a:lnTo>
                  <a:lnTo>
                    <a:pt x="1103929" y="350209"/>
                  </a:lnTo>
                  <a:lnTo>
                    <a:pt x="1103929" y="345422"/>
                  </a:lnTo>
                  <a:lnTo>
                    <a:pt x="1103929" y="340636"/>
                  </a:lnTo>
                  <a:lnTo>
                    <a:pt x="1103929" y="335849"/>
                  </a:lnTo>
                  <a:lnTo>
                    <a:pt x="1102341" y="330265"/>
                  </a:lnTo>
                  <a:lnTo>
                    <a:pt x="1102341" y="323883"/>
                  </a:lnTo>
                  <a:lnTo>
                    <a:pt x="1100753" y="319894"/>
                  </a:lnTo>
                  <a:lnTo>
                    <a:pt x="1100753" y="313512"/>
                  </a:lnTo>
                  <a:lnTo>
                    <a:pt x="1099164" y="308726"/>
                  </a:lnTo>
                  <a:lnTo>
                    <a:pt x="1099164" y="303142"/>
                  </a:lnTo>
                  <a:lnTo>
                    <a:pt x="1099164" y="296760"/>
                  </a:lnTo>
                  <a:lnTo>
                    <a:pt x="1099164" y="291973"/>
                  </a:lnTo>
                  <a:lnTo>
                    <a:pt x="1097576" y="286389"/>
                  </a:lnTo>
                  <a:lnTo>
                    <a:pt x="1097576" y="281603"/>
                  </a:lnTo>
                  <a:lnTo>
                    <a:pt x="1097576" y="275221"/>
                  </a:lnTo>
                  <a:lnTo>
                    <a:pt x="1097576" y="271232"/>
                  </a:lnTo>
                  <a:lnTo>
                    <a:pt x="1097576" y="264850"/>
                  </a:lnTo>
                  <a:lnTo>
                    <a:pt x="1097576" y="260064"/>
                  </a:lnTo>
                  <a:lnTo>
                    <a:pt x="1097576" y="254480"/>
                  </a:lnTo>
                  <a:lnTo>
                    <a:pt x="1097576" y="249693"/>
                  </a:lnTo>
                  <a:lnTo>
                    <a:pt x="1095987" y="244109"/>
                  </a:lnTo>
                  <a:lnTo>
                    <a:pt x="1095987" y="237727"/>
                  </a:lnTo>
                  <a:lnTo>
                    <a:pt x="1095987" y="232941"/>
                  </a:lnTo>
                  <a:lnTo>
                    <a:pt x="1095987" y="227356"/>
                  </a:lnTo>
                  <a:lnTo>
                    <a:pt x="1095987" y="222570"/>
                  </a:lnTo>
                  <a:lnTo>
                    <a:pt x="1095987" y="217783"/>
                  </a:lnTo>
                  <a:lnTo>
                    <a:pt x="1095987" y="213795"/>
                  </a:lnTo>
                  <a:lnTo>
                    <a:pt x="1097576" y="207413"/>
                  </a:lnTo>
                  <a:lnTo>
                    <a:pt x="1097576" y="202626"/>
                  </a:lnTo>
                  <a:lnTo>
                    <a:pt x="1097576" y="197042"/>
                  </a:lnTo>
                  <a:lnTo>
                    <a:pt x="1097576" y="192256"/>
                  </a:lnTo>
                  <a:lnTo>
                    <a:pt x="1097576" y="187469"/>
                  </a:lnTo>
                  <a:lnTo>
                    <a:pt x="1097576" y="181885"/>
                  </a:lnTo>
                  <a:lnTo>
                    <a:pt x="1099164" y="178694"/>
                  </a:lnTo>
                  <a:lnTo>
                    <a:pt x="1099164" y="172312"/>
                  </a:lnTo>
                  <a:lnTo>
                    <a:pt x="1100753" y="168323"/>
                  </a:lnTo>
                  <a:lnTo>
                    <a:pt x="1100753" y="163537"/>
                  </a:lnTo>
                  <a:lnTo>
                    <a:pt x="1100753" y="158751"/>
                  </a:lnTo>
                  <a:lnTo>
                    <a:pt x="1102341" y="153964"/>
                  </a:lnTo>
                  <a:lnTo>
                    <a:pt x="1102341" y="149975"/>
                  </a:lnTo>
                  <a:lnTo>
                    <a:pt x="1102341" y="145189"/>
                  </a:lnTo>
                  <a:lnTo>
                    <a:pt x="1103929" y="140403"/>
                  </a:lnTo>
                  <a:lnTo>
                    <a:pt x="1103929" y="136414"/>
                  </a:lnTo>
                  <a:lnTo>
                    <a:pt x="1105518" y="131627"/>
                  </a:lnTo>
                  <a:lnTo>
                    <a:pt x="1105518" y="126841"/>
                  </a:lnTo>
                  <a:lnTo>
                    <a:pt x="1105518" y="122852"/>
                  </a:lnTo>
                  <a:lnTo>
                    <a:pt x="1107106" y="119661"/>
                  </a:lnTo>
                  <a:lnTo>
                    <a:pt x="1107106" y="114875"/>
                  </a:lnTo>
                  <a:lnTo>
                    <a:pt x="1108695" y="110088"/>
                  </a:lnTo>
                  <a:lnTo>
                    <a:pt x="1109489" y="106100"/>
                  </a:lnTo>
                  <a:lnTo>
                    <a:pt x="1109489" y="102909"/>
                  </a:lnTo>
                  <a:lnTo>
                    <a:pt x="1111077" y="98122"/>
                  </a:lnTo>
                  <a:lnTo>
                    <a:pt x="1111077" y="94931"/>
                  </a:lnTo>
                  <a:lnTo>
                    <a:pt x="1112666" y="90943"/>
                  </a:lnTo>
                  <a:lnTo>
                    <a:pt x="1112666" y="86156"/>
                  </a:lnTo>
                  <a:lnTo>
                    <a:pt x="1114254" y="82965"/>
                  </a:lnTo>
                  <a:lnTo>
                    <a:pt x="1114254" y="79774"/>
                  </a:lnTo>
                  <a:lnTo>
                    <a:pt x="1115842" y="77381"/>
                  </a:lnTo>
                  <a:lnTo>
                    <a:pt x="1115842" y="74190"/>
                  </a:lnTo>
                  <a:lnTo>
                    <a:pt x="1117431" y="69404"/>
                  </a:lnTo>
                  <a:lnTo>
                    <a:pt x="1119019" y="66213"/>
                  </a:lnTo>
                  <a:lnTo>
                    <a:pt x="1119019" y="63022"/>
                  </a:lnTo>
                  <a:lnTo>
                    <a:pt x="1120607" y="60628"/>
                  </a:lnTo>
                  <a:lnTo>
                    <a:pt x="1122196" y="57437"/>
                  </a:lnTo>
                  <a:lnTo>
                    <a:pt x="1123784" y="51055"/>
                  </a:lnTo>
                  <a:lnTo>
                    <a:pt x="1126167" y="45471"/>
                  </a:lnTo>
                  <a:lnTo>
                    <a:pt x="1127755" y="39089"/>
                  </a:lnTo>
                  <a:lnTo>
                    <a:pt x="1129344" y="34303"/>
                  </a:lnTo>
                  <a:lnTo>
                    <a:pt x="1130932" y="30314"/>
                  </a:lnTo>
                  <a:lnTo>
                    <a:pt x="1132520" y="25528"/>
                  </a:lnTo>
                  <a:lnTo>
                    <a:pt x="1134109" y="20741"/>
                  </a:lnTo>
                  <a:lnTo>
                    <a:pt x="1135697" y="17550"/>
                  </a:lnTo>
                  <a:lnTo>
                    <a:pt x="1137286" y="13562"/>
                  </a:lnTo>
                  <a:lnTo>
                    <a:pt x="1138874" y="10371"/>
                  </a:lnTo>
                  <a:lnTo>
                    <a:pt x="1141257" y="5584"/>
                  </a:lnTo>
                  <a:lnTo>
                    <a:pt x="1142845" y="2393"/>
                  </a:lnTo>
                  <a:lnTo>
                    <a:pt x="1144433" y="0"/>
                  </a:lnTo>
                  <a:lnTo>
                    <a:pt x="715568" y="32707"/>
                  </a:lnTo>
                  <a:lnTo>
                    <a:pt x="371682" y="15955"/>
                  </a:lnTo>
                  <a:close/>
                </a:path>
              </a:pathLst>
            </a:custGeom>
            <a:solidFill>
              <a:srgbClr val="0066FF"/>
            </a:solidFill>
            <a:ln w="38100" cap="flat" cmpd="sng" algn="ctr">
              <a:solidFill>
                <a:schemeClr val="tx1"/>
              </a:solidFill>
              <a:prstDash val="solid"/>
              <a:headEnd type="none"/>
              <a:tailEnd type="none"/>
            </a:ln>
            <a:effectLst/>
          </p:spPr>
          <p:txBody>
            <a:bodyPr vert="horz" wrap="square" lIns="0" tIns="0" rIns="3810" bIns="2540" numCol="1" spcCol="215900" anchor="t"/>
            <a:lstStyle/>
            <a:p>
              <a:pPr/>
              <a:endParaRPr lang="en-us" cap="none"/>
            </a:p>
          </p:txBody>
        </p:sp>
        <p:sp>
          <p:nvSpPr>
            <p:cNvPr id="19" name="Freeform 85"/>
            <p:cNvSpPr>
              <a:extLst>
                <a:ext uri="smNativeData">
                  <pr:smNativeData xmlns:pr="smNativeData" xmlns="smNativeData" val="SMDATA_15_VcZhaRMAAAAlAAAACwAAAA0AAAAAAAAAAAAAAAAGAAAAAwAAAAAAAAAAAAAAAAAAAAEAAABQAAAAAAAAAAAA4D8AAAAAAADgPwAAAAAAAOA/AAAAAAAA4D8AAAAAAADgPwAAAAAAAOA/AAAAAAAA4D8AAAAAAADgPwAAAAAAAOA/AAAAAAAA4D8CAAAAjAAAAAEAAAAAAAAAzOz/AP///wgAAAAAAAAAAAAAAAAAAAAAAAAAAAAAAAAAAAAAeAAAAAEAAABAAAAAAAAAAAAAAABaAAAAAAAAAAAAAAAAAAAAAAAAAAAAAAAAAAAAAAAAAAAAAAAAAAAAAAAAAAAAAAAAAAAAAAAAAAAAAAAAAAAAAAAAAAAAAAAAAAAAFAAAADwAAAABAAAAAAAAAP8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zOz/AP///wEAAAAAAAAAAAAAAAAAAAAAAAAAAAAAAAAAAAAAAAAAAP8AAAB/f38AH0l9A8zMzADAwP8Af39/AAAAAAAAAAAAAAAAAAAAAAAAAAAAIQAAABgAAAAUAAAAUB8AACoSAAAAJAAAMxMAAAAAAAAmAAAACAAAAP//////////"/>
                </a:ext>
              </a:extLst>
            </p:cNvSpPr>
            <p:nvPr/>
          </p:nvSpPr>
          <p:spPr>
            <a:xfrm>
              <a:off x="5090160" y="2952750"/>
              <a:ext cx="762000" cy="168275"/>
            </a:xfrm>
            <a:custGeom>
              <a:avLst/>
              <a:gdLst/>
              <a:ahLst/>
              <a:cxnLst/>
              <a:rect l="0" t="0" r="762000" b="168275"/>
              <a:pathLst>
                <a:path w="762000" h="168275">
                  <a:moveTo>
                    <a:pt x="4763" y="0"/>
                  </a:moveTo>
                  <a:lnTo>
                    <a:pt x="0" y="160337"/>
                  </a:lnTo>
                  <a:lnTo>
                    <a:pt x="731838" y="168275"/>
                  </a:lnTo>
                  <a:lnTo>
                    <a:pt x="762000" y="23812"/>
                  </a:lnTo>
                  <a:lnTo>
                    <a:pt x="4763" y="0"/>
                  </a:lnTo>
                  <a:close/>
                </a:path>
              </a:pathLst>
            </a:custGeom>
            <a:solidFill>
              <a:srgbClr val="CCECFF"/>
            </a:solidFill>
            <a:ln w="9525" cap="flat" cmpd="sng" algn="ctr">
              <a:solidFill>
                <a:srgbClr val="FF0000"/>
              </a:solidFill>
              <a:prstDash val="solid"/>
              <a:headEnd type="none"/>
              <a:tailEnd type="none"/>
            </a:ln>
            <a:effectLst/>
          </p:spPr>
          <p:txBody>
            <a:bodyPr vert="horz" wrap="square" lIns="0" tIns="0" rIns="3810" bIns="1905" numCol="1" spcCol="215900" anchor="t"/>
            <a:lstStyle/>
            <a:p>
              <a:pPr/>
              <a:endParaRPr lang="en-us" cap="none"/>
            </a:p>
          </p:txBody>
        </p:sp>
        <p:sp>
          <p:nvSpPr>
            <p:cNvPr id="18" name="Freeform 53"/>
            <p:cNvSpPr>
              <a:extLst>
                <a:ext uri="smNativeData">
                  <pr:smNativeData xmlns:pr="smNativeData" xmlns="smNativeData" val="SMDATA_15_VcZhaRMAAAAlAAAACwAAAA0AAAAAAAAAAAAAAAAFAAAAAw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bx4AAEEUAAAHHwAA/xQAAAAAAAAmAAAACAAAAP//////////"/>
                </a:ext>
              </a:extLst>
            </p:cNvSpPr>
            <p:nvPr/>
          </p:nvSpPr>
          <p:spPr>
            <a:xfrm>
              <a:off x="4947285" y="3292475"/>
              <a:ext cx="96520" cy="120650"/>
            </a:xfrm>
            <a:custGeom>
              <a:avLst/>
              <a:gdLst/>
              <a:ahLst/>
              <a:cxnLst/>
              <a:rect l="0" t="0" r="96520" b="120650"/>
              <a:pathLst>
                <a:path w="96520" h="120650">
                  <a:moveTo>
                    <a:pt x="96520" y="0"/>
                  </a:moveTo>
                  <a:lnTo>
                    <a:pt x="50595" y="120650"/>
                  </a:lnTo>
                  <a:lnTo>
                    <a:pt x="49038" y="120650"/>
                  </a:lnTo>
                  <a:lnTo>
                    <a:pt x="44368" y="117475"/>
                  </a:lnTo>
                  <a:lnTo>
                    <a:pt x="41255" y="115888"/>
                  </a:lnTo>
                  <a:lnTo>
                    <a:pt x="38919" y="115094"/>
                  </a:lnTo>
                  <a:lnTo>
                    <a:pt x="35806" y="111919"/>
                  </a:lnTo>
                  <a:lnTo>
                    <a:pt x="32692" y="110331"/>
                  </a:lnTo>
                  <a:lnTo>
                    <a:pt x="28022" y="107156"/>
                  </a:lnTo>
                  <a:lnTo>
                    <a:pt x="25687" y="105569"/>
                  </a:lnTo>
                  <a:lnTo>
                    <a:pt x="21016" y="102394"/>
                  </a:lnTo>
                  <a:lnTo>
                    <a:pt x="17903" y="100806"/>
                  </a:lnTo>
                  <a:lnTo>
                    <a:pt x="14789" y="98425"/>
                  </a:lnTo>
                  <a:lnTo>
                    <a:pt x="11676" y="95250"/>
                  </a:lnTo>
                  <a:lnTo>
                    <a:pt x="9341" y="92075"/>
                  </a:lnTo>
                  <a:lnTo>
                    <a:pt x="7784" y="90488"/>
                  </a:lnTo>
                  <a:lnTo>
                    <a:pt x="4670" y="87313"/>
                  </a:lnTo>
                  <a:lnTo>
                    <a:pt x="3114" y="84931"/>
                  </a:lnTo>
                  <a:lnTo>
                    <a:pt x="1557" y="81756"/>
                  </a:lnTo>
                  <a:lnTo>
                    <a:pt x="1557" y="78581"/>
                  </a:lnTo>
                  <a:lnTo>
                    <a:pt x="0" y="73819"/>
                  </a:lnTo>
                  <a:lnTo>
                    <a:pt x="1557" y="70644"/>
                  </a:lnTo>
                  <a:lnTo>
                    <a:pt x="1557" y="68263"/>
                  </a:lnTo>
                  <a:lnTo>
                    <a:pt x="1557" y="65088"/>
                  </a:lnTo>
                  <a:lnTo>
                    <a:pt x="3114" y="60325"/>
                  </a:lnTo>
                  <a:lnTo>
                    <a:pt x="4670" y="57150"/>
                  </a:lnTo>
                  <a:lnTo>
                    <a:pt x="6227" y="53181"/>
                  </a:lnTo>
                  <a:lnTo>
                    <a:pt x="7784" y="50006"/>
                  </a:lnTo>
                  <a:lnTo>
                    <a:pt x="10897" y="46831"/>
                  </a:lnTo>
                  <a:lnTo>
                    <a:pt x="13233" y="43656"/>
                  </a:lnTo>
                  <a:lnTo>
                    <a:pt x="16346" y="39688"/>
                  </a:lnTo>
                  <a:lnTo>
                    <a:pt x="21016" y="38100"/>
                  </a:lnTo>
                  <a:lnTo>
                    <a:pt x="24130" y="33338"/>
                  </a:lnTo>
                  <a:lnTo>
                    <a:pt x="29579" y="30163"/>
                  </a:lnTo>
                  <a:lnTo>
                    <a:pt x="31135" y="28575"/>
                  </a:lnTo>
                  <a:lnTo>
                    <a:pt x="34249" y="26988"/>
                  </a:lnTo>
                  <a:lnTo>
                    <a:pt x="37363" y="25400"/>
                  </a:lnTo>
                  <a:lnTo>
                    <a:pt x="40476" y="24606"/>
                  </a:lnTo>
                  <a:lnTo>
                    <a:pt x="42811" y="23019"/>
                  </a:lnTo>
                  <a:lnTo>
                    <a:pt x="45925" y="21431"/>
                  </a:lnTo>
                  <a:lnTo>
                    <a:pt x="49038" y="19844"/>
                  </a:lnTo>
                  <a:lnTo>
                    <a:pt x="53709" y="16669"/>
                  </a:lnTo>
                  <a:lnTo>
                    <a:pt x="56044" y="15081"/>
                  </a:lnTo>
                  <a:lnTo>
                    <a:pt x="59157" y="15081"/>
                  </a:lnTo>
                  <a:lnTo>
                    <a:pt x="62271" y="11906"/>
                  </a:lnTo>
                  <a:lnTo>
                    <a:pt x="65385" y="11906"/>
                  </a:lnTo>
                  <a:lnTo>
                    <a:pt x="68498" y="10319"/>
                  </a:lnTo>
                  <a:lnTo>
                    <a:pt x="70833" y="9525"/>
                  </a:lnTo>
                  <a:lnTo>
                    <a:pt x="73947" y="7938"/>
                  </a:lnTo>
                  <a:lnTo>
                    <a:pt x="77060" y="6350"/>
                  </a:lnTo>
                  <a:lnTo>
                    <a:pt x="83287" y="4763"/>
                  </a:lnTo>
                  <a:lnTo>
                    <a:pt x="87179" y="3175"/>
                  </a:lnTo>
                  <a:lnTo>
                    <a:pt x="90293" y="1588"/>
                  </a:lnTo>
                  <a:lnTo>
                    <a:pt x="94963" y="0"/>
                  </a:lnTo>
                  <a:lnTo>
                    <a:pt x="96520" y="0"/>
                  </a:lnTo>
                  <a:close/>
                </a:path>
              </a:pathLst>
            </a:custGeom>
            <a:solidFill>
              <a:schemeClr val="folHlink"/>
            </a:solidFill>
            <a:ln>
              <a:noFill/>
            </a:ln>
            <a:effectLst/>
          </p:spPr>
          <p:txBody>
            <a:bodyPr vert="horz" wrap="square" lIns="0" tIns="0" rIns="3175" bIns="1905" numCol="1" spcCol="215900" anchor="t"/>
            <a:lstStyle/>
            <a:p>
              <a:pPr/>
              <a:endParaRPr lang="en-us" cap="none"/>
            </a:p>
          </p:txBody>
        </p:sp>
        <p:sp>
          <p:nvSpPr>
            <p:cNvPr id="17" name="Freeform 54"/>
            <p:cNvSpPr>
              <a:extLst>
                <a:ext uri="smNativeData">
                  <pr:smNativeData xmlns:pr="smNativeData" xmlns="smNativeData" val="SMDATA_15_VcZhaRMAAAAlAAAACwAAAA0AAAAAAAAAAAAAAAAFAAAAAw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RB4AAE0VAABWIAAAGhYAAAAAAAAmAAAACAAAAP//////////"/>
                </a:ext>
              </a:extLst>
            </p:cNvSpPr>
            <p:nvPr/>
          </p:nvSpPr>
          <p:spPr>
            <a:xfrm>
              <a:off x="4919980" y="3462655"/>
              <a:ext cx="336550" cy="130175"/>
            </a:xfrm>
            <a:custGeom>
              <a:avLst/>
              <a:gdLst/>
              <a:ahLst/>
              <a:cxnLst/>
              <a:rect l="0" t="0" r="336550" b="130175"/>
              <a:pathLst>
                <a:path w="336550" h="130175">
                  <a:moveTo>
                    <a:pt x="336550" y="0"/>
                  </a:moveTo>
                  <a:lnTo>
                    <a:pt x="336550" y="3194"/>
                  </a:lnTo>
                  <a:lnTo>
                    <a:pt x="334963" y="6388"/>
                  </a:lnTo>
                  <a:lnTo>
                    <a:pt x="333375" y="8784"/>
                  </a:lnTo>
                  <a:lnTo>
                    <a:pt x="330200" y="13576"/>
                  </a:lnTo>
                  <a:lnTo>
                    <a:pt x="328613" y="19965"/>
                  </a:lnTo>
                  <a:lnTo>
                    <a:pt x="326231" y="21562"/>
                  </a:lnTo>
                  <a:lnTo>
                    <a:pt x="324644" y="25554"/>
                  </a:lnTo>
                  <a:lnTo>
                    <a:pt x="323056" y="28750"/>
                  </a:lnTo>
                  <a:lnTo>
                    <a:pt x="321469" y="31944"/>
                  </a:lnTo>
                  <a:lnTo>
                    <a:pt x="318294" y="35119"/>
                  </a:lnTo>
                  <a:lnTo>
                    <a:pt x="316706" y="37535"/>
                  </a:lnTo>
                  <a:lnTo>
                    <a:pt x="313531" y="42326"/>
                  </a:lnTo>
                  <a:lnTo>
                    <a:pt x="311944" y="45521"/>
                  </a:lnTo>
                  <a:lnTo>
                    <a:pt x="307975" y="48715"/>
                  </a:lnTo>
                  <a:lnTo>
                    <a:pt x="304800" y="52708"/>
                  </a:lnTo>
                  <a:lnTo>
                    <a:pt x="301625" y="55883"/>
                  </a:lnTo>
                  <a:lnTo>
                    <a:pt x="298450" y="60695"/>
                  </a:lnTo>
                  <a:lnTo>
                    <a:pt x="296069" y="63889"/>
                  </a:lnTo>
                  <a:lnTo>
                    <a:pt x="291306" y="67084"/>
                  </a:lnTo>
                  <a:lnTo>
                    <a:pt x="286544" y="71077"/>
                  </a:lnTo>
                  <a:lnTo>
                    <a:pt x="283369" y="74252"/>
                  </a:lnTo>
                  <a:lnTo>
                    <a:pt x="277813" y="77466"/>
                  </a:lnTo>
                  <a:lnTo>
                    <a:pt x="273050" y="80660"/>
                  </a:lnTo>
                  <a:lnTo>
                    <a:pt x="268288" y="83056"/>
                  </a:lnTo>
                  <a:lnTo>
                    <a:pt x="264319" y="87848"/>
                  </a:lnTo>
                  <a:lnTo>
                    <a:pt x="257969" y="89445"/>
                  </a:lnTo>
                  <a:lnTo>
                    <a:pt x="253206" y="92639"/>
                  </a:lnTo>
                  <a:lnTo>
                    <a:pt x="247650" y="95834"/>
                  </a:lnTo>
                  <a:lnTo>
                    <a:pt x="241300" y="97431"/>
                  </a:lnTo>
                  <a:lnTo>
                    <a:pt x="238125" y="98230"/>
                  </a:lnTo>
                  <a:lnTo>
                    <a:pt x="234950" y="99827"/>
                  </a:lnTo>
                  <a:lnTo>
                    <a:pt x="232569" y="101424"/>
                  </a:lnTo>
                  <a:lnTo>
                    <a:pt x="229394" y="101424"/>
                  </a:lnTo>
                  <a:lnTo>
                    <a:pt x="223044" y="104619"/>
                  </a:lnTo>
                  <a:lnTo>
                    <a:pt x="219075" y="107813"/>
                  </a:lnTo>
                  <a:lnTo>
                    <a:pt x="214313" y="107813"/>
                  </a:lnTo>
                  <a:lnTo>
                    <a:pt x="211138" y="109410"/>
                  </a:lnTo>
                  <a:lnTo>
                    <a:pt x="207963" y="109410"/>
                  </a:lnTo>
                  <a:lnTo>
                    <a:pt x="204788" y="111008"/>
                  </a:lnTo>
                  <a:lnTo>
                    <a:pt x="202406" y="112605"/>
                  </a:lnTo>
                  <a:lnTo>
                    <a:pt x="199231" y="112605"/>
                  </a:lnTo>
                  <a:lnTo>
                    <a:pt x="196056" y="113403"/>
                  </a:lnTo>
                  <a:lnTo>
                    <a:pt x="192881" y="115001"/>
                  </a:lnTo>
                  <a:lnTo>
                    <a:pt x="189706" y="115001"/>
                  </a:lnTo>
                  <a:lnTo>
                    <a:pt x="187325" y="116598"/>
                  </a:lnTo>
                  <a:lnTo>
                    <a:pt x="184150" y="116598"/>
                  </a:lnTo>
                  <a:lnTo>
                    <a:pt x="180975" y="118195"/>
                  </a:lnTo>
                  <a:lnTo>
                    <a:pt x="177800" y="118195"/>
                  </a:lnTo>
                  <a:lnTo>
                    <a:pt x="174625" y="119792"/>
                  </a:lnTo>
                  <a:lnTo>
                    <a:pt x="172244" y="119792"/>
                  </a:lnTo>
                  <a:lnTo>
                    <a:pt x="169069" y="121390"/>
                  </a:lnTo>
                  <a:lnTo>
                    <a:pt x="165894" y="121390"/>
                  </a:lnTo>
                  <a:lnTo>
                    <a:pt x="162719" y="122987"/>
                  </a:lnTo>
                  <a:lnTo>
                    <a:pt x="159544" y="122987"/>
                  </a:lnTo>
                  <a:lnTo>
                    <a:pt x="157163" y="124584"/>
                  </a:lnTo>
                  <a:lnTo>
                    <a:pt x="153988" y="124584"/>
                  </a:lnTo>
                  <a:lnTo>
                    <a:pt x="150813" y="124584"/>
                  </a:lnTo>
                  <a:lnTo>
                    <a:pt x="147638" y="124584"/>
                  </a:lnTo>
                  <a:lnTo>
                    <a:pt x="144463" y="126181"/>
                  </a:lnTo>
                  <a:lnTo>
                    <a:pt x="142081" y="126181"/>
                  </a:lnTo>
                  <a:lnTo>
                    <a:pt x="138906" y="126181"/>
                  </a:lnTo>
                  <a:lnTo>
                    <a:pt x="135731" y="126181"/>
                  </a:lnTo>
                  <a:lnTo>
                    <a:pt x="132556" y="127779"/>
                  </a:lnTo>
                  <a:lnTo>
                    <a:pt x="127000" y="127779"/>
                  </a:lnTo>
                  <a:lnTo>
                    <a:pt x="120650" y="128577"/>
                  </a:lnTo>
                  <a:lnTo>
                    <a:pt x="114300" y="128577"/>
                  </a:lnTo>
                  <a:lnTo>
                    <a:pt x="110331" y="128577"/>
                  </a:lnTo>
                  <a:lnTo>
                    <a:pt x="103981" y="128577"/>
                  </a:lnTo>
                  <a:lnTo>
                    <a:pt x="99219" y="130175"/>
                  </a:lnTo>
                  <a:lnTo>
                    <a:pt x="93663" y="130175"/>
                  </a:lnTo>
                  <a:lnTo>
                    <a:pt x="88900" y="130175"/>
                  </a:lnTo>
                  <a:lnTo>
                    <a:pt x="84138" y="130175"/>
                  </a:lnTo>
                  <a:lnTo>
                    <a:pt x="80169" y="130175"/>
                  </a:lnTo>
                  <a:lnTo>
                    <a:pt x="75406" y="128577"/>
                  </a:lnTo>
                  <a:lnTo>
                    <a:pt x="69056" y="127779"/>
                  </a:lnTo>
                  <a:lnTo>
                    <a:pt x="65088" y="127779"/>
                  </a:lnTo>
                  <a:lnTo>
                    <a:pt x="61913" y="127779"/>
                  </a:lnTo>
                  <a:lnTo>
                    <a:pt x="57150" y="127779"/>
                  </a:lnTo>
                  <a:lnTo>
                    <a:pt x="52388" y="126181"/>
                  </a:lnTo>
                  <a:lnTo>
                    <a:pt x="50006" y="126181"/>
                  </a:lnTo>
                  <a:lnTo>
                    <a:pt x="46831" y="126181"/>
                  </a:lnTo>
                  <a:lnTo>
                    <a:pt x="42069" y="126181"/>
                  </a:lnTo>
                  <a:lnTo>
                    <a:pt x="38894" y="124584"/>
                  </a:lnTo>
                  <a:lnTo>
                    <a:pt x="34925" y="124584"/>
                  </a:lnTo>
                  <a:lnTo>
                    <a:pt x="33338" y="124584"/>
                  </a:lnTo>
                  <a:lnTo>
                    <a:pt x="28575" y="124584"/>
                  </a:lnTo>
                  <a:lnTo>
                    <a:pt x="26988" y="122997"/>
                  </a:lnTo>
                  <a:lnTo>
                    <a:pt x="23813" y="122997"/>
                  </a:lnTo>
                  <a:lnTo>
                    <a:pt x="20638" y="122997"/>
                  </a:lnTo>
                  <a:lnTo>
                    <a:pt x="16669" y="122997"/>
                  </a:lnTo>
                  <a:lnTo>
                    <a:pt x="11906" y="121390"/>
                  </a:lnTo>
                  <a:lnTo>
                    <a:pt x="7144" y="121390"/>
                  </a:lnTo>
                  <a:lnTo>
                    <a:pt x="5556" y="121390"/>
                  </a:lnTo>
                  <a:lnTo>
                    <a:pt x="1588" y="119792"/>
                  </a:lnTo>
                  <a:lnTo>
                    <a:pt x="0" y="119792"/>
                  </a:lnTo>
                  <a:lnTo>
                    <a:pt x="30163" y="54306"/>
                  </a:lnTo>
                  <a:lnTo>
                    <a:pt x="232569" y="60695"/>
                  </a:lnTo>
                  <a:lnTo>
                    <a:pt x="336550" y="0"/>
                  </a:lnTo>
                  <a:close/>
                </a:path>
              </a:pathLst>
            </a:custGeom>
            <a:solidFill>
              <a:schemeClr val="folHlink"/>
            </a:solidFill>
            <a:ln>
              <a:noFill/>
            </a:ln>
            <a:effectLst/>
          </p:spPr>
          <p:txBody>
            <a:bodyPr vert="horz" wrap="square" lIns="0" tIns="0" rIns="3175" bIns="1905" numCol="1" spcCol="215900" anchor="t"/>
            <a:lstStyle/>
            <a:p>
              <a:pPr/>
              <a:endParaRPr lang="en-us" cap="none"/>
            </a:p>
          </p:txBody>
        </p:sp>
        <p:sp>
          <p:nvSpPr>
            <p:cNvPr id="16" name="Freeform 55"/>
            <p:cNvSpPr>
              <a:extLst>
                <a:ext uri="smNativeData">
                  <pr:smNativeData xmlns:pr="smNativeData" xmlns="smNativeData" val="SMDATA_15_VcZhaRMAAAAlAAAACwAAAA0AAAAAAAAAAAAAAAAGAAAAAw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LiMAABMVAAA5JAAAHxYAAAAAAAAmAAAACAAAAP//////////"/>
                </a:ext>
              </a:extLst>
            </p:cNvSpPr>
            <p:nvPr/>
          </p:nvSpPr>
          <p:spPr>
            <a:xfrm>
              <a:off x="5718810" y="3425825"/>
              <a:ext cx="169545" cy="170180"/>
            </a:xfrm>
            <a:custGeom>
              <a:avLst/>
              <a:gdLst/>
              <a:ahLst/>
              <a:cxnLst/>
              <a:rect l="0" t="0" r="169545" b="170180"/>
              <a:pathLst>
                <a:path w="169545" h="170180">
                  <a:moveTo>
                    <a:pt x="93926" y="0"/>
                  </a:moveTo>
                  <a:lnTo>
                    <a:pt x="92334" y="0"/>
                  </a:lnTo>
                  <a:lnTo>
                    <a:pt x="87558" y="0"/>
                  </a:lnTo>
                  <a:lnTo>
                    <a:pt x="84374" y="0"/>
                  </a:lnTo>
                  <a:lnTo>
                    <a:pt x="81190" y="0"/>
                  </a:lnTo>
                  <a:lnTo>
                    <a:pt x="77210" y="1583"/>
                  </a:lnTo>
                  <a:lnTo>
                    <a:pt x="74026" y="1583"/>
                  </a:lnTo>
                  <a:lnTo>
                    <a:pt x="69250" y="1583"/>
                  </a:lnTo>
                  <a:lnTo>
                    <a:pt x="64474" y="3166"/>
                  </a:lnTo>
                  <a:lnTo>
                    <a:pt x="62086" y="3166"/>
                  </a:lnTo>
                  <a:lnTo>
                    <a:pt x="57310" y="4749"/>
                  </a:lnTo>
                  <a:lnTo>
                    <a:pt x="52535" y="6332"/>
                  </a:lnTo>
                  <a:lnTo>
                    <a:pt x="47759" y="7915"/>
                  </a:lnTo>
                  <a:lnTo>
                    <a:pt x="43779" y="9498"/>
                  </a:lnTo>
                  <a:lnTo>
                    <a:pt x="40595" y="12682"/>
                  </a:lnTo>
                  <a:lnTo>
                    <a:pt x="35819" y="14248"/>
                  </a:lnTo>
                  <a:lnTo>
                    <a:pt x="31839" y="16622"/>
                  </a:lnTo>
                  <a:lnTo>
                    <a:pt x="28655" y="19806"/>
                  </a:lnTo>
                  <a:lnTo>
                    <a:pt x="25471" y="22955"/>
                  </a:lnTo>
                  <a:lnTo>
                    <a:pt x="22286" y="26140"/>
                  </a:lnTo>
                  <a:lnTo>
                    <a:pt x="19103" y="29287"/>
                  </a:lnTo>
                  <a:lnTo>
                    <a:pt x="16715" y="33244"/>
                  </a:lnTo>
                  <a:lnTo>
                    <a:pt x="15123" y="37994"/>
                  </a:lnTo>
                  <a:lnTo>
                    <a:pt x="13531" y="41160"/>
                  </a:lnTo>
                  <a:lnTo>
                    <a:pt x="10347" y="45117"/>
                  </a:lnTo>
                  <a:lnTo>
                    <a:pt x="8755" y="51450"/>
                  </a:lnTo>
                  <a:lnTo>
                    <a:pt x="7163" y="56199"/>
                  </a:lnTo>
                  <a:lnTo>
                    <a:pt x="5571" y="60157"/>
                  </a:lnTo>
                  <a:lnTo>
                    <a:pt x="3979" y="66489"/>
                  </a:lnTo>
                  <a:lnTo>
                    <a:pt x="2387" y="71238"/>
                  </a:lnTo>
                  <a:lnTo>
                    <a:pt x="2387" y="78362"/>
                  </a:lnTo>
                  <a:lnTo>
                    <a:pt x="1591" y="79945"/>
                  </a:lnTo>
                  <a:lnTo>
                    <a:pt x="0" y="84694"/>
                  </a:lnTo>
                  <a:lnTo>
                    <a:pt x="0" y="86277"/>
                  </a:lnTo>
                  <a:lnTo>
                    <a:pt x="0" y="90235"/>
                  </a:lnTo>
                  <a:lnTo>
                    <a:pt x="0" y="91818"/>
                  </a:lnTo>
                  <a:lnTo>
                    <a:pt x="0" y="94984"/>
                  </a:lnTo>
                  <a:lnTo>
                    <a:pt x="0" y="99733"/>
                  </a:lnTo>
                  <a:lnTo>
                    <a:pt x="0" y="102900"/>
                  </a:lnTo>
                  <a:lnTo>
                    <a:pt x="0" y="108440"/>
                  </a:lnTo>
                  <a:lnTo>
                    <a:pt x="0" y="114773"/>
                  </a:lnTo>
                  <a:lnTo>
                    <a:pt x="0" y="116356"/>
                  </a:lnTo>
                  <a:lnTo>
                    <a:pt x="1591" y="120313"/>
                  </a:lnTo>
                  <a:lnTo>
                    <a:pt x="2387" y="121896"/>
                  </a:lnTo>
                  <a:lnTo>
                    <a:pt x="2387" y="126646"/>
                  </a:lnTo>
                  <a:lnTo>
                    <a:pt x="3979" y="131395"/>
                  </a:lnTo>
                  <a:lnTo>
                    <a:pt x="5571" y="135352"/>
                  </a:lnTo>
                  <a:lnTo>
                    <a:pt x="8755" y="141685"/>
                  </a:lnTo>
                  <a:lnTo>
                    <a:pt x="10347" y="146434"/>
                  </a:lnTo>
                  <a:lnTo>
                    <a:pt x="13531" y="150392"/>
                  </a:lnTo>
                  <a:lnTo>
                    <a:pt x="16715" y="155141"/>
                  </a:lnTo>
                  <a:lnTo>
                    <a:pt x="19103" y="158307"/>
                  </a:lnTo>
                  <a:lnTo>
                    <a:pt x="23877" y="161473"/>
                  </a:lnTo>
                  <a:lnTo>
                    <a:pt x="27063" y="164659"/>
                  </a:lnTo>
                  <a:lnTo>
                    <a:pt x="31839" y="165431"/>
                  </a:lnTo>
                  <a:lnTo>
                    <a:pt x="34227" y="167014"/>
                  </a:lnTo>
                  <a:lnTo>
                    <a:pt x="40595" y="168597"/>
                  </a:lnTo>
                  <a:lnTo>
                    <a:pt x="45371" y="168597"/>
                  </a:lnTo>
                  <a:lnTo>
                    <a:pt x="49351" y="170180"/>
                  </a:lnTo>
                  <a:lnTo>
                    <a:pt x="54127" y="170180"/>
                  </a:lnTo>
                  <a:lnTo>
                    <a:pt x="58902" y="170180"/>
                  </a:lnTo>
                  <a:lnTo>
                    <a:pt x="64474" y="170180"/>
                  </a:lnTo>
                  <a:lnTo>
                    <a:pt x="69250" y="168597"/>
                  </a:lnTo>
                  <a:lnTo>
                    <a:pt x="75618" y="168597"/>
                  </a:lnTo>
                  <a:lnTo>
                    <a:pt x="81190" y="167014"/>
                  </a:lnTo>
                  <a:lnTo>
                    <a:pt x="84374" y="167014"/>
                  </a:lnTo>
                  <a:lnTo>
                    <a:pt x="87558" y="165431"/>
                  </a:lnTo>
                  <a:lnTo>
                    <a:pt x="90742" y="164639"/>
                  </a:lnTo>
                  <a:lnTo>
                    <a:pt x="93926" y="164639"/>
                  </a:lnTo>
                  <a:lnTo>
                    <a:pt x="97906" y="163056"/>
                  </a:lnTo>
                  <a:lnTo>
                    <a:pt x="101090" y="161473"/>
                  </a:lnTo>
                  <a:lnTo>
                    <a:pt x="104274" y="159890"/>
                  </a:lnTo>
                  <a:lnTo>
                    <a:pt x="107458" y="159890"/>
                  </a:lnTo>
                  <a:lnTo>
                    <a:pt x="109846" y="158307"/>
                  </a:lnTo>
                  <a:lnTo>
                    <a:pt x="113030" y="156724"/>
                  </a:lnTo>
                  <a:lnTo>
                    <a:pt x="116213" y="155141"/>
                  </a:lnTo>
                  <a:lnTo>
                    <a:pt x="119397" y="153558"/>
                  </a:lnTo>
                  <a:lnTo>
                    <a:pt x="122581" y="151975"/>
                  </a:lnTo>
                  <a:lnTo>
                    <a:pt x="126561" y="150392"/>
                  </a:lnTo>
                  <a:lnTo>
                    <a:pt x="128153" y="149600"/>
                  </a:lnTo>
                  <a:lnTo>
                    <a:pt x="132929" y="148017"/>
                  </a:lnTo>
                  <a:lnTo>
                    <a:pt x="137705" y="144851"/>
                  </a:lnTo>
                  <a:lnTo>
                    <a:pt x="141685" y="143268"/>
                  </a:lnTo>
                  <a:lnTo>
                    <a:pt x="146461" y="140102"/>
                  </a:lnTo>
                  <a:lnTo>
                    <a:pt x="151237" y="138519"/>
                  </a:lnTo>
                  <a:lnTo>
                    <a:pt x="154421" y="135335"/>
                  </a:lnTo>
                  <a:lnTo>
                    <a:pt x="158401" y="132978"/>
                  </a:lnTo>
                  <a:lnTo>
                    <a:pt x="161585" y="131395"/>
                  </a:lnTo>
                  <a:lnTo>
                    <a:pt x="164769" y="129812"/>
                  </a:lnTo>
                  <a:lnTo>
                    <a:pt x="167953" y="128229"/>
                  </a:lnTo>
                  <a:lnTo>
                    <a:pt x="169545" y="126637"/>
                  </a:lnTo>
                  <a:lnTo>
                    <a:pt x="63678" y="101316"/>
                  </a:lnTo>
                  <a:lnTo>
                    <a:pt x="93926" y="0"/>
                  </a:lnTo>
                  <a:close/>
                </a:path>
              </a:pathLst>
            </a:custGeom>
            <a:solidFill>
              <a:schemeClr val="folHlink"/>
            </a:solidFill>
            <a:ln>
              <a:noFill/>
            </a:ln>
            <a:effectLst/>
          </p:spPr>
          <p:txBody>
            <a:bodyPr vert="horz" wrap="square" lIns="0" tIns="0" rIns="3810" bIns="1905" numCol="1" spcCol="215900" anchor="t"/>
            <a:lstStyle/>
            <a:p>
              <a:pPr/>
              <a:endParaRPr lang="en-us" cap="none"/>
            </a:p>
          </p:txBody>
        </p:sp>
        <p:sp>
          <p:nvSpPr>
            <p:cNvPr id="15" name="Oval 8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Gb/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yWSV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Gb/AP///wEAAAAAAAAAAAAAAAAAAAAAAAAAAAAAAAAAAAAAAAAAAAAAAAJ/f38AH0l9A8zMzADAwP8Af39/AAAAAAAAAAAAAAAAAAAAAAAAAAAAIQAAABgAAAAUAAAAXB8AAMMSAAC6IwAAgRMAAAAgAAAmAAAACAAAAP//////////"/>
                </a:ext>
              </a:extLst>
            </p:cNvSpPr>
            <p:nvPr/>
          </p:nvSpPr>
          <p:spPr>
            <a:xfrm>
              <a:off x="5097780" y="3049905"/>
              <a:ext cx="709930" cy="120650"/>
            </a:xfrm>
            <a:prstGeom prst="ellipse">
              <a:avLst/>
            </a:prstGeom>
            <a:solidFill>
              <a:srgbClr val="0066FF"/>
            </a:solidFill>
            <a:ln>
              <a:noFill/>
            </a:ln>
            <a:effectLst/>
          </p:spPr>
          <p:txBody>
            <a:bodyPr vert="horz" wrap="none" lIns="91440" tIns="45720" rIns="91440" bIns="45720" numCol="1" spcCol="215900" anchor="ctr"/>
            <a:lstStyle/>
            <a:p>
              <a:pPr/>
              <a:endParaRPr lang="en-us" cap="none"/>
            </a:p>
          </p:txBody>
        </p:sp>
        <p:sp>
          <p:nvSpPr>
            <p:cNvPr id="14" name="Freeform 56"/>
            <p:cNvSpPr>
              <a:extLst>
                <a:ext uri="smNativeData">
                  <pr:smNativeData xmlns:pr="smNativeData" xmlns="smNativeData" val="SMDATA_15_VcZhaRMAAAAlAAAACwAAAA0AAAAAAAAAAAAAAAAGAAAAAwAAAAAAAAAAAAAAAAAAAAEAAABQAAAAAAAAAAAA4D8AAAAAAADgPwAAAAAAAOA/AAAAAAAA4D8AAAAAAADgPwAAAAAAAOA/AAAAAAAA4D8AAAAAAADgPwAAAAAAAOA/AAAAAAAA4D8CAAAAjAAAAAEAAAAAAAAAzOz/A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zOz/AP///wEAAAAAAAAAAAAAAAAAAAAAAAAAAAAAAAAAAAAAAAAAAAAAAAJ/f38AH0l9A8zMzADAwP8Af39/AAAAAAAAAAAAAAAAAAAAAAAAAAAAIQAAABgAAAAUAAAAKB8AAGoRAAA+JAAA7RIAAAAAAAAmAAAACAAAAP//////////"/>
                </a:ext>
              </a:extLst>
            </p:cNvSpPr>
            <p:nvPr/>
          </p:nvSpPr>
          <p:spPr>
            <a:xfrm>
              <a:off x="5064760" y="2830830"/>
              <a:ext cx="826770" cy="245745"/>
            </a:xfrm>
            <a:custGeom>
              <a:avLst/>
              <a:gdLst/>
              <a:ahLst/>
              <a:cxnLst/>
              <a:rect l="0" t="0" r="826770" b="245745"/>
              <a:pathLst>
                <a:path w="826770" h="245745">
                  <a:moveTo>
                    <a:pt x="63476" y="0"/>
                  </a:moveTo>
                  <a:lnTo>
                    <a:pt x="61889" y="0"/>
                  </a:lnTo>
                  <a:lnTo>
                    <a:pt x="57922" y="1590"/>
                  </a:lnTo>
                  <a:lnTo>
                    <a:pt x="56335" y="2385"/>
                  </a:lnTo>
                  <a:lnTo>
                    <a:pt x="53161" y="3976"/>
                  </a:lnTo>
                  <a:lnTo>
                    <a:pt x="49987" y="5567"/>
                  </a:lnTo>
                  <a:lnTo>
                    <a:pt x="46020" y="8748"/>
                  </a:lnTo>
                  <a:lnTo>
                    <a:pt x="41259" y="10338"/>
                  </a:lnTo>
                  <a:lnTo>
                    <a:pt x="38085" y="13512"/>
                  </a:lnTo>
                  <a:lnTo>
                    <a:pt x="33325" y="16701"/>
                  </a:lnTo>
                  <a:lnTo>
                    <a:pt x="30944" y="20677"/>
                  </a:lnTo>
                  <a:lnTo>
                    <a:pt x="26184" y="25437"/>
                  </a:lnTo>
                  <a:lnTo>
                    <a:pt x="21423" y="30198"/>
                  </a:lnTo>
                  <a:lnTo>
                    <a:pt x="19836" y="32606"/>
                  </a:lnTo>
                  <a:lnTo>
                    <a:pt x="16662" y="34197"/>
                  </a:lnTo>
                  <a:lnTo>
                    <a:pt x="15869" y="38969"/>
                  </a:lnTo>
                  <a:lnTo>
                    <a:pt x="14282" y="42149"/>
                  </a:lnTo>
                  <a:lnTo>
                    <a:pt x="11108" y="46922"/>
                  </a:lnTo>
                  <a:lnTo>
                    <a:pt x="7934" y="52489"/>
                  </a:lnTo>
                  <a:lnTo>
                    <a:pt x="6348" y="57260"/>
                  </a:lnTo>
                  <a:lnTo>
                    <a:pt x="4761" y="60442"/>
                  </a:lnTo>
                  <a:lnTo>
                    <a:pt x="3174" y="62827"/>
                  </a:lnTo>
                  <a:lnTo>
                    <a:pt x="3174" y="66009"/>
                  </a:lnTo>
                  <a:lnTo>
                    <a:pt x="1587" y="69190"/>
                  </a:lnTo>
                  <a:lnTo>
                    <a:pt x="1587" y="73962"/>
                  </a:lnTo>
                  <a:lnTo>
                    <a:pt x="1587" y="77143"/>
                  </a:lnTo>
                  <a:lnTo>
                    <a:pt x="1587" y="79529"/>
                  </a:lnTo>
                  <a:lnTo>
                    <a:pt x="0" y="82710"/>
                  </a:lnTo>
                  <a:lnTo>
                    <a:pt x="0" y="85891"/>
                  </a:lnTo>
                  <a:lnTo>
                    <a:pt x="0" y="90663"/>
                  </a:lnTo>
                  <a:lnTo>
                    <a:pt x="0" y="93049"/>
                  </a:lnTo>
                  <a:lnTo>
                    <a:pt x="0" y="96230"/>
                  </a:lnTo>
                  <a:lnTo>
                    <a:pt x="0" y="99411"/>
                  </a:lnTo>
                  <a:lnTo>
                    <a:pt x="0" y="102592"/>
                  </a:lnTo>
                  <a:lnTo>
                    <a:pt x="1587" y="105773"/>
                  </a:lnTo>
                  <a:lnTo>
                    <a:pt x="1587" y="108159"/>
                  </a:lnTo>
                  <a:lnTo>
                    <a:pt x="3174" y="111340"/>
                  </a:lnTo>
                  <a:lnTo>
                    <a:pt x="3174" y="114521"/>
                  </a:lnTo>
                  <a:lnTo>
                    <a:pt x="4761" y="117703"/>
                  </a:lnTo>
                  <a:lnTo>
                    <a:pt x="4761" y="120884"/>
                  </a:lnTo>
                  <a:lnTo>
                    <a:pt x="6348" y="124860"/>
                  </a:lnTo>
                  <a:lnTo>
                    <a:pt x="6348" y="126451"/>
                  </a:lnTo>
                  <a:lnTo>
                    <a:pt x="7934" y="131223"/>
                  </a:lnTo>
                  <a:lnTo>
                    <a:pt x="9521" y="132810"/>
                  </a:lnTo>
                  <a:lnTo>
                    <a:pt x="11108" y="137585"/>
                  </a:lnTo>
                  <a:lnTo>
                    <a:pt x="12695" y="138380"/>
                  </a:lnTo>
                  <a:lnTo>
                    <a:pt x="14282" y="143152"/>
                  </a:lnTo>
                  <a:lnTo>
                    <a:pt x="16662" y="147924"/>
                  </a:lnTo>
                  <a:lnTo>
                    <a:pt x="19836" y="153491"/>
                  </a:lnTo>
                  <a:lnTo>
                    <a:pt x="24597" y="158252"/>
                  </a:lnTo>
                  <a:lnTo>
                    <a:pt x="29357" y="166215"/>
                  </a:lnTo>
                  <a:lnTo>
                    <a:pt x="33325" y="170183"/>
                  </a:lnTo>
                  <a:lnTo>
                    <a:pt x="38085" y="174943"/>
                  </a:lnTo>
                  <a:lnTo>
                    <a:pt x="44433" y="179735"/>
                  </a:lnTo>
                  <a:lnTo>
                    <a:pt x="49987" y="185289"/>
                  </a:lnTo>
                  <a:lnTo>
                    <a:pt x="54748" y="188484"/>
                  </a:lnTo>
                  <a:lnTo>
                    <a:pt x="61095" y="193255"/>
                  </a:lnTo>
                  <a:lnTo>
                    <a:pt x="63476" y="194846"/>
                  </a:lnTo>
                  <a:lnTo>
                    <a:pt x="68236" y="198027"/>
                  </a:lnTo>
                  <a:lnTo>
                    <a:pt x="71410" y="198822"/>
                  </a:lnTo>
                  <a:lnTo>
                    <a:pt x="74584" y="200413"/>
                  </a:lnTo>
                  <a:lnTo>
                    <a:pt x="76964" y="202003"/>
                  </a:lnTo>
                  <a:lnTo>
                    <a:pt x="80138" y="203594"/>
                  </a:lnTo>
                  <a:lnTo>
                    <a:pt x="84899" y="206775"/>
                  </a:lnTo>
                  <a:lnTo>
                    <a:pt x="88072" y="208366"/>
                  </a:lnTo>
                  <a:lnTo>
                    <a:pt x="91246" y="208366"/>
                  </a:lnTo>
                  <a:lnTo>
                    <a:pt x="95213" y="209956"/>
                  </a:lnTo>
                  <a:lnTo>
                    <a:pt x="98387" y="211547"/>
                  </a:lnTo>
                  <a:lnTo>
                    <a:pt x="103148" y="213138"/>
                  </a:lnTo>
                  <a:lnTo>
                    <a:pt x="106322" y="214728"/>
                  </a:lnTo>
                  <a:lnTo>
                    <a:pt x="110289" y="214728"/>
                  </a:lnTo>
                  <a:lnTo>
                    <a:pt x="113463" y="215523"/>
                  </a:lnTo>
                  <a:lnTo>
                    <a:pt x="118223" y="215523"/>
                  </a:lnTo>
                  <a:lnTo>
                    <a:pt x="122191" y="217114"/>
                  </a:lnTo>
                  <a:lnTo>
                    <a:pt x="126951" y="218705"/>
                  </a:lnTo>
                  <a:lnTo>
                    <a:pt x="130125" y="218705"/>
                  </a:lnTo>
                  <a:lnTo>
                    <a:pt x="134886" y="220295"/>
                  </a:lnTo>
                  <a:lnTo>
                    <a:pt x="138853" y="220295"/>
                  </a:lnTo>
                  <a:lnTo>
                    <a:pt x="143614" y="221886"/>
                  </a:lnTo>
                  <a:lnTo>
                    <a:pt x="146787" y="221886"/>
                  </a:lnTo>
                  <a:lnTo>
                    <a:pt x="151548" y="223476"/>
                  </a:lnTo>
                  <a:lnTo>
                    <a:pt x="155515" y="225067"/>
                  </a:lnTo>
                  <a:lnTo>
                    <a:pt x="160276" y="226658"/>
                  </a:lnTo>
                  <a:lnTo>
                    <a:pt x="165037" y="226658"/>
                  </a:lnTo>
                  <a:lnTo>
                    <a:pt x="169004" y="228248"/>
                  </a:lnTo>
                  <a:lnTo>
                    <a:pt x="173765" y="228248"/>
                  </a:lnTo>
                  <a:lnTo>
                    <a:pt x="178525" y="229839"/>
                  </a:lnTo>
                  <a:lnTo>
                    <a:pt x="183286" y="230634"/>
                  </a:lnTo>
                  <a:lnTo>
                    <a:pt x="187253" y="230634"/>
                  </a:lnTo>
                  <a:lnTo>
                    <a:pt x="193601" y="232225"/>
                  </a:lnTo>
                  <a:lnTo>
                    <a:pt x="198361" y="232225"/>
                  </a:lnTo>
                  <a:lnTo>
                    <a:pt x="203915" y="233815"/>
                  </a:lnTo>
                  <a:lnTo>
                    <a:pt x="208676" y="233815"/>
                  </a:lnTo>
                  <a:lnTo>
                    <a:pt x="213437" y="235406"/>
                  </a:lnTo>
                  <a:lnTo>
                    <a:pt x="220578" y="236996"/>
                  </a:lnTo>
                  <a:lnTo>
                    <a:pt x="222165" y="236996"/>
                  </a:lnTo>
                  <a:lnTo>
                    <a:pt x="225338" y="236996"/>
                  </a:lnTo>
                  <a:lnTo>
                    <a:pt x="228512" y="236996"/>
                  </a:lnTo>
                  <a:lnTo>
                    <a:pt x="232479" y="238587"/>
                  </a:lnTo>
                  <a:lnTo>
                    <a:pt x="234066" y="238587"/>
                  </a:lnTo>
                  <a:lnTo>
                    <a:pt x="237240" y="238587"/>
                  </a:lnTo>
                  <a:lnTo>
                    <a:pt x="240414" y="238587"/>
                  </a:lnTo>
                  <a:lnTo>
                    <a:pt x="245175" y="240177"/>
                  </a:lnTo>
                  <a:lnTo>
                    <a:pt x="247555" y="240177"/>
                  </a:lnTo>
                  <a:lnTo>
                    <a:pt x="250729" y="240177"/>
                  </a:lnTo>
                  <a:lnTo>
                    <a:pt x="253902" y="241768"/>
                  </a:lnTo>
                  <a:lnTo>
                    <a:pt x="257076" y="241768"/>
                  </a:lnTo>
                  <a:lnTo>
                    <a:pt x="261044" y="241768"/>
                  </a:lnTo>
                  <a:lnTo>
                    <a:pt x="264217" y="241768"/>
                  </a:lnTo>
                  <a:lnTo>
                    <a:pt x="267391" y="241768"/>
                  </a:lnTo>
                  <a:lnTo>
                    <a:pt x="270565" y="241768"/>
                  </a:lnTo>
                  <a:lnTo>
                    <a:pt x="273739" y="241768"/>
                  </a:lnTo>
                  <a:lnTo>
                    <a:pt x="276119" y="243359"/>
                  </a:lnTo>
                  <a:lnTo>
                    <a:pt x="280880" y="243359"/>
                  </a:lnTo>
                  <a:lnTo>
                    <a:pt x="285640" y="243359"/>
                  </a:lnTo>
                  <a:lnTo>
                    <a:pt x="288814" y="243359"/>
                  </a:lnTo>
                  <a:lnTo>
                    <a:pt x="291194" y="243359"/>
                  </a:lnTo>
                  <a:lnTo>
                    <a:pt x="294368" y="243359"/>
                  </a:lnTo>
                  <a:lnTo>
                    <a:pt x="299129" y="243359"/>
                  </a:lnTo>
                  <a:lnTo>
                    <a:pt x="302303" y="243359"/>
                  </a:lnTo>
                  <a:lnTo>
                    <a:pt x="306270" y="244949"/>
                  </a:lnTo>
                  <a:lnTo>
                    <a:pt x="309444" y="244949"/>
                  </a:lnTo>
                  <a:lnTo>
                    <a:pt x="314204" y="244949"/>
                  </a:lnTo>
                  <a:lnTo>
                    <a:pt x="317378" y="244949"/>
                  </a:lnTo>
                  <a:lnTo>
                    <a:pt x="321345" y="244949"/>
                  </a:lnTo>
                  <a:lnTo>
                    <a:pt x="324519" y="244949"/>
                  </a:lnTo>
                  <a:lnTo>
                    <a:pt x="329280" y="244949"/>
                  </a:lnTo>
                  <a:lnTo>
                    <a:pt x="334040" y="244949"/>
                  </a:lnTo>
                  <a:lnTo>
                    <a:pt x="336421" y="244949"/>
                  </a:lnTo>
                  <a:lnTo>
                    <a:pt x="341181" y="244949"/>
                  </a:lnTo>
                  <a:lnTo>
                    <a:pt x="345942" y="245745"/>
                  </a:lnTo>
                  <a:lnTo>
                    <a:pt x="349116" y="245745"/>
                  </a:lnTo>
                  <a:lnTo>
                    <a:pt x="353083" y="245745"/>
                  </a:lnTo>
                  <a:lnTo>
                    <a:pt x="357844" y="245745"/>
                  </a:lnTo>
                  <a:lnTo>
                    <a:pt x="361018" y="245745"/>
                  </a:lnTo>
                  <a:lnTo>
                    <a:pt x="365778" y="245745"/>
                  </a:lnTo>
                  <a:lnTo>
                    <a:pt x="369746" y="245745"/>
                  </a:lnTo>
                  <a:lnTo>
                    <a:pt x="374506" y="245745"/>
                  </a:lnTo>
                  <a:lnTo>
                    <a:pt x="379267" y="245745"/>
                  </a:lnTo>
                  <a:lnTo>
                    <a:pt x="382441" y="245745"/>
                  </a:lnTo>
                  <a:lnTo>
                    <a:pt x="386408" y="245745"/>
                  </a:lnTo>
                  <a:lnTo>
                    <a:pt x="391169" y="245745"/>
                  </a:lnTo>
                  <a:lnTo>
                    <a:pt x="395929" y="245745"/>
                  </a:lnTo>
                  <a:lnTo>
                    <a:pt x="398310" y="245745"/>
                  </a:lnTo>
                  <a:lnTo>
                    <a:pt x="403070" y="245745"/>
                  </a:lnTo>
                  <a:lnTo>
                    <a:pt x="407831" y="245745"/>
                  </a:lnTo>
                  <a:lnTo>
                    <a:pt x="412592" y="245745"/>
                  </a:lnTo>
                  <a:lnTo>
                    <a:pt x="414972" y="245745"/>
                  </a:lnTo>
                  <a:lnTo>
                    <a:pt x="419733" y="245745"/>
                  </a:lnTo>
                  <a:lnTo>
                    <a:pt x="424493" y="245745"/>
                  </a:lnTo>
                  <a:lnTo>
                    <a:pt x="428460" y="245745"/>
                  </a:lnTo>
                  <a:lnTo>
                    <a:pt x="431634" y="245745"/>
                  </a:lnTo>
                  <a:lnTo>
                    <a:pt x="436395" y="245745"/>
                  </a:lnTo>
                  <a:lnTo>
                    <a:pt x="441156" y="245745"/>
                  </a:lnTo>
                  <a:lnTo>
                    <a:pt x="445123" y="245745"/>
                  </a:lnTo>
                  <a:lnTo>
                    <a:pt x="448297" y="244949"/>
                  </a:lnTo>
                  <a:lnTo>
                    <a:pt x="453057" y="244949"/>
                  </a:lnTo>
                  <a:lnTo>
                    <a:pt x="457818" y="244949"/>
                  </a:lnTo>
                  <a:lnTo>
                    <a:pt x="461785" y="244949"/>
                  </a:lnTo>
                  <a:lnTo>
                    <a:pt x="464959" y="244949"/>
                  </a:lnTo>
                  <a:lnTo>
                    <a:pt x="469720" y="244949"/>
                  </a:lnTo>
                  <a:lnTo>
                    <a:pt x="473687" y="244949"/>
                  </a:lnTo>
                  <a:lnTo>
                    <a:pt x="478448" y="244949"/>
                  </a:lnTo>
                  <a:lnTo>
                    <a:pt x="483208" y="244949"/>
                  </a:lnTo>
                  <a:lnTo>
                    <a:pt x="487969" y="244949"/>
                  </a:lnTo>
                  <a:lnTo>
                    <a:pt x="490349" y="244949"/>
                  </a:lnTo>
                  <a:lnTo>
                    <a:pt x="495110" y="244949"/>
                  </a:lnTo>
                  <a:lnTo>
                    <a:pt x="499871" y="243359"/>
                  </a:lnTo>
                  <a:lnTo>
                    <a:pt x="503044" y="243359"/>
                  </a:lnTo>
                  <a:lnTo>
                    <a:pt x="507012" y="243359"/>
                  </a:lnTo>
                  <a:lnTo>
                    <a:pt x="511772" y="243359"/>
                  </a:lnTo>
                  <a:lnTo>
                    <a:pt x="516533" y="243359"/>
                  </a:lnTo>
                  <a:lnTo>
                    <a:pt x="519707" y="243359"/>
                  </a:lnTo>
                  <a:lnTo>
                    <a:pt x="523674" y="241768"/>
                  </a:lnTo>
                  <a:lnTo>
                    <a:pt x="528435" y="241768"/>
                  </a:lnTo>
                  <a:lnTo>
                    <a:pt x="531608" y="241768"/>
                  </a:lnTo>
                  <a:lnTo>
                    <a:pt x="534782" y="241768"/>
                  </a:lnTo>
                  <a:lnTo>
                    <a:pt x="538749" y="241768"/>
                  </a:lnTo>
                  <a:lnTo>
                    <a:pt x="543510" y="241768"/>
                  </a:lnTo>
                  <a:lnTo>
                    <a:pt x="546684" y="240177"/>
                  </a:lnTo>
                  <a:lnTo>
                    <a:pt x="550651" y="240177"/>
                  </a:lnTo>
                  <a:lnTo>
                    <a:pt x="553825" y="240177"/>
                  </a:lnTo>
                  <a:lnTo>
                    <a:pt x="558585" y="240177"/>
                  </a:lnTo>
                  <a:lnTo>
                    <a:pt x="561759" y="238587"/>
                  </a:lnTo>
                  <a:lnTo>
                    <a:pt x="564933" y="238587"/>
                  </a:lnTo>
                  <a:lnTo>
                    <a:pt x="568900" y="238587"/>
                  </a:lnTo>
                  <a:lnTo>
                    <a:pt x="572074" y="238587"/>
                  </a:lnTo>
                  <a:lnTo>
                    <a:pt x="576835" y="238587"/>
                  </a:lnTo>
                  <a:lnTo>
                    <a:pt x="580009" y="236996"/>
                  </a:lnTo>
                  <a:lnTo>
                    <a:pt x="582389" y="236996"/>
                  </a:lnTo>
                  <a:lnTo>
                    <a:pt x="587150" y="236996"/>
                  </a:lnTo>
                  <a:lnTo>
                    <a:pt x="590323" y="236996"/>
                  </a:lnTo>
                  <a:lnTo>
                    <a:pt x="595084" y="235406"/>
                  </a:lnTo>
                  <a:lnTo>
                    <a:pt x="597464" y="235406"/>
                  </a:lnTo>
                  <a:lnTo>
                    <a:pt x="600638" y="235406"/>
                  </a:lnTo>
                  <a:lnTo>
                    <a:pt x="605399" y="233815"/>
                  </a:lnTo>
                  <a:lnTo>
                    <a:pt x="608573" y="233815"/>
                  </a:lnTo>
                  <a:lnTo>
                    <a:pt x="611746" y="233815"/>
                  </a:lnTo>
                  <a:lnTo>
                    <a:pt x="614127" y="233815"/>
                  </a:lnTo>
                  <a:lnTo>
                    <a:pt x="617300" y="232225"/>
                  </a:lnTo>
                  <a:lnTo>
                    <a:pt x="620474" y="232225"/>
                  </a:lnTo>
                  <a:lnTo>
                    <a:pt x="625235" y="232225"/>
                  </a:lnTo>
                  <a:lnTo>
                    <a:pt x="627615" y="232225"/>
                  </a:lnTo>
                  <a:lnTo>
                    <a:pt x="630789" y="230634"/>
                  </a:lnTo>
                  <a:lnTo>
                    <a:pt x="633963" y="230634"/>
                  </a:lnTo>
                  <a:lnTo>
                    <a:pt x="637137" y="230634"/>
                  </a:lnTo>
                  <a:lnTo>
                    <a:pt x="641897" y="230634"/>
                  </a:lnTo>
                  <a:lnTo>
                    <a:pt x="642691" y="229840"/>
                  </a:lnTo>
                  <a:lnTo>
                    <a:pt x="647451" y="229840"/>
                  </a:lnTo>
                  <a:lnTo>
                    <a:pt x="650625" y="228248"/>
                  </a:lnTo>
                  <a:lnTo>
                    <a:pt x="653799" y="228248"/>
                  </a:lnTo>
                  <a:lnTo>
                    <a:pt x="659353" y="228248"/>
                  </a:lnTo>
                  <a:lnTo>
                    <a:pt x="665701" y="226658"/>
                  </a:lnTo>
                  <a:lnTo>
                    <a:pt x="667287" y="226658"/>
                  </a:lnTo>
                  <a:lnTo>
                    <a:pt x="672048" y="225067"/>
                  </a:lnTo>
                  <a:lnTo>
                    <a:pt x="672842" y="225067"/>
                  </a:lnTo>
                  <a:lnTo>
                    <a:pt x="677602" y="225067"/>
                  </a:lnTo>
                  <a:lnTo>
                    <a:pt x="682363" y="223476"/>
                  </a:lnTo>
                  <a:lnTo>
                    <a:pt x="687917" y="221886"/>
                  </a:lnTo>
                  <a:lnTo>
                    <a:pt x="692678" y="220295"/>
                  </a:lnTo>
                  <a:lnTo>
                    <a:pt x="699025" y="220295"/>
                  </a:lnTo>
                  <a:lnTo>
                    <a:pt x="702993" y="218705"/>
                  </a:lnTo>
                  <a:lnTo>
                    <a:pt x="707753" y="217114"/>
                  </a:lnTo>
                  <a:lnTo>
                    <a:pt x="714101" y="215523"/>
                  </a:lnTo>
                  <a:lnTo>
                    <a:pt x="718861" y="215523"/>
                  </a:lnTo>
                  <a:lnTo>
                    <a:pt x="722829" y="214728"/>
                  </a:lnTo>
                  <a:lnTo>
                    <a:pt x="726002" y="213138"/>
                  </a:lnTo>
                  <a:lnTo>
                    <a:pt x="730763" y="211547"/>
                  </a:lnTo>
                  <a:lnTo>
                    <a:pt x="734730" y="209956"/>
                  </a:lnTo>
                  <a:lnTo>
                    <a:pt x="739491" y="208366"/>
                  </a:lnTo>
                  <a:lnTo>
                    <a:pt x="742665" y="208366"/>
                  </a:lnTo>
                  <a:lnTo>
                    <a:pt x="747425" y="206775"/>
                  </a:lnTo>
                  <a:lnTo>
                    <a:pt x="751393" y="205185"/>
                  </a:lnTo>
                  <a:lnTo>
                    <a:pt x="754566" y="203594"/>
                  </a:lnTo>
                  <a:lnTo>
                    <a:pt x="757740" y="202003"/>
                  </a:lnTo>
                  <a:lnTo>
                    <a:pt x="760914" y="200413"/>
                  </a:lnTo>
                  <a:lnTo>
                    <a:pt x="764881" y="200413"/>
                  </a:lnTo>
                  <a:lnTo>
                    <a:pt x="768055" y="198027"/>
                  </a:lnTo>
                  <a:lnTo>
                    <a:pt x="771229" y="196436"/>
                  </a:lnTo>
                  <a:lnTo>
                    <a:pt x="774403" y="194846"/>
                  </a:lnTo>
                  <a:lnTo>
                    <a:pt x="777576" y="193255"/>
                  </a:lnTo>
                  <a:lnTo>
                    <a:pt x="781544" y="190074"/>
                  </a:lnTo>
                  <a:lnTo>
                    <a:pt x="787891" y="186893"/>
                  </a:lnTo>
                  <a:lnTo>
                    <a:pt x="791065" y="182916"/>
                  </a:lnTo>
                  <a:lnTo>
                    <a:pt x="795032" y="178145"/>
                  </a:lnTo>
                  <a:lnTo>
                    <a:pt x="799793" y="173384"/>
                  </a:lnTo>
                  <a:lnTo>
                    <a:pt x="802967" y="168601"/>
                  </a:lnTo>
                  <a:lnTo>
                    <a:pt x="806140" y="164625"/>
                  </a:lnTo>
                  <a:lnTo>
                    <a:pt x="809314" y="158262"/>
                  </a:lnTo>
                  <a:lnTo>
                    <a:pt x="810108" y="155081"/>
                  </a:lnTo>
                  <a:lnTo>
                    <a:pt x="811695" y="152695"/>
                  </a:lnTo>
                  <a:lnTo>
                    <a:pt x="813281" y="149514"/>
                  </a:lnTo>
                  <a:lnTo>
                    <a:pt x="814868" y="146333"/>
                  </a:lnTo>
                  <a:lnTo>
                    <a:pt x="816455" y="143152"/>
                  </a:lnTo>
                  <a:lnTo>
                    <a:pt x="816455" y="139971"/>
                  </a:lnTo>
                  <a:lnTo>
                    <a:pt x="818042" y="137585"/>
                  </a:lnTo>
                  <a:lnTo>
                    <a:pt x="819629" y="132813"/>
                  </a:lnTo>
                  <a:lnTo>
                    <a:pt x="819629" y="129632"/>
                  </a:lnTo>
                  <a:lnTo>
                    <a:pt x="821216" y="124860"/>
                  </a:lnTo>
                  <a:lnTo>
                    <a:pt x="821216" y="122474"/>
                  </a:lnTo>
                  <a:lnTo>
                    <a:pt x="822803" y="119293"/>
                  </a:lnTo>
                  <a:lnTo>
                    <a:pt x="822803" y="114521"/>
                  </a:lnTo>
                  <a:lnTo>
                    <a:pt x="824390" y="111340"/>
                  </a:lnTo>
                  <a:lnTo>
                    <a:pt x="824390" y="108159"/>
                  </a:lnTo>
                  <a:lnTo>
                    <a:pt x="825183" y="104183"/>
                  </a:lnTo>
                  <a:lnTo>
                    <a:pt x="825183" y="101001"/>
                  </a:lnTo>
                  <a:lnTo>
                    <a:pt x="825183" y="96230"/>
                  </a:lnTo>
                  <a:lnTo>
                    <a:pt x="825183" y="93049"/>
                  </a:lnTo>
                  <a:lnTo>
                    <a:pt x="825183" y="90663"/>
                  </a:lnTo>
                  <a:lnTo>
                    <a:pt x="825183" y="85891"/>
                  </a:lnTo>
                  <a:lnTo>
                    <a:pt x="825183" y="82710"/>
                  </a:lnTo>
                  <a:lnTo>
                    <a:pt x="825183" y="79529"/>
                  </a:lnTo>
                  <a:lnTo>
                    <a:pt x="826770" y="75552"/>
                  </a:lnTo>
                  <a:lnTo>
                    <a:pt x="825183" y="72371"/>
                  </a:lnTo>
                  <a:lnTo>
                    <a:pt x="825183" y="69190"/>
                  </a:lnTo>
                  <a:lnTo>
                    <a:pt x="825183" y="66009"/>
                  </a:lnTo>
                  <a:lnTo>
                    <a:pt x="825183" y="62827"/>
                  </a:lnTo>
                  <a:lnTo>
                    <a:pt x="825183" y="58851"/>
                  </a:lnTo>
                  <a:lnTo>
                    <a:pt x="824390" y="55670"/>
                  </a:lnTo>
                  <a:lnTo>
                    <a:pt x="824390" y="52489"/>
                  </a:lnTo>
                  <a:lnTo>
                    <a:pt x="824390" y="50898"/>
                  </a:lnTo>
                  <a:lnTo>
                    <a:pt x="821216" y="45331"/>
                  </a:lnTo>
                  <a:lnTo>
                    <a:pt x="819629" y="40559"/>
                  </a:lnTo>
                  <a:lnTo>
                    <a:pt x="816455" y="34197"/>
                  </a:lnTo>
                  <a:lnTo>
                    <a:pt x="813281" y="31810"/>
                  </a:lnTo>
                  <a:lnTo>
                    <a:pt x="810108" y="27039"/>
                  </a:lnTo>
                  <a:lnTo>
                    <a:pt x="807727" y="22268"/>
                  </a:lnTo>
                  <a:lnTo>
                    <a:pt x="802967" y="19086"/>
                  </a:lnTo>
                  <a:lnTo>
                    <a:pt x="799793" y="16701"/>
                  </a:lnTo>
                  <a:lnTo>
                    <a:pt x="795032" y="13519"/>
                  </a:lnTo>
                  <a:lnTo>
                    <a:pt x="792652" y="11929"/>
                  </a:lnTo>
                  <a:lnTo>
                    <a:pt x="787891" y="10338"/>
                  </a:lnTo>
                  <a:lnTo>
                    <a:pt x="783131" y="8748"/>
                  </a:lnTo>
                  <a:lnTo>
                    <a:pt x="779163" y="7157"/>
                  </a:lnTo>
                  <a:lnTo>
                    <a:pt x="774403" y="5567"/>
                  </a:lnTo>
                  <a:lnTo>
                    <a:pt x="769642" y="5567"/>
                  </a:lnTo>
                  <a:lnTo>
                    <a:pt x="764881" y="5567"/>
                  </a:lnTo>
                  <a:lnTo>
                    <a:pt x="760914" y="5567"/>
                  </a:lnTo>
                  <a:lnTo>
                    <a:pt x="754566" y="5567"/>
                  </a:lnTo>
                  <a:lnTo>
                    <a:pt x="749806" y="5567"/>
                  </a:lnTo>
                  <a:lnTo>
                    <a:pt x="745839" y="7157"/>
                  </a:lnTo>
                  <a:lnTo>
                    <a:pt x="741078" y="7157"/>
                  </a:lnTo>
                  <a:lnTo>
                    <a:pt x="734730" y="8748"/>
                  </a:lnTo>
                  <a:lnTo>
                    <a:pt x="730763" y="10338"/>
                  </a:lnTo>
                  <a:lnTo>
                    <a:pt x="727589" y="11929"/>
                  </a:lnTo>
                  <a:lnTo>
                    <a:pt x="722829" y="13519"/>
                  </a:lnTo>
                  <a:lnTo>
                    <a:pt x="718861" y="15110"/>
                  </a:lnTo>
                  <a:lnTo>
                    <a:pt x="715688" y="16701"/>
                  </a:lnTo>
                  <a:lnTo>
                    <a:pt x="712514" y="17496"/>
                  </a:lnTo>
                  <a:lnTo>
                    <a:pt x="707753" y="17496"/>
                  </a:lnTo>
                  <a:lnTo>
                    <a:pt x="706166" y="20677"/>
                  </a:lnTo>
                  <a:lnTo>
                    <a:pt x="702993" y="20677"/>
                  </a:lnTo>
                  <a:lnTo>
                    <a:pt x="702199" y="22268"/>
                  </a:lnTo>
                  <a:lnTo>
                    <a:pt x="63476" y="0"/>
                  </a:lnTo>
                  <a:close/>
                </a:path>
              </a:pathLst>
            </a:custGeom>
            <a:solidFill>
              <a:srgbClr val="CCECFF"/>
            </a:solidFill>
            <a:ln w="9525" cap="flat" cmpd="sng" algn="ctr">
              <a:solidFill>
                <a:schemeClr val="tx1"/>
              </a:solidFill>
              <a:prstDash val="solid"/>
              <a:headEnd type="none"/>
              <a:tailEnd type="none"/>
            </a:ln>
            <a:effectLst/>
          </p:spPr>
          <p:txBody>
            <a:bodyPr vert="horz" wrap="square" lIns="0" tIns="0" rIns="3810" bIns="1905" numCol="1" spcCol="215900" anchor="t"/>
            <a:lstStyle/>
            <a:p>
              <a:pPr/>
              <a:endParaRPr lang="en-us" cap="none"/>
            </a:p>
          </p:txBody>
        </p:sp>
        <p:sp>
          <p:nvSpPr>
            <p:cNvPr id="13" name="Freeform 57"/>
            <p:cNvSpPr>
              <a:extLst>
                <a:ext uri="smNativeData">
                  <pr:smNativeData xmlns:pr="smNativeData" xmlns="smNativeData" val="SMDATA_15_VcZhaRMAAAAlAAAACwAAAA0AAAAAAAAAAAAAAAAGAAAAAgAAAAAAAAAAAAAAAAAAAAEAAABQAAAAAAAAAAAA4D8AAAAAAADg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Lw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jB8AAA0RAADdIwAA0BEAAAAAAAAmAAAACAAAAP//////////"/>
                </a:ext>
              </a:extLst>
            </p:cNvSpPr>
            <p:nvPr/>
          </p:nvSpPr>
          <p:spPr>
            <a:xfrm>
              <a:off x="5128260" y="2771775"/>
              <a:ext cx="701675" cy="123825"/>
            </a:xfrm>
            <a:custGeom>
              <a:avLst/>
              <a:gdLst/>
              <a:ahLst/>
              <a:cxnLst/>
              <a:rect l="0" t="0" r="701675" b="123825"/>
              <a:pathLst>
                <a:path w="701675" h="123825">
                  <a:moveTo>
                    <a:pt x="346075" y="123825"/>
                  </a:moveTo>
                  <a:lnTo>
                    <a:pt x="354804" y="123825"/>
                  </a:lnTo>
                  <a:lnTo>
                    <a:pt x="364331" y="123825"/>
                  </a:lnTo>
                  <a:lnTo>
                    <a:pt x="371475" y="123825"/>
                  </a:lnTo>
                  <a:lnTo>
                    <a:pt x="380206" y="123825"/>
                  </a:lnTo>
                  <a:lnTo>
                    <a:pt x="389731" y="122227"/>
                  </a:lnTo>
                  <a:lnTo>
                    <a:pt x="396875" y="122227"/>
                  </a:lnTo>
                  <a:lnTo>
                    <a:pt x="406400" y="122227"/>
                  </a:lnTo>
                  <a:lnTo>
                    <a:pt x="415131" y="122227"/>
                  </a:lnTo>
                  <a:lnTo>
                    <a:pt x="424656" y="121428"/>
                  </a:lnTo>
                  <a:lnTo>
                    <a:pt x="431800" y="121428"/>
                  </a:lnTo>
                  <a:lnTo>
                    <a:pt x="439737" y="121428"/>
                  </a:lnTo>
                  <a:lnTo>
                    <a:pt x="448468" y="121428"/>
                  </a:lnTo>
                  <a:lnTo>
                    <a:pt x="456406" y="119830"/>
                  </a:lnTo>
                  <a:lnTo>
                    <a:pt x="465137" y="119830"/>
                  </a:lnTo>
                  <a:lnTo>
                    <a:pt x="472281" y="118232"/>
                  </a:lnTo>
                  <a:lnTo>
                    <a:pt x="481806" y="118232"/>
                  </a:lnTo>
                  <a:lnTo>
                    <a:pt x="488950" y="116635"/>
                  </a:lnTo>
                  <a:lnTo>
                    <a:pt x="496887" y="116635"/>
                  </a:lnTo>
                  <a:lnTo>
                    <a:pt x="504031" y="115037"/>
                  </a:lnTo>
                  <a:lnTo>
                    <a:pt x="511968" y="115037"/>
                  </a:lnTo>
                  <a:lnTo>
                    <a:pt x="519112" y="113439"/>
                  </a:lnTo>
                  <a:lnTo>
                    <a:pt x="527050" y="113439"/>
                  </a:lnTo>
                  <a:lnTo>
                    <a:pt x="533400" y="111841"/>
                  </a:lnTo>
                  <a:lnTo>
                    <a:pt x="542131" y="111841"/>
                  </a:lnTo>
                  <a:lnTo>
                    <a:pt x="548481" y="110244"/>
                  </a:lnTo>
                  <a:lnTo>
                    <a:pt x="555625" y="110244"/>
                  </a:lnTo>
                  <a:lnTo>
                    <a:pt x="561975" y="108646"/>
                  </a:lnTo>
                  <a:lnTo>
                    <a:pt x="569118" y="108646"/>
                  </a:lnTo>
                  <a:lnTo>
                    <a:pt x="575468" y="106249"/>
                  </a:lnTo>
                  <a:lnTo>
                    <a:pt x="581025" y="106249"/>
                  </a:lnTo>
                  <a:lnTo>
                    <a:pt x="587375" y="104652"/>
                  </a:lnTo>
                  <a:lnTo>
                    <a:pt x="594518" y="104652"/>
                  </a:lnTo>
                  <a:lnTo>
                    <a:pt x="600868" y="103054"/>
                  </a:lnTo>
                  <a:lnTo>
                    <a:pt x="605631" y="101456"/>
                  </a:lnTo>
                  <a:lnTo>
                    <a:pt x="611187" y="99858"/>
                  </a:lnTo>
                  <a:lnTo>
                    <a:pt x="617537" y="99858"/>
                  </a:lnTo>
                  <a:lnTo>
                    <a:pt x="622300" y="98261"/>
                  </a:lnTo>
                  <a:lnTo>
                    <a:pt x="627856" y="96663"/>
                  </a:lnTo>
                  <a:lnTo>
                    <a:pt x="632618" y="96663"/>
                  </a:lnTo>
                  <a:lnTo>
                    <a:pt x="638968" y="95065"/>
                  </a:lnTo>
                  <a:lnTo>
                    <a:pt x="642937" y="93467"/>
                  </a:lnTo>
                  <a:lnTo>
                    <a:pt x="647700" y="91870"/>
                  </a:lnTo>
                  <a:lnTo>
                    <a:pt x="652462" y="91071"/>
                  </a:lnTo>
                  <a:lnTo>
                    <a:pt x="656431" y="91071"/>
                  </a:lnTo>
                  <a:lnTo>
                    <a:pt x="661193" y="89473"/>
                  </a:lnTo>
                  <a:lnTo>
                    <a:pt x="665956" y="87875"/>
                  </a:lnTo>
                  <a:lnTo>
                    <a:pt x="669131" y="86278"/>
                  </a:lnTo>
                  <a:lnTo>
                    <a:pt x="673100" y="86278"/>
                  </a:lnTo>
                  <a:lnTo>
                    <a:pt x="674687" y="84691"/>
                  </a:lnTo>
                  <a:lnTo>
                    <a:pt x="679450" y="83082"/>
                  </a:lnTo>
                  <a:lnTo>
                    <a:pt x="681037" y="81495"/>
                  </a:lnTo>
                  <a:lnTo>
                    <a:pt x="685800" y="79887"/>
                  </a:lnTo>
                  <a:lnTo>
                    <a:pt x="689768" y="76691"/>
                  </a:lnTo>
                  <a:lnTo>
                    <a:pt x="694531" y="75892"/>
                  </a:lnTo>
                  <a:lnTo>
                    <a:pt x="697706" y="72717"/>
                  </a:lnTo>
                  <a:lnTo>
                    <a:pt x="699293" y="69501"/>
                  </a:lnTo>
                  <a:lnTo>
                    <a:pt x="700881" y="67913"/>
                  </a:lnTo>
                  <a:lnTo>
                    <a:pt x="701675" y="64708"/>
                  </a:lnTo>
                  <a:lnTo>
                    <a:pt x="700881" y="63110"/>
                  </a:lnTo>
                  <a:lnTo>
                    <a:pt x="699293" y="60714"/>
                  </a:lnTo>
                  <a:lnTo>
                    <a:pt x="697706" y="57518"/>
                  </a:lnTo>
                  <a:lnTo>
                    <a:pt x="694531" y="54343"/>
                  </a:lnTo>
                  <a:lnTo>
                    <a:pt x="689768" y="51127"/>
                  </a:lnTo>
                  <a:lnTo>
                    <a:pt x="685800" y="49530"/>
                  </a:lnTo>
                  <a:lnTo>
                    <a:pt x="681037" y="46334"/>
                  </a:lnTo>
                  <a:lnTo>
                    <a:pt x="679450" y="46334"/>
                  </a:lnTo>
                  <a:lnTo>
                    <a:pt x="674687" y="45535"/>
                  </a:lnTo>
                  <a:lnTo>
                    <a:pt x="673100" y="43948"/>
                  </a:lnTo>
                  <a:lnTo>
                    <a:pt x="669131" y="42340"/>
                  </a:lnTo>
                  <a:lnTo>
                    <a:pt x="665956" y="40742"/>
                  </a:lnTo>
                  <a:lnTo>
                    <a:pt x="661193" y="39144"/>
                  </a:lnTo>
                  <a:lnTo>
                    <a:pt x="656431" y="37546"/>
                  </a:lnTo>
                  <a:lnTo>
                    <a:pt x="652462" y="35949"/>
                  </a:lnTo>
                  <a:lnTo>
                    <a:pt x="647700" y="34351"/>
                  </a:lnTo>
                  <a:lnTo>
                    <a:pt x="642937" y="32753"/>
                  </a:lnTo>
                  <a:lnTo>
                    <a:pt x="638968" y="32753"/>
                  </a:lnTo>
                  <a:lnTo>
                    <a:pt x="632618" y="30357"/>
                  </a:lnTo>
                  <a:lnTo>
                    <a:pt x="627856" y="30357"/>
                  </a:lnTo>
                  <a:lnTo>
                    <a:pt x="622300" y="28759"/>
                  </a:lnTo>
                  <a:lnTo>
                    <a:pt x="617537" y="27161"/>
                  </a:lnTo>
                  <a:lnTo>
                    <a:pt x="611187" y="25563"/>
                  </a:lnTo>
                  <a:lnTo>
                    <a:pt x="607218" y="23966"/>
                  </a:lnTo>
                  <a:lnTo>
                    <a:pt x="600868" y="23966"/>
                  </a:lnTo>
                  <a:lnTo>
                    <a:pt x="594518" y="22368"/>
                  </a:lnTo>
                  <a:lnTo>
                    <a:pt x="588962" y="20770"/>
                  </a:lnTo>
                  <a:lnTo>
                    <a:pt x="582612" y="19172"/>
                  </a:lnTo>
                  <a:lnTo>
                    <a:pt x="575468" y="17575"/>
                  </a:lnTo>
                  <a:lnTo>
                    <a:pt x="569118" y="17575"/>
                  </a:lnTo>
                  <a:lnTo>
                    <a:pt x="561975" y="15977"/>
                  </a:lnTo>
                  <a:lnTo>
                    <a:pt x="555625" y="15178"/>
                  </a:lnTo>
                  <a:lnTo>
                    <a:pt x="548481" y="13580"/>
                  </a:lnTo>
                  <a:lnTo>
                    <a:pt x="542131" y="13580"/>
                  </a:lnTo>
                  <a:lnTo>
                    <a:pt x="534193" y="11983"/>
                  </a:lnTo>
                  <a:lnTo>
                    <a:pt x="527050" y="10385"/>
                  </a:lnTo>
                  <a:lnTo>
                    <a:pt x="519112" y="10385"/>
                  </a:lnTo>
                  <a:lnTo>
                    <a:pt x="513556" y="8787"/>
                  </a:lnTo>
                  <a:lnTo>
                    <a:pt x="504031" y="8787"/>
                  </a:lnTo>
                  <a:lnTo>
                    <a:pt x="496887" y="7189"/>
                  </a:lnTo>
                  <a:lnTo>
                    <a:pt x="488950" y="5592"/>
                  </a:lnTo>
                  <a:lnTo>
                    <a:pt x="483393" y="5592"/>
                  </a:lnTo>
                  <a:lnTo>
                    <a:pt x="473868" y="3994"/>
                  </a:lnTo>
                  <a:lnTo>
                    <a:pt x="466725" y="3994"/>
                  </a:lnTo>
                  <a:lnTo>
                    <a:pt x="457200" y="2396"/>
                  </a:lnTo>
                  <a:lnTo>
                    <a:pt x="450056" y="2396"/>
                  </a:lnTo>
                  <a:lnTo>
                    <a:pt x="441325" y="798"/>
                  </a:lnTo>
                  <a:lnTo>
                    <a:pt x="433387" y="798"/>
                  </a:lnTo>
                  <a:lnTo>
                    <a:pt x="424656" y="798"/>
                  </a:lnTo>
                  <a:lnTo>
                    <a:pt x="416718" y="798"/>
                  </a:lnTo>
                  <a:lnTo>
                    <a:pt x="407987" y="0"/>
                  </a:lnTo>
                  <a:lnTo>
                    <a:pt x="400050" y="0"/>
                  </a:lnTo>
                  <a:lnTo>
                    <a:pt x="391318" y="0"/>
                  </a:lnTo>
                  <a:lnTo>
                    <a:pt x="381793" y="0"/>
                  </a:lnTo>
                  <a:lnTo>
                    <a:pt x="373062" y="0"/>
                  </a:lnTo>
                  <a:lnTo>
                    <a:pt x="365125" y="0"/>
                  </a:lnTo>
                  <a:lnTo>
                    <a:pt x="356393" y="0"/>
                  </a:lnTo>
                  <a:lnTo>
                    <a:pt x="349250" y="0"/>
                  </a:lnTo>
                  <a:lnTo>
                    <a:pt x="339725" y="0"/>
                  </a:lnTo>
                  <a:lnTo>
                    <a:pt x="330993" y="0"/>
                  </a:lnTo>
                  <a:lnTo>
                    <a:pt x="319881" y="0"/>
                  </a:lnTo>
                  <a:lnTo>
                    <a:pt x="312737" y="0"/>
                  </a:lnTo>
                  <a:lnTo>
                    <a:pt x="304006" y="0"/>
                  </a:lnTo>
                  <a:lnTo>
                    <a:pt x="294481" y="0"/>
                  </a:lnTo>
                  <a:lnTo>
                    <a:pt x="287337" y="0"/>
                  </a:lnTo>
                  <a:lnTo>
                    <a:pt x="277812" y="798"/>
                  </a:lnTo>
                  <a:lnTo>
                    <a:pt x="270668" y="798"/>
                  </a:lnTo>
                  <a:lnTo>
                    <a:pt x="261143" y="798"/>
                  </a:lnTo>
                  <a:lnTo>
                    <a:pt x="254000" y="798"/>
                  </a:lnTo>
                  <a:lnTo>
                    <a:pt x="244475" y="2396"/>
                  </a:lnTo>
                  <a:lnTo>
                    <a:pt x="237331" y="2396"/>
                  </a:lnTo>
                  <a:lnTo>
                    <a:pt x="227806" y="3994"/>
                  </a:lnTo>
                  <a:lnTo>
                    <a:pt x="220662" y="3994"/>
                  </a:lnTo>
                  <a:lnTo>
                    <a:pt x="212724" y="5592"/>
                  </a:lnTo>
                  <a:lnTo>
                    <a:pt x="205581" y="5592"/>
                  </a:lnTo>
                  <a:lnTo>
                    <a:pt x="197643" y="5592"/>
                  </a:lnTo>
                  <a:lnTo>
                    <a:pt x="190498" y="7189"/>
                  </a:lnTo>
                  <a:lnTo>
                    <a:pt x="182562" y="8787"/>
                  </a:lnTo>
                  <a:lnTo>
                    <a:pt x="175418" y="8787"/>
                  </a:lnTo>
                  <a:lnTo>
                    <a:pt x="167481" y="10385"/>
                  </a:lnTo>
                  <a:lnTo>
                    <a:pt x="160337" y="10385"/>
                  </a:lnTo>
                  <a:lnTo>
                    <a:pt x="153987" y="11983"/>
                  </a:lnTo>
                  <a:lnTo>
                    <a:pt x="146843" y="11983"/>
                  </a:lnTo>
                  <a:lnTo>
                    <a:pt x="140489" y="13580"/>
                  </a:lnTo>
                  <a:lnTo>
                    <a:pt x="133350" y="15178"/>
                  </a:lnTo>
                  <a:lnTo>
                    <a:pt x="127000" y="15178"/>
                  </a:lnTo>
                  <a:lnTo>
                    <a:pt x="120650" y="15977"/>
                  </a:lnTo>
                  <a:lnTo>
                    <a:pt x="113506" y="17575"/>
                  </a:lnTo>
                  <a:lnTo>
                    <a:pt x="107156" y="17575"/>
                  </a:lnTo>
                  <a:lnTo>
                    <a:pt x="103184" y="20770"/>
                  </a:lnTo>
                  <a:lnTo>
                    <a:pt x="95249" y="20770"/>
                  </a:lnTo>
                  <a:lnTo>
                    <a:pt x="90487" y="22368"/>
                  </a:lnTo>
                  <a:lnTo>
                    <a:pt x="84931" y="22368"/>
                  </a:lnTo>
                  <a:lnTo>
                    <a:pt x="80168" y="23966"/>
                  </a:lnTo>
                  <a:lnTo>
                    <a:pt x="74612" y="25563"/>
                  </a:lnTo>
                  <a:lnTo>
                    <a:pt x="68262" y="27161"/>
                  </a:lnTo>
                  <a:lnTo>
                    <a:pt x="63500" y="27161"/>
                  </a:lnTo>
                  <a:lnTo>
                    <a:pt x="58737" y="28759"/>
                  </a:lnTo>
                  <a:lnTo>
                    <a:pt x="54768" y="30357"/>
                  </a:lnTo>
                  <a:lnTo>
                    <a:pt x="50006" y="31155"/>
                  </a:lnTo>
                  <a:lnTo>
                    <a:pt x="45243" y="32753"/>
                  </a:lnTo>
                  <a:lnTo>
                    <a:pt x="41275" y="34351"/>
                  </a:lnTo>
                  <a:lnTo>
                    <a:pt x="36512" y="34351"/>
                  </a:lnTo>
                  <a:lnTo>
                    <a:pt x="33337" y="35949"/>
                  </a:lnTo>
                  <a:lnTo>
                    <a:pt x="30162" y="37546"/>
                  </a:lnTo>
                  <a:lnTo>
                    <a:pt x="27781" y="39144"/>
                  </a:lnTo>
                  <a:lnTo>
                    <a:pt x="24606" y="40742"/>
                  </a:lnTo>
                  <a:lnTo>
                    <a:pt x="21431" y="40742"/>
                  </a:lnTo>
                  <a:lnTo>
                    <a:pt x="16668" y="42340"/>
                  </a:lnTo>
                  <a:lnTo>
                    <a:pt x="15081" y="43927"/>
                  </a:lnTo>
                  <a:lnTo>
                    <a:pt x="11112" y="45535"/>
                  </a:lnTo>
                  <a:lnTo>
                    <a:pt x="6350" y="47932"/>
                  </a:lnTo>
                  <a:lnTo>
                    <a:pt x="3175" y="51107"/>
                  </a:lnTo>
                  <a:lnTo>
                    <a:pt x="1587" y="52725"/>
                  </a:lnTo>
                  <a:lnTo>
                    <a:pt x="0" y="55920"/>
                  </a:lnTo>
                  <a:lnTo>
                    <a:pt x="0" y="59116"/>
                  </a:lnTo>
                  <a:lnTo>
                    <a:pt x="0" y="60714"/>
                  </a:lnTo>
                  <a:lnTo>
                    <a:pt x="1587" y="63110"/>
                  </a:lnTo>
                  <a:lnTo>
                    <a:pt x="3175" y="64698"/>
                  </a:lnTo>
                  <a:lnTo>
                    <a:pt x="6350" y="67873"/>
                  </a:lnTo>
                  <a:lnTo>
                    <a:pt x="9525" y="71099"/>
                  </a:lnTo>
                  <a:lnTo>
                    <a:pt x="15081" y="74295"/>
                  </a:lnTo>
                  <a:lnTo>
                    <a:pt x="16668" y="74295"/>
                  </a:lnTo>
                  <a:lnTo>
                    <a:pt x="19843" y="75892"/>
                  </a:lnTo>
                  <a:lnTo>
                    <a:pt x="23018" y="76691"/>
                  </a:lnTo>
                  <a:lnTo>
                    <a:pt x="27781" y="79887"/>
                  </a:lnTo>
                  <a:lnTo>
                    <a:pt x="30162" y="79887"/>
                  </a:lnTo>
                  <a:lnTo>
                    <a:pt x="33337" y="81484"/>
                  </a:lnTo>
                  <a:lnTo>
                    <a:pt x="36512" y="83082"/>
                  </a:lnTo>
                  <a:lnTo>
                    <a:pt x="41275" y="84680"/>
                  </a:lnTo>
                  <a:lnTo>
                    <a:pt x="45243" y="86278"/>
                  </a:lnTo>
                  <a:lnTo>
                    <a:pt x="50006" y="87875"/>
                  </a:lnTo>
                  <a:lnTo>
                    <a:pt x="53181" y="87875"/>
                  </a:lnTo>
                  <a:lnTo>
                    <a:pt x="58737" y="91071"/>
                  </a:lnTo>
                  <a:lnTo>
                    <a:pt x="63500" y="91071"/>
                  </a:lnTo>
                  <a:lnTo>
                    <a:pt x="68262" y="91870"/>
                  </a:lnTo>
                  <a:lnTo>
                    <a:pt x="73025" y="93467"/>
                  </a:lnTo>
                  <a:lnTo>
                    <a:pt x="78581" y="95065"/>
                  </a:lnTo>
                  <a:lnTo>
                    <a:pt x="83343" y="96663"/>
                  </a:lnTo>
                  <a:lnTo>
                    <a:pt x="89693" y="98261"/>
                  </a:lnTo>
                  <a:lnTo>
                    <a:pt x="95249" y="99858"/>
                  </a:lnTo>
                  <a:lnTo>
                    <a:pt x="101600" y="101456"/>
                  </a:lnTo>
                  <a:lnTo>
                    <a:pt x="107156" y="101456"/>
                  </a:lnTo>
                  <a:lnTo>
                    <a:pt x="113506" y="103054"/>
                  </a:lnTo>
                  <a:lnTo>
                    <a:pt x="119856" y="104652"/>
                  </a:lnTo>
                  <a:lnTo>
                    <a:pt x="125409" y="106249"/>
                  </a:lnTo>
                  <a:lnTo>
                    <a:pt x="131762" y="106249"/>
                  </a:lnTo>
                  <a:lnTo>
                    <a:pt x="138906" y="107048"/>
                  </a:lnTo>
                  <a:lnTo>
                    <a:pt x="145256" y="108646"/>
                  </a:lnTo>
                  <a:lnTo>
                    <a:pt x="152400" y="110244"/>
                  </a:lnTo>
                  <a:lnTo>
                    <a:pt x="158747" y="110244"/>
                  </a:lnTo>
                  <a:lnTo>
                    <a:pt x="165892" y="111841"/>
                  </a:lnTo>
                  <a:lnTo>
                    <a:pt x="172243" y="111841"/>
                  </a:lnTo>
                  <a:lnTo>
                    <a:pt x="181768" y="113439"/>
                  </a:lnTo>
                  <a:lnTo>
                    <a:pt x="187325" y="115037"/>
                  </a:lnTo>
                  <a:lnTo>
                    <a:pt x="195262" y="115037"/>
                  </a:lnTo>
                  <a:lnTo>
                    <a:pt x="202406" y="116635"/>
                  </a:lnTo>
                  <a:lnTo>
                    <a:pt x="211931" y="118232"/>
                  </a:lnTo>
                  <a:lnTo>
                    <a:pt x="219075" y="118232"/>
                  </a:lnTo>
                  <a:lnTo>
                    <a:pt x="227012" y="118232"/>
                  </a:lnTo>
                  <a:lnTo>
                    <a:pt x="234156" y="118232"/>
                  </a:lnTo>
                  <a:lnTo>
                    <a:pt x="242887" y="119830"/>
                  </a:lnTo>
                  <a:lnTo>
                    <a:pt x="250825" y="119830"/>
                  </a:lnTo>
                  <a:lnTo>
                    <a:pt x="259556" y="121428"/>
                  </a:lnTo>
                  <a:lnTo>
                    <a:pt x="267493" y="121428"/>
                  </a:lnTo>
                  <a:lnTo>
                    <a:pt x="276225" y="122227"/>
                  </a:lnTo>
                  <a:lnTo>
                    <a:pt x="284162" y="122227"/>
                  </a:lnTo>
                  <a:lnTo>
                    <a:pt x="292893" y="122227"/>
                  </a:lnTo>
                  <a:lnTo>
                    <a:pt x="302418" y="122227"/>
                  </a:lnTo>
                  <a:lnTo>
                    <a:pt x="311150" y="122227"/>
                  </a:lnTo>
                  <a:lnTo>
                    <a:pt x="319087" y="122227"/>
                  </a:lnTo>
                  <a:lnTo>
                    <a:pt x="327818" y="123825"/>
                  </a:lnTo>
                  <a:lnTo>
                    <a:pt x="336550" y="123825"/>
                  </a:lnTo>
                  <a:lnTo>
                    <a:pt x="346075" y="123825"/>
                  </a:lnTo>
                  <a:close/>
                </a:path>
              </a:pathLst>
            </a:custGeom>
            <a:solidFill>
              <a:schemeClr val="hlink"/>
            </a:solidFill>
            <a:ln w="9525" cap="flat" cmpd="sng" algn="ctr">
              <a:solidFill>
                <a:schemeClr val="tx1"/>
              </a:solidFill>
              <a:prstDash val="solid"/>
              <a:headEnd type="none"/>
              <a:tailEnd type="none"/>
            </a:ln>
            <a:effectLst/>
          </p:spPr>
          <p:txBody>
            <a:bodyPr vert="horz" wrap="square" lIns="0" tIns="0" rIns="3810" bIns="1270" numCol="1" spcCol="215900" anchor="t"/>
            <a:lstStyle/>
            <a:p>
              <a:pPr/>
              <a:endParaRPr lang="en-us" cap="none"/>
            </a:p>
          </p:txBody>
        </p:sp>
        <p:sp>
          <p:nvSpPr>
            <p:cNvPr id="12" name="Freeform 58"/>
            <p:cNvSpPr>
              <a:extLst>
                <a:ext uri="smNativeData">
                  <pr:smNativeData xmlns:pr="smNativeData" xmlns="smNativeData" val="SMDATA_15_VcZhaRMAAAAlAAAACwAAAA0AAAAAAAAAAAAAAAAFAAAAAg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Ik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iR8AABcRAACqIQAA0BEAAAAAAAAmAAAACAAAAP//////////"/>
                </a:ext>
              </a:extLst>
            </p:cNvSpPr>
            <p:nvPr/>
          </p:nvSpPr>
          <p:spPr>
            <a:xfrm>
              <a:off x="5126355" y="2778125"/>
              <a:ext cx="346075" cy="117475"/>
            </a:xfrm>
            <a:custGeom>
              <a:avLst/>
              <a:gdLst/>
              <a:ahLst/>
              <a:cxnLst/>
              <a:rect l="0" t="0" r="346075" b="117475"/>
              <a:pathLst>
                <a:path w="346075" h="117475">
                  <a:moveTo>
                    <a:pt x="213333" y="0"/>
                  </a:moveTo>
                  <a:lnTo>
                    <a:pt x="212543" y="0"/>
                  </a:lnTo>
                  <a:lnTo>
                    <a:pt x="209383" y="0"/>
                  </a:lnTo>
                  <a:lnTo>
                    <a:pt x="206222" y="0"/>
                  </a:lnTo>
                  <a:lnTo>
                    <a:pt x="201482" y="1587"/>
                  </a:lnTo>
                  <a:lnTo>
                    <a:pt x="198321" y="1587"/>
                  </a:lnTo>
                  <a:lnTo>
                    <a:pt x="195951" y="1587"/>
                  </a:lnTo>
                  <a:lnTo>
                    <a:pt x="192790" y="1587"/>
                  </a:lnTo>
                  <a:lnTo>
                    <a:pt x="189630" y="3175"/>
                  </a:lnTo>
                  <a:lnTo>
                    <a:pt x="186469" y="3175"/>
                  </a:lnTo>
                  <a:lnTo>
                    <a:pt x="182519" y="3175"/>
                  </a:lnTo>
                  <a:lnTo>
                    <a:pt x="179358" y="3175"/>
                  </a:lnTo>
                  <a:lnTo>
                    <a:pt x="174617" y="4762"/>
                  </a:lnTo>
                  <a:lnTo>
                    <a:pt x="169876" y="4762"/>
                  </a:lnTo>
                  <a:lnTo>
                    <a:pt x="165926" y="4762"/>
                  </a:lnTo>
                  <a:lnTo>
                    <a:pt x="161185" y="4762"/>
                  </a:lnTo>
                  <a:lnTo>
                    <a:pt x="158025" y="6350"/>
                  </a:lnTo>
                  <a:lnTo>
                    <a:pt x="151704" y="6350"/>
                  </a:lnTo>
                  <a:lnTo>
                    <a:pt x="147753" y="6350"/>
                  </a:lnTo>
                  <a:lnTo>
                    <a:pt x="143012" y="7937"/>
                  </a:lnTo>
                  <a:lnTo>
                    <a:pt x="138271" y="9525"/>
                  </a:lnTo>
                  <a:lnTo>
                    <a:pt x="132741" y="9525"/>
                  </a:lnTo>
                  <a:lnTo>
                    <a:pt x="128000" y="9525"/>
                  </a:lnTo>
                  <a:lnTo>
                    <a:pt x="123259" y="10318"/>
                  </a:lnTo>
                  <a:lnTo>
                    <a:pt x="119308" y="10318"/>
                  </a:lnTo>
                  <a:lnTo>
                    <a:pt x="112987" y="11905"/>
                  </a:lnTo>
                  <a:lnTo>
                    <a:pt x="108247" y="11905"/>
                  </a:lnTo>
                  <a:lnTo>
                    <a:pt x="104296" y="13493"/>
                  </a:lnTo>
                  <a:lnTo>
                    <a:pt x="99555" y="15081"/>
                  </a:lnTo>
                  <a:lnTo>
                    <a:pt x="93234" y="15081"/>
                  </a:lnTo>
                  <a:lnTo>
                    <a:pt x="89284" y="16668"/>
                  </a:lnTo>
                  <a:lnTo>
                    <a:pt x="84543" y="18256"/>
                  </a:lnTo>
                  <a:lnTo>
                    <a:pt x="78222" y="18256"/>
                  </a:lnTo>
                  <a:lnTo>
                    <a:pt x="74270" y="19843"/>
                  </a:lnTo>
                  <a:lnTo>
                    <a:pt x="69530" y="21431"/>
                  </a:lnTo>
                  <a:lnTo>
                    <a:pt x="64790" y="21431"/>
                  </a:lnTo>
                  <a:lnTo>
                    <a:pt x="60049" y="23018"/>
                  </a:lnTo>
                  <a:lnTo>
                    <a:pt x="56098" y="24606"/>
                  </a:lnTo>
                  <a:lnTo>
                    <a:pt x="51358" y="25400"/>
                  </a:lnTo>
                  <a:lnTo>
                    <a:pt x="46617" y="25400"/>
                  </a:lnTo>
                  <a:lnTo>
                    <a:pt x="44247" y="26987"/>
                  </a:lnTo>
                  <a:lnTo>
                    <a:pt x="39506" y="28575"/>
                  </a:lnTo>
                  <a:lnTo>
                    <a:pt x="36345" y="30162"/>
                  </a:lnTo>
                  <a:lnTo>
                    <a:pt x="31605" y="30162"/>
                  </a:lnTo>
                  <a:lnTo>
                    <a:pt x="29234" y="33337"/>
                  </a:lnTo>
                  <a:lnTo>
                    <a:pt x="26074" y="33337"/>
                  </a:lnTo>
                  <a:lnTo>
                    <a:pt x="22913" y="34925"/>
                  </a:lnTo>
                  <a:lnTo>
                    <a:pt x="19753" y="34925"/>
                  </a:lnTo>
                  <a:lnTo>
                    <a:pt x="16592" y="38086"/>
                  </a:lnTo>
                  <a:lnTo>
                    <a:pt x="12642" y="39687"/>
                  </a:lnTo>
                  <a:lnTo>
                    <a:pt x="7901" y="42068"/>
                  </a:lnTo>
                  <a:lnTo>
                    <a:pt x="3160" y="43656"/>
                  </a:lnTo>
                  <a:lnTo>
                    <a:pt x="1580" y="46831"/>
                  </a:lnTo>
                  <a:lnTo>
                    <a:pt x="0" y="50006"/>
                  </a:lnTo>
                  <a:lnTo>
                    <a:pt x="1580" y="53181"/>
                  </a:lnTo>
                  <a:lnTo>
                    <a:pt x="1580" y="55562"/>
                  </a:lnTo>
                  <a:lnTo>
                    <a:pt x="3160" y="58737"/>
                  </a:lnTo>
                  <a:lnTo>
                    <a:pt x="6321" y="61898"/>
                  </a:lnTo>
                  <a:lnTo>
                    <a:pt x="11061" y="65087"/>
                  </a:lnTo>
                  <a:lnTo>
                    <a:pt x="15012" y="68262"/>
                  </a:lnTo>
                  <a:lnTo>
                    <a:pt x="19753" y="69850"/>
                  </a:lnTo>
                  <a:lnTo>
                    <a:pt x="22913" y="70643"/>
                  </a:lnTo>
                  <a:lnTo>
                    <a:pt x="26074" y="72231"/>
                  </a:lnTo>
                  <a:lnTo>
                    <a:pt x="29234" y="73818"/>
                  </a:lnTo>
                  <a:lnTo>
                    <a:pt x="31605" y="75406"/>
                  </a:lnTo>
                  <a:lnTo>
                    <a:pt x="36345" y="76993"/>
                  </a:lnTo>
                  <a:lnTo>
                    <a:pt x="39506" y="78581"/>
                  </a:lnTo>
                  <a:lnTo>
                    <a:pt x="42666" y="80168"/>
                  </a:lnTo>
                  <a:lnTo>
                    <a:pt x="46617" y="81756"/>
                  </a:lnTo>
                  <a:lnTo>
                    <a:pt x="49777" y="81756"/>
                  </a:lnTo>
                  <a:lnTo>
                    <a:pt x="52938" y="83343"/>
                  </a:lnTo>
                  <a:lnTo>
                    <a:pt x="57679" y="84931"/>
                  </a:lnTo>
                  <a:lnTo>
                    <a:pt x="61627" y="85725"/>
                  </a:lnTo>
                  <a:lnTo>
                    <a:pt x="64790" y="85725"/>
                  </a:lnTo>
                  <a:lnTo>
                    <a:pt x="67950" y="87312"/>
                  </a:lnTo>
                  <a:lnTo>
                    <a:pt x="72691" y="88900"/>
                  </a:lnTo>
                  <a:lnTo>
                    <a:pt x="76640" y="90487"/>
                  </a:lnTo>
                  <a:lnTo>
                    <a:pt x="79802" y="90487"/>
                  </a:lnTo>
                  <a:lnTo>
                    <a:pt x="84543" y="92075"/>
                  </a:lnTo>
                  <a:lnTo>
                    <a:pt x="87703" y="93662"/>
                  </a:lnTo>
                  <a:lnTo>
                    <a:pt x="91654" y="95250"/>
                  </a:lnTo>
                  <a:lnTo>
                    <a:pt x="94815" y="95250"/>
                  </a:lnTo>
                  <a:lnTo>
                    <a:pt x="99555" y="95250"/>
                  </a:lnTo>
                  <a:lnTo>
                    <a:pt x="102716" y="96837"/>
                  </a:lnTo>
                  <a:lnTo>
                    <a:pt x="105875" y="98425"/>
                  </a:lnTo>
                  <a:lnTo>
                    <a:pt x="108247" y="98425"/>
                  </a:lnTo>
                  <a:lnTo>
                    <a:pt x="111407" y="98425"/>
                  </a:lnTo>
                  <a:lnTo>
                    <a:pt x="114568" y="100012"/>
                  </a:lnTo>
                  <a:lnTo>
                    <a:pt x="119308" y="100012"/>
                  </a:lnTo>
                  <a:lnTo>
                    <a:pt x="121679" y="100012"/>
                  </a:lnTo>
                  <a:lnTo>
                    <a:pt x="124839" y="100806"/>
                  </a:lnTo>
                  <a:lnTo>
                    <a:pt x="129580" y="100806"/>
                  </a:lnTo>
                  <a:lnTo>
                    <a:pt x="132741" y="102393"/>
                  </a:lnTo>
                  <a:lnTo>
                    <a:pt x="135901" y="102393"/>
                  </a:lnTo>
                  <a:lnTo>
                    <a:pt x="138271" y="103981"/>
                  </a:lnTo>
                  <a:lnTo>
                    <a:pt x="143012" y="103981"/>
                  </a:lnTo>
                  <a:lnTo>
                    <a:pt x="146173" y="105568"/>
                  </a:lnTo>
                  <a:lnTo>
                    <a:pt x="149333" y="105568"/>
                  </a:lnTo>
                  <a:lnTo>
                    <a:pt x="153284" y="105568"/>
                  </a:lnTo>
                  <a:lnTo>
                    <a:pt x="156444" y="105568"/>
                  </a:lnTo>
                  <a:lnTo>
                    <a:pt x="161185" y="107156"/>
                  </a:lnTo>
                  <a:lnTo>
                    <a:pt x="164346" y="107156"/>
                  </a:lnTo>
                  <a:lnTo>
                    <a:pt x="168296" y="107156"/>
                  </a:lnTo>
                  <a:lnTo>
                    <a:pt x="171457" y="108743"/>
                  </a:lnTo>
                  <a:lnTo>
                    <a:pt x="176198" y="108743"/>
                  </a:lnTo>
                  <a:lnTo>
                    <a:pt x="180938" y="108743"/>
                  </a:lnTo>
                  <a:lnTo>
                    <a:pt x="184889" y="108743"/>
                  </a:lnTo>
                  <a:lnTo>
                    <a:pt x="188049" y="108743"/>
                  </a:lnTo>
                  <a:lnTo>
                    <a:pt x="194370" y="110331"/>
                  </a:lnTo>
                  <a:lnTo>
                    <a:pt x="198321" y="110331"/>
                  </a:lnTo>
                  <a:lnTo>
                    <a:pt x="203062" y="110331"/>
                  </a:lnTo>
                  <a:lnTo>
                    <a:pt x="207803" y="110331"/>
                  </a:lnTo>
                  <a:lnTo>
                    <a:pt x="213333" y="111918"/>
                  </a:lnTo>
                  <a:lnTo>
                    <a:pt x="218074" y="111918"/>
                  </a:lnTo>
                  <a:lnTo>
                    <a:pt x="222815" y="111918"/>
                  </a:lnTo>
                  <a:lnTo>
                    <a:pt x="228346" y="111918"/>
                  </a:lnTo>
                  <a:lnTo>
                    <a:pt x="233087" y="111918"/>
                  </a:lnTo>
                  <a:lnTo>
                    <a:pt x="237827" y="111918"/>
                  </a:lnTo>
                  <a:lnTo>
                    <a:pt x="243358" y="113506"/>
                  </a:lnTo>
                  <a:lnTo>
                    <a:pt x="249679" y="113506"/>
                  </a:lnTo>
                  <a:lnTo>
                    <a:pt x="256000" y="115093"/>
                  </a:lnTo>
                  <a:lnTo>
                    <a:pt x="259951" y="115093"/>
                  </a:lnTo>
                  <a:lnTo>
                    <a:pt x="266272" y="115093"/>
                  </a:lnTo>
                  <a:lnTo>
                    <a:pt x="271013" y="115093"/>
                  </a:lnTo>
                  <a:lnTo>
                    <a:pt x="276543" y="115093"/>
                  </a:lnTo>
                  <a:lnTo>
                    <a:pt x="282864" y="115093"/>
                  </a:lnTo>
                  <a:lnTo>
                    <a:pt x="287605" y="115093"/>
                  </a:lnTo>
                  <a:lnTo>
                    <a:pt x="293136" y="115887"/>
                  </a:lnTo>
                  <a:lnTo>
                    <a:pt x="297877" y="115887"/>
                  </a:lnTo>
                  <a:lnTo>
                    <a:pt x="302618" y="115887"/>
                  </a:lnTo>
                  <a:lnTo>
                    <a:pt x="308148" y="115887"/>
                  </a:lnTo>
                  <a:lnTo>
                    <a:pt x="312889" y="115887"/>
                  </a:lnTo>
                  <a:lnTo>
                    <a:pt x="317630" y="115887"/>
                  </a:lnTo>
                  <a:lnTo>
                    <a:pt x="320000" y="115887"/>
                  </a:lnTo>
                  <a:lnTo>
                    <a:pt x="324741" y="115887"/>
                  </a:lnTo>
                  <a:lnTo>
                    <a:pt x="327902" y="115887"/>
                  </a:lnTo>
                  <a:lnTo>
                    <a:pt x="332642" y="117475"/>
                  </a:lnTo>
                  <a:lnTo>
                    <a:pt x="335013" y="117475"/>
                  </a:lnTo>
                  <a:lnTo>
                    <a:pt x="336593" y="117475"/>
                  </a:lnTo>
                  <a:lnTo>
                    <a:pt x="339753" y="117475"/>
                  </a:lnTo>
                  <a:lnTo>
                    <a:pt x="342914" y="117475"/>
                  </a:lnTo>
                  <a:lnTo>
                    <a:pt x="346075" y="117475"/>
                  </a:lnTo>
                  <a:lnTo>
                    <a:pt x="342914" y="115887"/>
                  </a:lnTo>
                  <a:lnTo>
                    <a:pt x="336593" y="115093"/>
                  </a:lnTo>
                  <a:lnTo>
                    <a:pt x="332642" y="113506"/>
                  </a:lnTo>
                  <a:lnTo>
                    <a:pt x="329482" y="111918"/>
                  </a:lnTo>
                  <a:lnTo>
                    <a:pt x="324741" y="111918"/>
                  </a:lnTo>
                  <a:lnTo>
                    <a:pt x="321581" y="110331"/>
                  </a:lnTo>
                  <a:lnTo>
                    <a:pt x="317630" y="108743"/>
                  </a:lnTo>
                  <a:lnTo>
                    <a:pt x="312889" y="108743"/>
                  </a:lnTo>
                  <a:lnTo>
                    <a:pt x="308148" y="107156"/>
                  </a:lnTo>
                  <a:lnTo>
                    <a:pt x="304198" y="105568"/>
                  </a:lnTo>
                  <a:lnTo>
                    <a:pt x="299457" y="103981"/>
                  </a:lnTo>
                  <a:lnTo>
                    <a:pt x="294716" y="102393"/>
                  </a:lnTo>
                  <a:lnTo>
                    <a:pt x="288395" y="100806"/>
                  </a:lnTo>
                  <a:lnTo>
                    <a:pt x="284445" y="100012"/>
                  </a:lnTo>
                  <a:lnTo>
                    <a:pt x="278124" y="98425"/>
                  </a:lnTo>
                  <a:lnTo>
                    <a:pt x="273383" y="96837"/>
                  </a:lnTo>
                  <a:lnTo>
                    <a:pt x="267852" y="95250"/>
                  </a:lnTo>
                  <a:lnTo>
                    <a:pt x="261531" y="93662"/>
                  </a:lnTo>
                  <a:lnTo>
                    <a:pt x="257580" y="93662"/>
                  </a:lnTo>
                  <a:lnTo>
                    <a:pt x="251259" y="92075"/>
                  </a:lnTo>
                  <a:lnTo>
                    <a:pt x="246519" y="90487"/>
                  </a:lnTo>
                  <a:lnTo>
                    <a:pt x="240988" y="87312"/>
                  </a:lnTo>
                  <a:lnTo>
                    <a:pt x="236247" y="87312"/>
                  </a:lnTo>
                  <a:lnTo>
                    <a:pt x="229926" y="85725"/>
                  </a:lnTo>
                  <a:lnTo>
                    <a:pt x="225975" y="84931"/>
                  </a:lnTo>
                  <a:lnTo>
                    <a:pt x="219654" y="83343"/>
                  </a:lnTo>
                  <a:lnTo>
                    <a:pt x="214914" y="83343"/>
                  </a:lnTo>
                  <a:lnTo>
                    <a:pt x="210963" y="81756"/>
                  </a:lnTo>
                  <a:lnTo>
                    <a:pt x="206222" y="80168"/>
                  </a:lnTo>
                  <a:lnTo>
                    <a:pt x="201482" y="78581"/>
                  </a:lnTo>
                  <a:lnTo>
                    <a:pt x="197531" y="78581"/>
                  </a:lnTo>
                  <a:lnTo>
                    <a:pt x="191210" y="75406"/>
                  </a:lnTo>
                  <a:lnTo>
                    <a:pt x="188049" y="75406"/>
                  </a:lnTo>
                  <a:lnTo>
                    <a:pt x="183309" y="73818"/>
                  </a:lnTo>
                  <a:lnTo>
                    <a:pt x="180938" y="72231"/>
                  </a:lnTo>
                  <a:lnTo>
                    <a:pt x="177777" y="70643"/>
                  </a:lnTo>
                  <a:lnTo>
                    <a:pt x="173037" y="69850"/>
                  </a:lnTo>
                  <a:lnTo>
                    <a:pt x="169876" y="68262"/>
                  </a:lnTo>
                  <a:lnTo>
                    <a:pt x="166716" y="68262"/>
                  </a:lnTo>
                  <a:lnTo>
                    <a:pt x="161185" y="63500"/>
                  </a:lnTo>
                  <a:lnTo>
                    <a:pt x="158025" y="61910"/>
                  </a:lnTo>
                  <a:lnTo>
                    <a:pt x="153284" y="58737"/>
                  </a:lnTo>
                  <a:lnTo>
                    <a:pt x="149333" y="55562"/>
                  </a:lnTo>
                  <a:lnTo>
                    <a:pt x="147753" y="51593"/>
                  </a:lnTo>
                  <a:lnTo>
                    <a:pt x="146173" y="50013"/>
                  </a:lnTo>
                  <a:lnTo>
                    <a:pt x="144592" y="45243"/>
                  </a:lnTo>
                  <a:lnTo>
                    <a:pt x="144592" y="42068"/>
                  </a:lnTo>
                  <a:lnTo>
                    <a:pt x="146173" y="39687"/>
                  </a:lnTo>
                  <a:lnTo>
                    <a:pt x="147753" y="36512"/>
                  </a:lnTo>
                  <a:lnTo>
                    <a:pt x="150913" y="31750"/>
                  </a:lnTo>
                  <a:lnTo>
                    <a:pt x="153284" y="28575"/>
                  </a:lnTo>
                  <a:lnTo>
                    <a:pt x="158025" y="25400"/>
                  </a:lnTo>
                  <a:lnTo>
                    <a:pt x="162765" y="23018"/>
                  </a:lnTo>
                  <a:lnTo>
                    <a:pt x="166716" y="18256"/>
                  </a:lnTo>
                  <a:lnTo>
                    <a:pt x="173037" y="16668"/>
                  </a:lnTo>
                  <a:lnTo>
                    <a:pt x="179358" y="13493"/>
                  </a:lnTo>
                  <a:lnTo>
                    <a:pt x="184889" y="10318"/>
                  </a:lnTo>
                  <a:lnTo>
                    <a:pt x="189630" y="9525"/>
                  </a:lnTo>
                  <a:lnTo>
                    <a:pt x="195951" y="6350"/>
                  </a:lnTo>
                  <a:lnTo>
                    <a:pt x="199901" y="4762"/>
                  </a:lnTo>
                  <a:lnTo>
                    <a:pt x="204641" y="3175"/>
                  </a:lnTo>
                  <a:lnTo>
                    <a:pt x="207803" y="1587"/>
                  </a:lnTo>
                  <a:lnTo>
                    <a:pt x="210963" y="1587"/>
                  </a:lnTo>
                  <a:lnTo>
                    <a:pt x="212543" y="7"/>
                  </a:lnTo>
                  <a:lnTo>
                    <a:pt x="213333" y="7"/>
                  </a:lnTo>
                  <a:lnTo>
                    <a:pt x="213333" y="0"/>
                  </a:lnTo>
                  <a:close/>
                </a:path>
              </a:pathLst>
            </a:custGeom>
            <a:solidFill>
              <a:schemeClr val="folHlink"/>
            </a:solidFill>
            <a:ln>
              <a:noFill/>
            </a:ln>
            <a:effectLst/>
          </p:spPr>
          <p:txBody>
            <a:bodyPr vert="horz" wrap="square" lIns="0" tIns="0" rIns="3175" bIns="1270" numCol="1" spcCol="215900" anchor="t"/>
            <a:lstStyle/>
            <a:p>
              <a:pPr/>
              <a:endParaRPr lang="en-us" cap="none"/>
            </a:p>
          </p:txBody>
        </p:sp>
        <p:sp>
          <p:nvSpPr>
            <p:cNvPr id="11" name="Freeform 59"/>
            <p:cNvSpPr>
              <a:extLst>
                <a:ext uri="smNativeData">
                  <pr:smNativeData xmlns:pr="smNativeData" xmlns="smNativeData" val="SMDATA_15_VcZhaRMAAAAlAAAACwAAAA0AAAAAAAAAAAAAAAAGAAAAAwAAAAAAAAAAAAAAAAAAAAEAAABQAAAAAAAAAAAA4D8AAAAAAADgPwAAAAAAAOA/AAAAAAAA4D8AAAAAAADgPwAAAAAAAOA/AAAAAAAA4D8AAAAAAADgPwAAAAAAAOA/AAAAAAAA4D8CAAAAjAAAAAEAAAAAAAAA////C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A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H0l9A8zMzADAwP8Af39/AAAAAAAAAAAAAAAAAAAAAAAAAAAAIQAAABgAAAAUAAAABSEAALIRAAAgJAAA1BIAAAAAAAAmAAAACAAAAP//////////"/>
                </a:ext>
              </a:extLst>
            </p:cNvSpPr>
            <p:nvPr/>
          </p:nvSpPr>
          <p:spPr>
            <a:xfrm>
              <a:off x="5367655" y="2876550"/>
              <a:ext cx="504825" cy="184150"/>
            </a:xfrm>
            <a:custGeom>
              <a:avLst/>
              <a:gdLst/>
              <a:ahLst/>
              <a:cxnLst/>
              <a:rect l="0" t="0" r="504825" b="184150"/>
              <a:pathLst>
                <a:path w="504825" h="184150">
                  <a:moveTo>
                    <a:pt x="495314" y="107156"/>
                  </a:moveTo>
                  <a:lnTo>
                    <a:pt x="492144" y="111125"/>
                  </a:lnTo>
                  <a:lnTo>
                    <a:pt x="490559" y="115888"/>
                  </a:lnTo>
                  <a:lnTo>
                    <a:pt x="488182" y="117475"/>
                  </a:lnTo>
                  <a:lnTo>
                    <a:pt x="485012" y="122238"/>
                  </a:lnTo>
                  <a:lnTo>
                    <a:pt x="481842" y="123031"/>
                  </a:lnTo>
                  <a:lnTo>
                    <a:pt x="478672" y="124619"/>
                  </a:lnTo>
                  <a:lnTo>
                    <a:pt x="474709" y="126206"/>
                  </a:lnTo>
                  <a:lnTo>
                    <a:pt x="469954" y="127794"/>
                  </a:lnTo>
                  <a:lnTo>
                    <a:pt x="466784" y="127794"/>
                  </a:lnTo>
                  <a:lnTo>
                    <a:pt x="463614" y="127794"/>
                  </a:lnTo>
                  <a:lnTo>
                    <a:pt x="460444" y="127794"/>
                  </a:lnTo>
                  <a:lnTo>
                    <a:pt x="458067" y="129381"/>
                  </a:lnTo>
                  <a:lnTo>
                    <a:pt x="453312" y="129381"/>
                  </a:lnTo>
                  <a:lnTo>
                    <a:pt x="450142" y="129381"/>
                  </a:lnTo>
                  <a:lnTo>
                    <a:pt x="445387" y="130969"/>
                  </a:lnTo>
                  <a:lnTo>
                    <a:pt x="443009" y="132556"/>
                  </a:lnTo>
                  <a:lnTo>
                    <a:pt x="438254" y="132556"/>
                  </a:lnTo>
                  <a:lnTo>
                    <a:pt x="433499" y="134144"/>
                  </a:lnTo>
                  <a:lnTo>
                    <a:pt x="427952" y="134144"/>
                  </a:lnTo>
                  <a:lnTo>
                    <a:pt x="423197" y="135731"/>
                  </a:lnTo>
                  <a:lnTo>
                    <a:pt x="416857" y="138113"/>
                  </a:lnTo>
                  <a:lnTo>
                    <a:pt x="412894" y="139700"/>
                  </a:lnTo>
                  <a:lnTo>
                    <a:pt x="404969" y="141288"/>
                  </a:lnTo>
                  <a:lnTo>
                    <a:pt x="400214" y="144463"/>
                  </a:lnTo>
                  <a:lnTo>
                    <a:pt x="396251" y="144463"/>
                  </a:lnTo>
                  <a:lnTo>
                    <a:pt x="393081" y="146050"/>
                  </a:lnTo>
                  <a:lnTo>
                    <a:pt x="389911" y="146050"/>
                  </a:lnTo>
                  <a:lnTo>
                    <a:pt x="386741" y="147638"/>
                  </a:lnTo>
                  <a:lnTo>
                    <a:pt x="381194" y="149225"/>
                  </a:lnTo>
                  <a:lnTo>
                    <a:pt x="374854" y="152400"/>
                  </a:lnTo>
                  <a:lnTo>
                    <a:pt x="371684" y="152400"/>
                  </a:lnTo>
                  <a:lnTo>
                    <a:pt x="368514" y="153194"/>
                  </a:lnTo>
                  <a:lnTo>
                    <a:pt x="366136" y="153194"/>
                  </a:lnTo>
                  <a:lnTo>
                    <a:pt x="362966" y="154781"/>
                  </a:lnTo>
                  <a:lnTo>
                    <a:pt x="358211" y="156369"/>
                  </a:lnTo>
                  <a:lnTo>
                    <a:pt x="353456" y="157956"/>
                  </a:lnTo>
                  <a:lnTo>
                    <a:pt x="347909" y="159544"/>
                  </a:lnTo>
                  <a:lnTo>
                    <a:pt x="343154" y="161131"/>
                  </a:lnTo>
                  <a:lnTo>
                    <a:pt x="338399" y="162719"/>
                  </a:lnTo>
                  <a:lnTo>
                    <a:pt x="332851" y="164306"/>
                  </a:lnTo>
                  <a:lnTo>
                    <a:pt x="328096" y="165894"/>
                  </a:lnTo>
                  <a:lnTo>
                    <a:pt x="323341" y="167481"/>
                  </a:lnTo>
                  <a:lnTo>
                    <a:pt x="319379" y="169069"/>
                  </a:lnTo>
                  <a:lnTo>
                    <a:pt x="314624" y="169863"/>
                  </a:lnTo>
                  <a:lnTo>
                    <a:pt x="309869" y="169863"/>
                  </a:lnTo>
                  <a:lnTo>
                    <a:pt x="305906" y="171450"/>
                  </a:lnTo>
                  <a:lnTo>
                    <a:pt x="299566" y="171450"/>
                  </a:lnTo>
                  <a:lnTo>
                    <a:pt x="294811" y="173038"/>
                  </a:lnTo>
                  <a:lnTo>
                    <a:pt x="289263" y="173038"/>
                  </a:lnTo>
                  <a:lnTo>
                    <a:pt x="284508" y="174625"/>
                  </a:lnTo>
                  <a:lnTo>
                    <a:pt x="278168" y="174625"/>
                  </a:lnTo>
                  <a:lnTo>
                    <a:pt x="272621" y="176213"/>
                  </a:lnTo>
                  <a:lnTo>
                    <a:pt x="269451" y="176213"/>
                  </a:lnTo>
                  <a:lnTo>
                    <a:pt x="266281" y="176213"/>
                  </a:lnTo>
                  <a:lnTo>
                    <a:pt x="263111" y="176213"/>
                  </a:lnTo>
                  <a:lnTo>
                    <a:pt x="260731" y="177800"/>
                  </a:lnTo>
                  <a:lnTo>
                    <a:pt x="257563" y="177800"/>
                  </a:lnTo>
                  <a:lnTo>
                    <a:pt x="254391" y="177800"/>
                  </a:lnTo>
                  <a:lnTo>
                    <a:pt x="249638" y="179388"/>
                  </a:lnTo>
                  <a:lnTo>
                    <a:pt x="248053" y="179388"/>
                  </a:lnTo>
                  <a:lnTo>
                    <a:pt x="244091" y="179388"/>
                  </a:lnTo>
                  <a:lnTo>
                    <a:pt x="239336" y="179388"/>
                  </a:lnTo>
                  <a:lnTo>
                    <a:pt x="236166" y="179388"/>
                  </a:lnTo>
                  <a:lnTo>
                    <a:pt x="232996" y="180975"/>
                  </a:lnTo>
                  <a:lnTo>
                    <a:pt x="229033" y="180975"/>
                  </a:lnTo>
                  <a:lnTo>
                    <a:pt x="225863" y="180975"/>
                  </a:lnTo>
                  <a:lnTo>
                    <a:pt x="221108" y="180975"/>
                  </a:lnTo>
                  <a:lnTo>
                    <a:pt x="217938" y="180975"/>
                  </a:lnTo>
                  <a:lnTo>
                    <a:pt x="212391" y="180975"/>
                  </a:lnTo>
                  <a:lnTo>
                    <a:pt x="209221" y="180975"/>
                  </a:lnTo>
                  <a:lnTo>
                    <a:pt x="202881" y="180975"/>
                  </a:lnTo>
                  <a:lnTo>
                    <a:pt x="200503" y="180975"/>
                  </a:lnTo>
                  <a:lnTo>
                    <a:pt x="195748" y="180975"/>
                  </a:lnTo>
                  <a:lnTo>
                    <a:pt x="190993" y="180975"/>
                  </a:lnTo>
                  <a:lnTo>
                    <a:pt x="186238" y="180975"/>
                  </a:lnTo>
                  <a:lnTo>
                    <a:pt x="182275" y="182563"/>
                  </a:lnTo>
                  <a:lnTo>
                    <a:pt x="177520" y="182563"/>
                  </a:lnTo>
                  <a:lnTo>
                    <a:pt x="172765" y="182563"/>
                  </a:lnTo>
                  <a:lnTo>
                    <a:pt x="168803" y="182563"/>
                  </a:lnTo>
                  <a:lnTo>
                    <a:pt x="164048" y="182563"/>
                  </a:lnTo>
                  <a:lnTo>
                    <a:pt x="159293" y="182563"/>
                  </a:lnTo>
                  <a:lnTo>
                    <a:pt x="154538" y="182563"/>
                  </a:lnTo>
                  <a:lnTo>
                    <a:pt x="150575" y="182563"/>
                  </a:lnTo>
                  <a:lnTo>
                    <a:pt x="147405" y="182563"/>
                  </a:lnTo>
                  <a:lnTo>
                    <a:pt x="141065" y="182563"/>
                  </a:lnTo>
                  <a:lnTo>
                    <a:pt x="137103" y="182563"/>
                  </a:lnTo>
                  <a:lnTo>
                    <a:pt x="132348" y="182563"/>
                  </a:lnTo>
                  <a:lnTo>
                    <a:pt x="129177" y="182563"/>
                  </a:lnTo>
                  <a:lnTo>
                    <a:pt x="123630" y="182563"/>
                  </a:lnTo>
                  <a:lnTo>
                    <a:pt x="118875" y="182563"/>
                  </a:lnTo>
                  <a:lnTo>
                    <a:pt x="114120" y="182563"/>
                  </a:lnTo>
                  <a:lnTo>
                    <a:pt x="109365" y="182563"/>
                  </a:lnTo>
                  <a:lnTo>
                    <a:pt x="105403" y="182563"/>
                  </a:lnTo>
                  <a:lnTo>
                    <a:pt x="102233" y="182563"/>
                  </a:lnTo>
                  <a:lnTo>
                    <a:pt x="97477" y="182563"/>
                  </a:lnTo>
                  <a:lnTo>
                    <a:pt x="93515" y="182563"/>
                  </a:lnTo>
                  <a:lnTo>
                    <a:pt x="88760" y="182563"/>
                  </a:lnTo>
                  <a:lnTo>
                    <a:pt x="85590" y="182563"/>
                  </a:lnTo>
                  <a:lnTo>
                    <a:pt x="80835" y="182563"/>
                  </a:lnTo>
                  <a:lnTo>
                    <a:pt x="78457" y="184150"/>
                  </a:lnTo>
                  <a:lnTo>
                    <a:pt x="73702" y="182563"/>
                  </a:lnTo>
                  <a:lnTo>
                    <a:pt x="68947" y="182563"/>
                  </a:lnTo>
                  <a:lnTo>
                    <a:pt x="64192" y="182563"/>
                  </a:lnTo>
                  <a:lnTo>
                    <a:pt x="61815" y="182563"/>
                  </a:lnTo>
                  <a:lnTo>
                    <a:pt x="57060" y="182563"/>
                  </a:lnTo>
                  <a:lnTo>
                    <a:pt x="53890" y="182563"/>
                  </a:lnTo>
                  <a:lnTo>
                    <a:pt x="50720" y="182563"/>
                  </a:lnTo>
                  <a:lnTo>
                    <a:pt x="47550" y="182563"/>
                  </a:lnTo>
                  <a:lnTo>
                    <a:pt x="43587" y="182563"/>
                  </a:lnTo>
                  <a:lnTo>
                    <a:pt x="40417" y="182563"/>
                  </a:lnTo>
                  <a:lnTo>
                    <a:pt x="37247" y="182563"/>
                  </a:lnTo>
                  <a:lnTo>
                    <a:pt x="34077" y="182563"/>
                  </a:lnTo>
                  <a:lnTo>
                    <a:pt x="31700" y="182563"/>
                  </a:lnTo>
                  <a:lnTo>
                    <a:pt x="28530" y="182563"/>
                  </a:lnTo>
                  <a:lnTo>
                    <a:pt x="25360" y="182563"/>
                  </a:lnTo>
                  <a:lnTo>
                    <a:pt x="23775" y="182563"/>
                  </a:lnTo>
                  <a:lnTo>
                    <a:pt x="17435" y="182563"/>
                  </a:lnTo>
                  <a:lnTo>
                    <a:pt x="13472" y="182563"/>
                  </a:lnTo>
                  <a:lnTo>
                    <a:pt x="8717" y="182563"/>
                  </a:lnTo>
                  <a:lnTo>
                    <a:pt x="7132" y="182563"/>
                  </a:lnTo>
                  <a:lnTo>
                    <a:pt x="1585" y="182563"/>
                  </a:lnTo>
                  <a:lnTo>
                    <a:pt x="0" y="180978"/>
                  </a:lnTo>
                  <a:lnTo>
                    <a:pt x="0" y="179388"/>
                  </a:lnTo>
                  <a:lnTo>
                    <a:pt x="2377" y="177800"/>
                  </a:lnTo>
                  <a:lnTo>
                    <a:pt x="5547" y="176213"/>
                  </a:lnTo>
                  <a:lnTo>
                    <a:pt x="8717" y="176213"/>
                  </a:lnTo>
                  <a:lnTo>
                    <a:pt x="11887" y="174625"/>
                  </a:lnTo>
                  <a:lnTo>
                    <a:pt x="16642" y="174625"/>
                  </a:lnTo>
                  <a:lnTo>
                    <a:pt x="19020" y="173038"/>
                  </a:lnTo>
                  <a:lnTo>
                    <a:pt x="25360" y="173038"/>
                  </a:lnTo>
                  <a:lnTo>
                    <a:pt x="30115" y="171450"/>
                  </a:lnTo>
                  <a:lnTo>
                    <a:pt x="35662" y="169863"/>
                  </a:lnTo>
                  <a:lnTo>
                    <a:pt x="38832" y="169863"/>
                  </a:lnTo>
                  <a:lnTo>
                    <a:pt x="42002" y="169069"/>
                  </a:lnTo>
                  <a:lnTo>
                    <a:pt x="46757" y="169069"/>
                  </a:lnTo>
                  <a:lnTo>
                    <a:pt x="49135" y="169069"/>
                  </a:lnTo>
                  <a:lnTo>
                    <a:pt x="52305" y="169069"/>
                  </a:lnTo>
                  <a:lnTo>
                    <a:pt x="55475" y="167481"/>
                  </a:lnTo>
                  <a:lnTo>
                    <a:pt x="60230" y="167481"/>
                  </a:lnTo>
                  <a:lnTo>
                    <a:pt x="63400" y="167481"/>
                  </a:lnTo>
                  <a:lnTo>
                    <a:pt x="65777" y="165894"/>
                  </a:lnTo>
                  <a:lnTo>
                    <a:pt x="70532" y="165894"/>
                  </a:lnTo>
                  <a:lnTo>
                    <a:pt x="73702" y="164306"/>
                  </a:lnTo>
                  <a:lnTo>
                    <a:pt x="78457" y="164306"/>
                  </a:lnTo>
                  <a:lnTo>
                    <a:pt x="80835" y="164306"/>
                  </a:lnTo>
                  <a:lnTo>
                    <a:pt x="85590" y="162719"/>
                  </a:lnTo>
                  <a:lnTo>
                    <a:pt x="88760" y="162719"/>
                  </a:lnTo>
                  <a:lnTo>
                    <a:pt x="93515" y="162719"/>
                  </a:lnTo>
                  <a:lnTo>
                    <a:pt x="97477" y="162719"/>
                  </a:lnTo>
                  <a:lnTo>
                    <a:pt x="102233" y="161131"/>
                  </a:lnTo>
                  <a:lnTo>
                    <a:pt x="105403" y="161131"/>
                  </a:lnTo>
                  <a:lnTo>
                    <a:pt x="109365" y="161131"/>
                  </a:lnTo>
                  <a:lnTo>
                    <a:pt x="114120" y="161131"/>
                  </a:lnTo>
                  <a:lnTo>
                    <a:pt x="118875" y="159544"/>
                  </a:lnTo>
                  <a:lnTo>
                    <a:pt x="123630" y="159544"/>
                  </a:lnTo>
                  <a:lnTo>
                    <a:pt x="127593" y="159544"/>
                  </a:lnTo>
                  <a:lnTo>
                    <a:pt x="130763" y="157956"/>
                  </a:lnTo>
                  <a:lnTo>
                    <a:pt x="135518" y="157956"/>
                  </a:lnTo>
                  <a:lnTo>
                    <a:pt x="139480" y="157956"/>
                  </a:lnTo>
                  <a:lnTo>
                    <a:pt x="144235" y="157956"/>
                  </a:lnTo>
                  <a:lnTo>
                    <a:pt x="148990" y="156369"/>
                  </a:lnTo>
                  <a:lnTo>
                    <a:pt x="153745" y="156369"/>
                  </a:lnTo>
                  <a:lnTo>
                    <a:pt x="156123" y="156369"/>
                  </a:lnTo>
                  <a:lnTo>
                    <a:pt x="162463" y="156369"/>
                  </a:lnTo>
                  <a:lnTo>
                    <a:pt x="165633" y="154781"/>
                  </a:lnTo>
                  <a:lnTo>
                    <a:pt x="169595" y="154781"/>
                  </a:lnTo>
                  <a:lnTo>
                    <a:pt x="174350" y="154781"/>
                  </a:lnTo>
                  <a:lnTo>
                    <a:pt x="179105" y="154781"/>
                  </a:lnTo>
                  <a:lnTo>
                    <a:pt x="183860" y="153194"/>
                  </a:lnTo>
                  <a:lnTo>
                    <a:pt x="187823" y="153194"/>
                  </a:lnTo>
                  <a:lnTo>
                    <a:pt x="190993" y="153194"/>
                  </a:lnTo>
                  <a:lnTo>
                    <a:pt x="197333" y="153194"/>
                  </a:lnTo>
                  <a:lnTo>
                    <a:pt x="200503" y="152400"/>
                  </a:lnTo>
                  <a:lnTo>
                    <a:pt x="204466" y="152400"/>
                  </a:lnTo>
                  <a:lnTo>
                    <a:pt x="207636" y="150813"/>
                  </a:lnTo>
                  <a:lnTo>
                    <a:pt x="212391" y="150813"/>
                  </a:lnTo>
                  <a:lnTo>
                    <a:pt x="215561" y="149225"/>
                  </a:lnTo>
                  <a:lnTo>
                    <a:pt x="219523" y="149225"/>
                  </a:lnTo>
                  <a:lnTo>
                    <a:pt x="222693" y="147638"/>
                  </a:lnTo>
                  <a:lnTo>
                    <a:pt x="227448" y="147638"/>
                  </a:lnTo>
                  <a:lnTo>
                    <a:pt x="230618" y="146050"/>
                  </a:lnTo>
                  <a:lnTo>
                    <a:pt x="234581" y="146050"/>
                  </a:lnTo>
                  <a:lnTo>
                    <a:pt x="237751" y="144463"/>
                  </a:lnTo>
                  <a:lnTo>
                    <a:pt x="242506" y="144463"/>
                  </a:lnTo>
                  <a:lnTo>
                    <a:pt x="245676" y="142875"/>
                  </a:lnTo>
                  <a:lnTo>
                    <a:pt x="249638" y="142875"/>
                  </a:lnTo>
                  <a:lnTo>
                    <a:pt x="252808" y="141288"/>
                  </a:lnTo>
                  <a:lnTo>
                    <a:pt x="257563" y="141288"/>
                  </a:lnTo>
                  <a:lnTo>
                    <a:pt x="260731" y="139700"/>
                  </a:lnTo>
                  <a:lnTo>
                    <a:pt x="263111" y="138113"/>
                  </a:lnTo>
                  <a:lnTo>
                    <a:pt x="266281" y="137319"/>
                  </a:lnTo>
                  <a:lnTo>
                    <a:pt x="271036" y="137319"/>
                  </a:lnTo>
                  <a:lnTo>
                    <a:pt x="274206" y="135731"/>
                  </a:lnTo>
                  <a:lnTo>
                    <a:pt x="276583" y="134144"/>
                  </a:lnTo>
                  <a:lnTo>
                    <a:pt x="279753" y="132556"/>
                  </a:lnTo>
                  <a:lnTo>
                    <a:pt x="284508" y="132556"/>
                  </a:lnTo>
                  <a:lnTo>
                    <a:pt x="286093" y="130971"/>
                  </a:lnTo>
                  <a:lnTo>
                    <a:pt x="290848" y="129381"/>
                  </a:lnTo>
                  <a:lnTo>
                    <a:pt x="293226" y="127794"/>
                  </a:lnTo>
                  <a:lnTo>
                    <a:pt x="296396" y="127794"/>
                  </a:lnTo>
                  <a:lnTo>
                    <a:pt x="299566" y="126206"/>
                  </a:lnTo>
                  <a:lnTo>
                    <a:pt x="302736" y="124619"/>
                  </a:lnTo>
                  <a:lnTo>
                    <a:pt x="307491" y="123031"/>
                  </a:lnTo>
                  <a:lnTo>
                    <a:pt x="309869" y="123031"/>
                  </a:lnTo>
                  <a:lnTo>
                    <a:pt x="314624" y="120650"/>
                  </a:lnTo>
                  <a:lnTo>
                    <a:pt x="320964" y="117475"/>
                  </a:lnTo>
                  <a:lnTo>
                    <a:pt x="326511" y="114300"/>
                  </a:lnTo>
                  <a:lnTo>
                    <a:pt x="332851" y="111125"/>
                  </a:lnTo>
                  <a:lnTo>
                    <a:pt x="337606" y="107950"/>
                  </a:lnTo>
                  <a:lnTo>
                    <a:pt x="343154" y="107156"/>
                  </a:lnTo>
                  <a:lnTo>
                    <a:pt x="349494" y="103981"/>
                  </a:lnTo>
                  <a:lnTo>
                    <a:pt x="355041" y="100806"/>
                  </a:lnTo>
                  <a:lnTo>
                    <a:pt x="359796" y="97631"/>
                  </a:lnTo>
                  <a:lnTo>
                    <a:pt x="364551" y="96044"/>
                  </a:lnTo>
                  <a:lnTo>
                    <a:pt x="368514" y="92081"/>
                  </a:lnTo>
                  <a:lnTo>
                    <a:pt x="374854" y="90488"/>
                  </a:lnTo>
                  <a:lnTo>
                    <a:pt x="379609" y="87313"/>
                  </a:lnTo>
                  <a:lnTo>
                    <a:pt x="383571" y="85725"/>
                  </a:lnTo>
                  <a:lnTo>
                    <a:pt x="388326" y="82550"/>
                  </a:lnTo>
                  <a:lnTo>
                    <a:pt x="393081" y="80963"/>
                  </a:lnTo>
                  <a:lnTo>
                    <a:pt x="397836" y="77788"/>
                  </a:lnTo>
                  <a:lnTo>
                    <a:pt x="401799" y="75406"/>
                  </a:lnTo>
                  <a:lnTo>
                    <a:pt x="404969" y="72236"/>
                  </a:lnTo>
                  <a:lnTo>
                    <a:pt x="409724" y="69056"/>
                  </a:lnTo>
                  <a:lnTo>
                    <a:pt x="414479" y="65881"/>
                  </a:lnTo>
                  <a:lnTo>
                    <a:pt x="418442" y="62706"/>
                  </a:lnTo>
                  <a:lnTo>
                    <a:pt x="421612" y="58738"/>
                  </a:lnTo>
                  <a:lnTo>
                    <a:pt x="426367" y="57150"/>
                  </a:lnTo>
                  <a:lnTo>
                    <a:pt x="430329" y="52388"/>
                  </a:lnTo>
                  <a:lnTo>
                    <a:pt x="433499" y="49218"/>
                  </a:lnTo>
                  <a:lnTo>
                    <a:pt x="438254" y="46831"/>
                  </a:lnTo>
                  <a:lnTo>
                    <a:pt x="443009" y="42076"/>
                  </a:lnTo>
                  <a:lnTo>
                    <a:pt x="445387" y="38894"/>
                  </a:lnTo>
                  <a:lnTo>
                    <a:pt x="448557" y="35724"/>
                  </a:lnTo>
                  <a:lnTo>
                    <a:pt x="453312" y="32544"/>
                  </a:lnTo>
                  <a:lnTo>
                    <a:pt x="456482" y="30163"/>
                  </a:lnTo>
                  <a:lnTo>
                    <a:pt x="459652" y="26993"/>
                  </a:lnTo>
                  <a:lnTo>
                    <a:pt x="462029" y="23813"/>
                  </a:lnTo>
                  <a:lnTo>
                    <a:pt x="465199" y="20643"/>
                  </a:lnTo>
                  <a:lnTo>
                    <a:pt x="468369" y="17473"/>
                  </a:lnTo>
                  <a:lnTo>
                    <a:pt x="474709" y="11906"/>
                  </a:lnTo>
                  <a:lnTo>
                    <a:pt x="478672" y="8731"/>
                  </a:lnTo>
                  <a:lnTo>
                    <a:pt x="483427" y="3976"/>
                  </a:lnTo>
                  <a:lnTo>
                    <a:pt x="486597" y="1588"/>
                  </a:lnTo>
                  <a:lnTo>
                    <a:pt x="490559" y="0"/>
                  </a:lnTo>
                  <a:lnTo>
                    <a:pt x="493729" y="1588"/>
                  </a:lnTo>
                  <a:lnTo>
                    <a:pt x="495314" y="1588"/>
                  </a:lnTo>
                  <a:lnTo>
                    <a:pt x="496899" y="3969"/>
                  </a:lnTo>
                  <a:lnTo>
                    <a:pt x="498484" y="7144"/>
                  </a:lnTo>
                  <a:lnTo>
                    <a:pt x="501654" y="13494"/>
                  </a:lnTo>
                  <a:lnTo>
                    <a:pt x="501654" y="15081"/>
                  </a:lnTo>
                  <a:lnTo>
                    <a:pt x="501654" y="17463"/>
                  </a:lnTo>
                  <a:lnTo>
                    <a:pt x="501654" y="22225"/>
                  </a:lnTo>
                  <a:lnTo>
                    <a:pt x="503239" y="25400"/>
                  </a:lnTo>
                  <a:lnTo>
                    <a:pt x="503239" y="28575"/>
                  </a:lnTo>
                  <a:lnTo>
                    <a:pt x="503239" y="32544"/>
                  </a:lnTo>
                  <a:lnTo>
                    <a:pt x="503239" y="37306"/>
                  </a:lnTo>
                  <a:lnTo>
                    <a:pt x="504825" y="42069"/>
                  </a:lnTo>
                  <a:lnTo>
                    <a:pt x="503239" y="46831"/>
                  </a:lnTo>
                  <a:lnTo>
                    <a:pt x="503239" y="50800"/>
                  </a:lnTo>
                  <a:lnTo>
                    <a:pt x="503239" y="53975"/>
                  </a:lnTo>
                  <a:lnTo>
                    <a:pt x="503239" y="58738"/>
                  </a:lnTo>
                  <a:lnTo>
                    <a:pt x="503239" y="62706"/>
                  </a:lnTo>
                  <a:lnTo>
                    <a:pt x="503239" y="67469"/>
                  </a:lnTo>
                  <a:lnTo>
                    <a:pt x="501654" y="72231"/>
                  </a:lnTo>
                  <a:lnTo>
                    <a:pt x="501654" y="76994"/>
                  </a:lnTo>
                  <a:lnTo>
                    <a:pt x="501654" y="80963"/>
                  </a:lnTo>
                  <a:lnTo>
                    <a:pt x="500069" y="84138"/>
                  </a:lnTo>
                  <a:lnTo>
                    <a:pt x="500069" y="88900"/>
                  </a:lnTo>
                  <a:lnTo>
                    <a:pt x="498484" y="92869"/>
                  </a:lnTo>
                  <a:lnTo>
                    <a:pt x="498484" y="96044"/>
                  </a:lnTo>
                  <a:lnTo>
                    <a:pt x="496899" y="99219"/>
                  </a:lnTo>
                  <a:lnTo>
                    <a:pt x="496899" y="103981"/>
                  </a:lnTo>
                  <a:lnTo>
                    <a:pt x="495314" y="107156"/>
                  </a:lnTo>
                  <a:close/>
                </a:path>
              </a:pathLst>
            </a:custGeom>
            <a:solidFill>
              <a:schemeClr val="bg1"/>
            </a:solidFill>
            <a:ln>
              <a:noFill/>
            </a:ln>
            <a:effectLst/>
          </p:spPr>
          <p:txBody>
            <a:bodyPr vert="horz" wrap="square" lIns="0" tIns="0" rIns="3810" bIns="1905" numCol="1" spcCol="215900" anchor="t"/>
            <a:lstStyle/>
            <a:p>
              <a:pPr/>
              <a:endParaRPr lang="en-us" cap="none"/>
            </a:p>
          </p:txBody>
        </p:sp>
        <p:sp>
          <p:nvSpPr>
            <p:cNvPr id="10" name="Freeform 60"/>
            <p:cNvSpPr>
              <a:extLst>
                <a:ext uri="smNativeData">
                  <pr:smNativeData xmlns:pr="smNativeData" xmlns="smNativeData" val="SMDATA_15_VcZhaRMAAAAlAAAACwAAAA0AAAAAAAAAAAAAAAAFAAAAAwAAAAAAAAAAAAAAAAAAAAEAAABQAAAAAAAAAAAA4D8AAAAAAADg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Is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xR0AAEEUAAB5IAAA5RUAAAAAAAAmAAAACAAAAP//////////"/>
                </a:ext>
              </a:extLst>
            </p:cNvSpPr>
            <p:nvPr/>
          </p:nvSpPr>
          <p:spPr>
            <a:xfrm>
              <a:off x="4839335" y="3292475"/>
              <a:ext cx="439420" cy="266700"/>
            </a:xfrm>
            <a:custGeom>
              <a:avLst/>
              <a:gdLst/>
              <a:ahLst/>
              <a:cxnLst/>
              <a:rect l="0" t="0" r="439420" b="266700"/>
              <a:pathLst>
                <a:path w="439420" h="266700">
                  <a:moveTo>
                    <a:pt x="205804" y="0"/>
                  </a:moveTo>
                  <a:lnTo>
                    <a:pt x="204215" y="0"/>
                  </a:lnTo>
                  <a:lnTo>
                    <a:pt x="199447" y="0"/>
                  </a:lnTo>
                  <a:lnTo>
                    <a:pt x="196269" y="0"/>
                  </a:lnTo>
                  <a:lnTo>
                    <a:pt x="193885" y="0"/>
                  </a:lnTo>
                  <a:lnTo>
                    <a:pt x="189117" y="0"/>
                  </a:lnTo>
                  <a:lnTo>
                    <a:pt x="184350" y="1583"/>
                  </a:lnTo>
                  <a:lnTo>
                    <a:pt x="178788" y="1583"/>
                  </a:lnTo>
                  <a:lnTo>
                    <a:pt x="172431" y="1583"/>
                  </a:lnTo>
                  <a:lnTo>
                    <a:pt x="169252" y="1583"/>
                  </a:lnTo>
                  <a:lnTo>
                    <a:pt x="167663" y="1583"/>
                  </a:lnTo>
                  <a:lnTo>
                    <a:pt x="163690" y="3166"/>
                  </a:lnTo>
                  <a:lnTo>
                    <a:pt x="162101" y="3166"/>
                  </a:lnTo>
                  <a:lnTo>
                    <a:pt x="157333" y="3166"/>
                  </a:lnTo>
                  <a:lnTo>
                    <a:pt x="154155" y="3166"/>
                  </a:lnTo>
                  <a:lnTo>
                    <a:pt x="150976" y="4748"/>
                  </a:lnTo>
                  <a:lnTo>
                    <a:pt x="147003" y="4748"/>
                  </a:lnTo>
                  <a:lnTo>
                    <a:pt x="143825" y="4748"/>
                  </a:lnTo>
                  <a:lnTo>
                    <a:pt x="140646" y="6331"/>
                  </a:lnTo>
                  <a:lnTo>
                    <a:pt x="137468" y="7914"/>
                  </a:lnTo>
                  <a:lnTo>
                    <a:pt x="133495" y="7914"/>
                  </a:lnTo>
                  <a:lnTo>
                    <a:pt x="128727" y="7914"/>
                  </a:lnTo>
                  <a:lnTo>
                    <a:pt x="125549" y="9497"/>
                  </a:lnTo>
                  <a:lnTo>
                    <a:pt x="120781" y="9497"/>
                  </a:lnTo>
                  <a:lnTo>
                    <a:pt x="118397" y="10288"/>
                  </a:lnTo>
                  <a:lnTo>
                    <a:pt x="115219" y="10288"/>
                  </a:lnTo>
                  <a:lnTo>
                    <a:pt x="110451" y="11871"/>
                  </a:lnTo>
                  <a:lnTo>
                    <a:pt x="105683" y="11871"/>
                  </a:lnTo>
                  <a:lnTo>
                    <a:pt x="102505" y="13454"/>
                  </a:lnTo>
                  <a:lnTo>
                    <a:pt x="100121" y="15036"/>
                  </a:lnTo>
                  <a:lnTo>
                    <a:pt x="95353" y="15036"/>
                  </a:lnTo>
                  <a:lnTo>
                    <a:pt x="92175" y="16619"/>
                  </a:lnTo>
                  <a:lnTo>
                    <a:pt x="88996" y="18202"/>
                  </a:lnTo>
                  <a:lnTo>
                    <a:pt x="85023" y="19785"/>
                  </a:lnTo>
                  <a:lnTo>
                    <a:pt x="81845" y="21368"/>
                  </a:lnTo>
                  <a:lnTo>
                    <a:pt x="78667" y="22950"/>
                  </a:lnTo>
                  <a:lnTo>
                    <a:pt x="75488" y="24533"/>
                  </a:lnTo>
                  <a:lnTo>
                    <a:pt x="72310" y="25325"/>
                  </a:lnTo>
                  <a:lnTo>
                    <a:pt x="68337" y="26907"/>
                  </a:lnTo>
                  <a:lnTo>
                    <a:pt x="65158" y="26907"/>
                  </a:lnTo>
                  <a:lnTo>
                    <a:pt x="61980" y="28490"/>
                  </a:lnTo>
                  <a:lnTo>
                    <a:pt x="56417" y="33239"/>
                  </a:lnTo>
                  <a:lnTo>
                    <a:pt x="50061" y="36404"/>
                  </a:lnTo>
                  <a:lnTo>
                    <a:pt x="45293" y="39570"/>
                  </a:lnTo>
                  <a:lnTo>
                    <a:pt x="41320" y="43543"/>
                  </a:lnTo>
                  <a:lnTo>
                    <a:pt x="36552" y="48311"/>
                  </a:lnTo>
                  <a:lnTo>
                    <a:pt x="33374" y="53023"/>
                  </a:lnTo>
                  <a:lnTo>
                    <a:pt x="28606" y="56980"/>
                  </a:lnTo>
                  <a:lnTo>
                    <a:pt x="26222" y="61729"/>
                  </a:lnTo>
                  <a:lnTo>
                    <a:pt x="23044" y="66477"/>
                  </a:lnTo>
                  <a:lnTo>
                    <a:pt x="19865" y="70434"/>
                  </a:lnTo>
                  <a:lnTo>
                    <a:pt x="16687" y="75182"/>
                  </a:lnTo>
                  <a:lnTo>
                    <a:pt x="15098" y="79931"/>
                  </a:lnTo>
                  <a:lnTo>
                    <a:pt x="11919" y="84679"/>
                  </a:lnTo>
                  <a:lnTo>
                    <a:pt x="11125" y="88636"/>
                  </a:lnTo>
                  <a:lnTo>
                    <a:pt x="9535" y="91802"/>
                  </a:lnTo>
                  <a:lnTo>
                    <a:pt x="6357" y="96550"/>
                  </a:lnTo>
                  <a:lnTo>
                    <a:pt x="4768" y="100507"/>
                  </a:lnTo>
                  <a:lnTo>
                    <a:pt x="4768" y="105255"/>
                  </a:lnTo>
                  <a:lnTo>
                    <a:pt x="3178" y="108421"/>
                  </a:lnTo>
                  <a:lnTo>
                    <a:pt x="1589" y="113169"/>
                  </a:lnTo>
                  <a:lnTo>
                    <a:pt x="1589" y="117126"/>
                  </a:lnTo>
                  <a:lnTo>
                    <a:pt x="1589" y="121875"/>
                  </a:lnTo>
                  <a:lnTo>
                    <a:pt x="0" y="125040"/>
                  </a:lnTo>
                  <a:lnTo>
                    <a:pt x="0" y="129789"/>
                  </a:lnTo>
                  <a:lnTo>
                    <a:pt x="0" y="132163"/>
                  </a:lnTo>
                  <a:lnTo>
                    <a:pt x="0" y="136911"/>
                  </a:lnTo>
                  <a:lnTo>
                    <a:pt x="0" y="140077"/>
                  </a:lnTo>
                  <a:lnTo>
                    <a:pt x="1589" y="144825"/>
                  </a:lnTo>
                  <a:lnTo>
                    <a:pt x="3178" y="147199"/>
                  </a:lnTo>
                  <a:lnTo>
                    <a:pt x="4768" y="151948"/>
                  </a:lnTo>
                  <a:lnTo>
                    <a:pt x="4768" y="155113"/>
                  </a:lnTo>
                  <a:lnTo>
                    <a:pt x="6357" y="159862"/>
                  </a:lnTo>
                  <a:lnTo>
                    <a:pt x="7946" y="162236"/>
                  </a:lnTo>
                  <a:lnTo>
                    <a:pt x="9535" y="166984"/>
                  </a:lnTo>
                  <a:lnTo>
                    <a:pt x="11125" y="170150"/>
                  </a:lnTo>
                  <a:lnTo>
                    <a:pt x="13508" y="174898"/>
                  </a:lnTo>
                  <a:lnTo>
                    <a:pt x="15098" y="177272"/>
                  </a:lnTo>
                  <a:lnTo>
                    <a:pt x="18276" y="182021"/>
                  </a:lnTo>
                  <a:lnTo>
                    <a:pt x="21455" y="185200"/>
                  </a:lnTo>
                  <a:lnTo>
                    <a:pt x="23044" y="188352"/>
                  </a:lnTo>
                  <a:lnTo>
                    <a:pt x="26222" y="191530"/>
                  </a:lnTo>
                  <a:lnTo>
                    <a:pt x="28606" y="195474"/>
                  </a:lnTo>
                  <a:lnTo>
                    <a:pt x="31784" y="197057"/>
                  </a:lnTo>
                  <a:lnTo>
                    <a:pt x="34963" y="201806"/>
                  </a:lnTo>
                  <a:lnTo>
                    <a:pt x="39731" y="203388"/>
                  </a:lnTo>
                  <a:lnTo>
                    <a:pt x="42114" y="207345"/>
                  </a:lnTo>
                  <a:lnTo>
                    <a:pt x="45293" y="208928"/>
                  </a:lnTo>
                  <a:lnTo>
                    <a:pt x="50061" y="212094"/>
                  </a:lnTo>
                  <a:lnTo>
                    <a:pt x="53239" y="215272"/>
                  </a:lnTo>
                  <a:lnTo>
                    <a:pt x="57212" y="218425"/>
                  </a:lnTo>
                  <a:lnTo>
                    <a:pt x="60390" y="220008"/>
                  </a:lnTo>
                  <a:lnTo>
                    <a:pt x="65158" y="222382"/>
                  </a:lnTo>
                  <a:lnTo>
                    <a:pt x="68337" y="225561"/>
                  </a:lnTo>
                  <a:lnTo>
                    <a:pt x="73899" y="227130"/>
                  </a:lnTo>
                  <a:lnTo>
                    <a:pt x="77077" y="230308"/>
                  </a:lnTo>
                  <a:lnTo>
                    <a:pt x="81845" y="231879"/>
                  </a:lnTo>
                  <a:lnTo>
                    <a:pt x="86613" y="235044"/>
                  </a:lnTo>
                  <a:lnTo>
                    <a:pt x="90586" y="236627"/>
                  </a:lnTo>
                  <a:lnTo>
                    <a:pt x="95353" y="237418"/>
                  </a:lnTo>
                  <a:lnTo>
                    <a:pt x="100121" y="240584"/>
                  </a:lnTo>
                  <a:lnTo>
                    <a:pt x="105683" y="242167"/>
                  </a:lnTo>
                  <a:lnTo>
                    <a:pt x="110451" y="245332"/>
                  </a:lnTo>
                  <a:lnTo>
                    <a:pt x="115219" y="246915"/>
                  </a:lnTo>
                  <a:lnTo>
                    <a:pt x="120781" y="248498"/>
                  </a:lnTo>
                  <a:lnTo>
                    <a:pt x="125549" y="250081"/>
                  </a:lnTo>
                  <a:lnTo>
                    <a:pt x="130316" y="252455"/>
                  </a:lnTo>
                  <a:lnTo>
                    <a:pt x="134289" y="254038"/>
                  </a:lnTo>
                  <a:lnTo>
                    <a:pt x="140646" y="255620"/>
                  </a:lnTo>
                  <a:lnTo>
                    <a:pt x="147003" y="257203"/>
                  </a:lnTo>
                  <a:lnTo>
                    <a:pt x="152565" y="258786"/>
                  </a:lnTo>
                  <a:lnTo>
                    <a:pt x="157333" y="260369"/>
                  </a:lnTo>
                  <a:lnTo>
                    <a:pt x="163690" y="261952"/>
                  </a:lnTo>
                  <a:lnTo>
                    <a:pt x="166074" y="261952"/>
                  </a:lnTo>
                  <a:lnTo>
                    <a:pt x="169252" y="261952"/>
                  </a:lnTo>
                  <a:lnTo>
                    <a:pt x="172431" y="261952"/>
                  </a:lnTo>
                  <a:lnTo>
                    <a:pt x="175609" y="263534"/>
                  </a:lnTo>
                  <a:lnTo>
                    <a:pt x="178788" y="263534"/>
                  </a:lnTo>
                  <a:lnTo>
                    <a:pt x="181171" y="265117"/>
                  </a:lnTo>
                  <a:lnTo>
                    <a:pt x="184350" y="265117"/>
                  </a:lnTo>
                  <a:lnTo>
                    <a:pt x="187528" y="265117"/>
                  </a:lnTo>
                  <a:lnTo>
                    <a:pt x="190707" y="265117"/>
                  </a:lnTo>
                  <a:lnTo>
                    <a:pt x="193885" y="265117"/>
                  </a:lnTo>
                  <a:lnTo>
                    <a:pt x="196269" y="266700"/>
                  </a:lnTo>
                  <a:lnTo>
                    <a:pt x="199447" y="266700"/>
                  </a:lnTo>
                  <a:lnTo>
                    <a:pt x="202626" y="266700"/>
                  </a:lnTo>
                  <a:lnTo>
                    <a:pt x="205804" y="266700"/>
                  </a:lnTo>
                  <a:lnTo>
                    <a:pt x="208983" y="266700"/>
                  </a:lnTo>
                  <a:lnTo>
                    <a:pt x="211367" y="266700"/>
                  </a:lnTo>
                  <a:lnTo>
                    <a:pt x="214545" y="266700"/>
                  </a:lnTo>
                  <a:lnTo>
                    <a:pt x="217723" y="266700"/>
                  </a:lnTo>
                  <a:lnTo>
                    <a:pt x="222491" y="266700"/>
                  </a:lnTo>
                  <a:lnTo>
                    <a:pt x="224875" y="266700"/>
                  </a:lnTo>
                  <a:lnTo>
                    <a:pt x="228053" y="266700"/>
                  </a:lnTo>
                  <a:lnTo>
                    <a:pt x="231232" y="266700"/>
                  </a:lnTo>
                  <a:lnTo>
                    <a:pt x="234410" y="266700"/>
                  </a:lnTo>
                  <a:lnTo>
                    <a:pt x="237589" y="266700"/>
                  </a:lnTo>
                  <a:lnTo>
                    <a:pt x="240767" y="266700"/>
                  </a:lnTo>
                  <a:lnTo>
                    <a:pt x="243151" y="266700"/>
                  </a:lnTo>
                  <a:lnTo>
                    <a:pt x="246329" y="266700"/>
                  </a:lnTo>
                  <a:lnTo>
                    <a:pt x="251097" y="266700"/>
                  </a:lnTo>
                  <a:lnTo>
                    <a:pt x="255865" y="265117"/>
                  </a:lnTo>
                  <a:lnTo>
                    <a:pt x="261427" y="265117"/>
                  </a:lnTo>
                  <a:lnTo>
                    <a:pt x="264606" y="265117"/>
                  </a:lnTo>
                  <a:lnTo>
                    <a:pt x="267784" y="265117"/>
                  </a:lnTo>
                  <a:lnTo>
                    <a:pt x="270962" y="265117"/>
                  </a:lnTo>
                  <a:lnTo>
                    <a:pt x="273346" y="265117"/>
                  </a:lnTo>
                  <a:lnTo>
                    <a:pt x="279703" y="263534"/>
                  </a:lnTo>
                  <a:lnTo>
                    <a:pt x="286060" y="261952"/>
                  </a:lnTo>
                  <a:lnTo>
                    <a:pt x="290033" y="261952"/>
                  </a:lnTo>
                  <a:lnTo>
                    <a:pt x="296390" y="260369"/>
                  </a:lnTo>
                  <a:lnTo>
                    <a:pt x="301158" y="258786"/>
                  </a:lnTo>
                  <a:lnTo>
                    <a:pt x="306720" y="258786"/>
                  </a:lnTo>
                  <a:lnTo>
                    <a:pt x="311488" y="257203"/>
                  </a:lnTo>
                  <a:lnTo>
                    <a:pt x="317050" y="257203"/>
                  </a:lnTo>
                  <a:lnTo>
                    <a:pt x="321818" y="254038"/>
                  </a:lnTo>
                  <a:lnTo>
                    <a:pt x="326585" y="254038"/>
                  </a:lnTo>
                  <a:lnTo>
                    <a:pt x="331353" y="252455"/>
                  </a:lnTo>
                  <a:lnTo>
                    <a:pt x="335326" y="252455"/>
                  </a:lnTo>
                  <a:lnTo>
                    <a:pt x="338504" y="250081"/>
                  </a:lnTo>
                  <a:lnTo>
                    <a:pt x="341683" y="248498"/>
                  </a:lnTo>
                  <a:lnTo>
                    <a:pt x="346450" y="246915"/>
                  </a:lnTo>
                  <a:lnTo>
                    <a:pt x="348834" y="245332"/>
                  </a:lnTo>
                  <a:lnTo>
                    <a:pt x="353602" y="242167"/>
                  </a:lnTo>
                  <a:lnTo>
                    <a:pt x="356780" y="240584"/>
                  </a:lnTo>
                  <a:lnTo>
                    <a:pt x="359959" y="237405"/>
                  </a:lnTo>
                  <a:lnTo>
                    <a:pt x="363137" y="236627"/>
                  </a:lnTo>
                  <a:lnTo>
                    <a:pt x="365521" y="235044"/>
                  </a:lnTo>
                  <a:lnTo>
                    <a:pt x="368700" y="231865"/>
                  </a:lnTo>
                  <a:lnTo>
                    <a:pt x="371878" y="228687"/>
                  </a:lnTo>
                  <a:lnTo>
                    <a:pt x="375056" y="227130"/>
                  </a:lnTo>
                  <a:lnTo>
                    <a:pt x="380619" y="222382"/>
                  </a:lnTo>
                  <a:lnTo>
                    <a:pt x="386976" y="216842"/>
                  </a:lnTo>
                  <a:lnTo>
                    <a:pt x="391743" y="210511"/>
                  </a:lnTo>
                  <a:lnTo>
                    <a:pt x="395716" y="206538"/>
                  </a:lnTo>
                  <a:lnTo>
                    <a:pt x="400484" y="200223"/>
                  </a:lnTo>
                  <a:lnTo>
                    <a:pt x="405252" y="193892"/>
                  </a:lnTo>
                  <a:lnTo>
                    <a:pt x="406841" y="191518"/>
                  </a:lnTo>
                  <a:lnTo>
                    <a:pt x="408430" y="188352"/>
                  </a:lnTo>
                  <a:lnTo>
                    <a:pt x="409225" y="185186"/>
                  </a:lnTo>
                  <a:lnTo>
                    <a:pt x="412403" y="182008"/>
                  </a:lnTo>
                  <a:lnTo>
                    <a:pt x="415582" y="176481"/>
                  </a:lnTo>
                  <a:lnTo>
                    <a:pt x="418760" y="170150"/>
                  </a:lnTo>
                  <a:lnTo>
                    <a:pt x="420349" y="166984"/>
                  </a:lnTo>
                  <a:lnTo>
                    <a:pt x="421939" y="163819"/>
                  </a:lnTo>
                  <a:lnTo>
                    <a:pt x="423528" y="161445"/>
                  </a:lnTo>
                  <a:lnTo>
                    <a:pt x="424322" y="158279"/>
                  </a:lnTo>
                  <a:lnTo>
                    <a:pt x="427501" y="151948"/>
                  </a:lnTo>
                  <a:lnTo>
                    <a:pt x="430679" y="146408"/>
                  </a:lnTo>
                  <a:lnTo>
                    <a:pt x="433858" y="140077"/>
                  </a:lnTo>
                  <a:lnTo>
                    <a:pt x="435447" y="135328"/>
                  </a:lnTo>
                  <a:lnTo>
                    <a:pt x="437036" y="131372"/>
                  </a:lnTo>
                  <a:lnTo>
                    <a:pt x="438625" y="126623"/>
                  </a:lnTo>
                  <a:lnTo>
                    <a:pt x="439420" y="120292"/>
                  </a:lnTo>
                  <a:lnTo>
                    <a:pt x="439420" y="117126"/>
                  </a:lnTo>
                  <a:lnTo>
                    <a:pt x="439420" y="114752"/>
                  </a:lnTo>
                  <a:lnTo>
                    <a:pt x="439420" y="111587"/>
                  </a:lnTo>
                  <a:lnTo>
                    <a:pt x="438625" y="108421"/>
                  </a:lnTo>
                  <a:lnTo>
                    <a:pt x="437036" y="106832"/>
                  </a:lnTo>
                  <a:lnTo>
                    <a:pt x="433858" y="105255"/>
                  </a:lnTo>
                  <a:lnTo>
                    <a:pt x="430679" y="105255"/>
                  </a:lnTo>
                  <a:lnTo>
                    <a:pt x="427501" y="105255"/>
                  </a:lnTo>
                  <a:lnTo>
                    <a:pt x="423528" y="105255"/>
                  </a:lnTo>
                  <a:lnTo>
                    <a:pt x="418760" y="106838"/>
                  </a:lnTo>
                  <a:lnTo>
                    <a:pt x="412403" y="108421"/>
                  </a:lnTo>
                  <a:lnTo>
                    <a:pt x="409225" y="110004"/>
                  </a:lnTo>
                  <a:lnTo>
                    <a:pt x="406841" y="111587"/>
                  </a:lnTo>
                  <a:lnTo>
                    <a:pt x="403662" y="111587"/>
                  </a:lnTo>
                  <a:lnTo>
                    <a:pt x="400484" y="113169"/>
                  </a:lnTo>
                  <a:lnTo>
                    <a:pt x="395716" y="114752"/>
                  </a:lnTo>
                  <a:lnTo>
                    <a:pt x="393333" y="114752"/>
                  </a:lnTo>
                  <a:lnTo>
                    <a:pt x="390154" y="115544"/>
                  </a:lnTo>
                  <a:lnTo>
                    <a:pt x="386976" y="118722"/>
                  </a:lnTo>
                  <a:lnTo>
                    <a:pt x="382208" y="118722"/>
                  </a:lnTo>
                  <a:lnTo>
                    <a:pt x="378235" y="120292"/>
                  </a:lnTo>
                  <a:lnTo>
                    <a:pt x="373467" y="121875"/>
                  </a:lnTo>
                  <a:lnTo>
                    <a:pt x="370289" y="123458"/>
                  </a:lnTo>
                  <a:lnTo>
                    <a:pt x="363932" y="125040"/>
                  </a:lnTo>
                  <a:lnTo>
                    <a:pt x="359959" y="126623"/>
                  </a:lnTo>
                  <a:lnTo>
                    <a:pt x="355191" y="126623"/>
                  </a:lnTo>
                  <a:lnTo>
                    <a:pt x="352013" y="128206"/>
                  </a:lnTo>
                  <a:lnTo>
                    <a:pt x="346450" y="129789"/>
                  </a:lnTo>
                  <a:lnTo>
                    <a:pt x="341683" y="131372"/>
                  </a:lnTo>
                  <a:lnTo>
                    <a:pt x="336915" y="132163"/>
                  </a:lnTo>
                  <a:lnTo>
                    <a:pt x="331353" y="133746"/>
                  </a:lnTo>
                  <a:lnTo>
                    <a:pt x="326585" y="133746"/>
                  </a:lnTo>
                  <a:lnTo>
                    <a:pt x="321818" y="135328"/>
                  </a:lnTo>
                  <a:lnTo>
                    <a:pt x="317050" y="136911"/>
                  </a:lnTo>
                  <a:lnTo>
                    <a:pt x="311488" y="136911"/>
                  </a:lnTo>
                  <a:lnTo>
                    <a:pt x="305131" y="138494"/>
                  </a:lnTo>
                  <a:lnTo>
                    <a:pt x="301158" y="138494"/>
                  </a:lnTo>
                  <a:lnTo>
                    <a:pt x="296390" y="138494"/>
                  </a:lnTo>
                  <a:lnTo>
                    <a:pt x="294801" y="138494"/>
                  </a:lnTo>
                  <a:lnTo>
                    <a:pt x="290033" y="138494"/>
                  </a:lnTo>
                  <a:lnTo>
                    <a:pt x="288444" y="138494"/>
                  </a:lnTo>
                  <a:lnTo>
                    <a:pt x="286060" y="138494"/>
                  </a:lnTo>
                  <a:lnTo>
                    <a:pt x="281292" y="138494"/>
                  </a:lnTo>
                  <a:lnTo>
                    <a:pt x="278114" y="138494"/>
                  </a:lnTo>
                  <a:lnTo>
                    <a:pt x="274935" y="138494"/>
                  </a:lnTo>
                  <a:lnTo>
                    <a:pt x="271757" y="138494"/>
                  </a:lnTo>
                  <a:lnTo>
                    <a:pt x="269373" y="138494"/>
                  </a:lnTo>
                  <a:lnTo>
                    <a:pt x="266195" y="138494"/>
                  </a:lnTo>
                  <a:lnTo>
                    <a:pt x="263016" y="138494"/>
                  </a:lnTo>
                  <a:lnTo>
                    <a:pt x="259838" y="136911"/>
                  </a:lnTo>
                  <a:lnTo>
                    <a:pt x="256659" y="136911"/>
                  </a:lnTo>
                  <a:lnTo>
                    <a:pt x="252686" y="136911"/>
                  </a:lnTo>
                  <a:lnTo>
                    <a:pt x="249508" y="135328"/>
                  </a:lnTo>
                  <a:lnTo>
                    <a:pt x="246329" y="135328"/>
                  </a:lnTo>
                  <a:lnTo>
                    <a:pt x="243151" y="135328"/>
                  </a:lnTo>
                  <a:lnTo>
                    <a:pt x="240767" y="133746"/>
                  </a:lnTo>
                  <a:lnTo>
                    <a:pt x="236000" y="133746"/>
                  </a:lnTo>
                  <a:lnTo>
                    <a:pt x="232821" y="132163"/>
                  </a:lnTo>
                  <a:lnTo>
                    <a:pt x="229643" y="132163"/>
                  </a:lnTo>
                  <a:lnTo>
                    <a:pt x="226464" y="132163"/>
                  </a:lnTo>
                  <a:lnTo>
                    <a:pt x="224080" y="131372"/>
                  </a:lnTo>
                  <a:lnTo>
                    <a:pt x="220902" y="131372"/>
                  </a:lnTo>
                  <a:lnTo>
                    <a:pt x="216134" y="129789"/>
                  </a:lnTo>
                  <a:lnTo>
                    <a:pt x="212956" y="129789"/>
                  </a:lnTo>
                  <a:lnTo>
                    <a:pt x="209777" y="128206"/>
                  </a:lnTo>
                  <a:lnTo>
                    <a:pt x="207394" y="126623"/>
                  </a:lnTo>
                  <a:lnTo>
                    <a:pt x="204215" y="126623"/>
                  </a:lnTo>
                  <a:lnTo>
                    <a:pt x="199447" y="125040"/>
                  </a:lnTo>
                  <a:lnTo>
                    <a:pt x="196269" y="125040"/>
                  </a:lnTo>
                  <a:lnTo>
                    <a:pt x="193885" y="123458"/>
                  </a:lnTo>
                  <a:lnTo>
                    <a:pt x="190707" y="121875"/>
                  </a:lnTo>
                  <a:lnTo>
                    <a:pt x="187528" y="120292"/>
                  </a:lnTo>
                  <a:lnTo>
                    <a:pt x="184350" y="120292"/>
                  </a:lnTo>
                  <a:lnTo>
                    <a:pt x="181171" y="118709"/>
                  </a:lnTo>
                  <a:lnTo>
                    <a:pt x="177198" y="117126"/>
                  </a:lnTo>
                  <a:lnTo>
                    <a:pt x="175609" y="115537"/>
                  </a:lnTo>
                  <a:lnTo>
                    <a:pt x="172431" y="115537"/>
                  </a:lnTo>
                  <a:lnTo>
                    <a:pt x="166074" y="113169"/>
                  </a:lnTo>
                  <a:lnTo>
                    <a:pt x="162101" y="111587"/>
                  </a:lnTo>
                  <a:lnTo>
                    <a:pt x="155744" y="108421"/>
                  </a:lnTo>
                  <a:lnTo>
                    <a:pt x="150976" y="105255"/>
                  </a:lnTo>
                  <a:lnTo>
                    <a:pt x="145414" y="102090"/>
                  </a:lnTo>
                  <a:lnTo>
                    <a:pt x="140646" y="99716"/>
                  </a:lnTo>
                  <a:lnTo>
                    <a:pt x="135879" y="96550"/>
                  </a:lnTo>
                  <a:lnTo>
                    <a:pt x="133495" y="94967"/>
                  </a:lnTo>
                  <a:lnTo>
                    <a:pt x="128727" y="91802"/>
                  </a:lnTo>
                  <a:lnTo>
                    <a:pt x="127138" y="88636"/>
                  </a:lnTo>
                  <a:lnTo>
                    <a:pt x="122370" y="84679"/>
                  </a:lnTo>
                  <a:lnTo>
                    <a:pt x="120781" y="81514"/>
                  </a:lnTo>
                  <a:lnTo>
                    <a:pt x="119192" y="78348"/>
                  </a:lnTo>
                  <a:lnTo>
                    <a:pt x="119192" y="75182"/>
                  </a:lnTo>
                  <a:lnTo>
                    <a:pt x="119192" y="70434"/>
                  </a:lnTo>
                  <a:lnTo>
                    <a:pt x="120781" y="68060"/>
                  </a:lnTo>
                  <a:lnTo>
                    <a:pt x="122370" y="63312"/>
                  </a:lnTo>
                  <a:lnTo>
                    <a:pt x="123959" y="60146"/>
                  </a:lnTo>
                  <a:lnTo>
                    <a:pt x="127138" y="55398"/>
                  </a:lnTo>
                  <a:lnTo>
                    <a:pt x="130316" y="53023"/>
                  </a:lnTo>
                  <a:lnTo>
                    <a:pt x="133495" y="48275"/>
                  </a:lnTo>
                  <a:lnTo>
                    <a:pt x="137468" y="45109"/>
                  </a:lnTo>
                  <a:lnTo>
                    <a:pt x="140646" y="41931"/>
                  </a:lnTo>
                  <a:lnTo>
                    <a:pt x="145414" y="37987"/>
                  </a:lnTo>
                  <a:lnTo>
                    <a:pt x="148592" y="34809"/>
                  </a:lnTo>
                  <a:lnTo>
                    <a:pt x="154155" y="31656"/>
                  </a:lnTo>
                  <a:lnTo>
                    <a:pt x="158922" y="26889"/>
                  </a:lnTo>
                  <a:lnTo>
                    <a:pt x="163690" y="24533"/>
                  </a:lnTo>
                  <a:lnTo>
                    <a:pt x="167663" y="21368"/>
                  </a:lnTo>
                  <a:lnTo>
                    <a:pt x="172431" y="18202"/>
                  </a:lnTo>
                  <a:lnTo>
                    <a:pt x="175609" y="15024"/>
                  </a:lnTo>
                  <a:lnTo>
                    <a:pt x="179582" y="11871"/>
                  </a:lnTo>
                  <a:lnTo>
                    <a:pt x="184350" y="10288"/>
                  </a:lnTo>
                  <a:lnTo>
                    <a:pt x="189117" y="9497"/>
                  </a:lnTo>
                  <a:lnTo>
                    <a:pt x="192296" y="6318"/>
                  </a:lnTo>
                  <a:lnTo>
                    <a:pt x="196269" y="4748"/>
                  </a:lnTo>
                  <a:lnTo>
                    <a:pt x="197858" y="3159"/>
                  </a:lnTo>
                  <a:lnTo>
                    <a:pt x="201037" y="1583"/>
                  </a:lnTo>
                  <a:lnTo>
                    <a:pt x="204215" y="0"/>
                  </a:lnTo>
                  <a:lnTo>
                    <a:pt x="205804" y="0"/>
                  </a:lnTo>
                  <a:close/>
                </a:path>
              </a:pathLst>
            </a:custGeom>
            <a:solidFill>
              <a:schemeClr val="hlink"/>
            </a:solidFill>
            <a:ln w="9525" cap="flat" cmpd="sng" algn="ctr">
              <a:solidFill>
                <a:schemeClr val="tx1"/>
              </a:solidFill>
              <a:prstDash val="solid"/>
              <a:headEnd type="none"/>
              <a:tailEnd type="none"/>
            </a:ln>
            <a:effectLst/>
          </p:spPr>
          <p:txBody>
            <a:bodyPr vert="horz" wrap="square" lIns="0" tIns="0" rIns="3175" bIns="1905" numCol="1" spcCol="215900" anchor="t"/>
            <a:lstStyle/>
            <a:p>
              <a:pPr/>
              <a:endParaRPr lang="en-us" cap="none"/>
            </a:p>
          </p:txBody>
        </p:sp>
        <p:sp>
          <p:nvSpPr>
            <p:cNvPr id="9" name="Freeform 61"/>
            <p:cNvSpPr>
              <a:extLst>
                <a:ext uri="smNativeData">
                  <pr:smNativeData xmlns:pr="smNativeData" xmlns="smNativeData" val="SMDATA_15_VcZhaRMAAAAlAAAACwAAAA0AAAAAAAAAAAAAAAAGAAAAAw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tSMAAFMUAAA8JAAALBUAAAAAAAAmAAAACAAAAP//////////"/>
                </a:ext>
              </a:extLst>
            </p:cNvSpPr>
            <p:nvPr/>
          </p:nvSpPr>
          <p:spPr>
            <a:xfrm>
              <a:off x="5804535" y="3303905"/>
              <a:ext cx="85725" cy="137795"/>
            </a:xfrm>
            <a:custGeom>
              <a:avLst/>
              <a:gdLst/>
              <a:ahLst/>
              <a:cxnLst/>
              <a:rect l="0" t="0" r="85725" b="137795"/>
              <a:pathLst>
                <a:path w="85725" h="137795">
                  <a:moveTo>
                    <a:pt x="0" y="0"/>
                  </a:moveTo>
                  <a:lnTo>
                    <a:pt x="1587" y="1587"/>
                  </a:lnTo>
                  <a:lnTo>
                    <a:pt x="4762" y="3149"/>
                  </a:lnTo>
                  <a:lnTo>
                    <a:pt x="7937" y="4724"/>
                  </a:lnTo>
                  <a:lnTo>
                    <a:pt x="11906" y="6299"/>
                  </a:lnTo>
                  <a:lnTo>
                    <a:pt x="18256" y="11023"/>
                  </a:lnTo>
                  <a:lnTo>
                    <a:pt x="19843" y="12610"/>
                  </a:lnTo>
                  <a:lnTo>
                    <a:pt x="23018" y="14173"/>
                  </a:lnTo>
                  <a:lnTo>
                    <a:pt x="25400" y="14960"/>
                  </a:lnTo>
                  <a:lnTo>
                    <a:pt x="28575" y="18135"/>
                  </a:lnTo>
                  <a:lnTo>
                    <a:pt x="31750" y="19685"/>
                  </a:lnTo>
                  <a:lnTo>
                    <a:pt x="34925" y="21259"/>
                  </a:lnTo>
                  <a:lnTo>
                    <a:pt x="38100" y="22834"/>
                  </a:lnTo>
                  <a:lnTo>
                    <a:pt x="40481" y="25984"/>
                  </a:lnTo>
                  <a:lnTo>
                    <a:pt x="43656" y="27559"/>
                  </a:lnTo>
                  <a:lnTo>
                    <a:pt x="46831" y="29921"/>
                  </a:lnTo>
                  <a:lnTo>
                    <a:pt x="50006" y="31495"/>
                  </a:lnTo>
                  <a:lnTo>
                    <a:pt x="53181" y="34670"/>
                  </a:lnTo>
                  <a:lnTo>
                    <a:pt x="57150" y="39370"/>
                  </a:lnTo>
                  <a:lnTo>
                    <a:pt x="63500" y="44881"/>
                  </a:lnTo>
                  <a:lnTo>
                    <a:pt x="68262" y="49643"/>
                  </a:lnTo>
                  <a:lnTo>
                    <a:pt x="72231" y="54330"/>
                  </a:lnTo>
                  <a:lnTo>
                    <a:pt x="75406" y="59055"/>
                  </a:lnTo>
                  <a:lnTo>
                    <a:pt x="78581" y="62992"/>
                  </a:lnTo>
                  <a:lnTo>
                    <a:pt x="81756" y="69291"/>
                  </a:lnTo>
                  <a:lnTo>
                    <a:pt x="83343" y="74015"/>
                  </a:lnTo>
                  <a:lnTo>
                    <a:pt x="84931" y="79527"/>
                  </a:lnTo>
                  <a:lnTo>
                    <a:pt x="85725" y="84251"/>
                  </a:lnTo>
                  <a:lnTo>
                    <a:pt x="85725" y="88976"/>
                  </a:lnTo>
                  <a:lnTo>
                    <a:pt x="85725" y="94488"/>
                  </a:lnTo>
                  <a:lnTo>
                    <a:pt x="85725" y="99212"/>
                  </a:lnTo>
                  <a:lnTo>
                    <a:pt x="84931" y="103936"/>
                  </a:lnTo>
                  <a:lnTo>
                    <a:pt x="83343" y="107873"/>
                  </a:lnTo>
                  <a:lnTo>
                    <a:pt x="81756" y="111023"/>
                  </a:lnTo>
                  <a:lnTo>
                    <a:pt x="78581" y="115747"/>
                  </a:lnTo>
                  <a:lnTo>
                    <a:pt x="76993" y="118897"/>
                  </a:lnTo>
                  <a:lnTo>
                    <a:pt x="73818" y="121259"/>
                  </a:lnTo>
                  <a:lnTo>
                    <a:pt x="69850" y="124409"/>
                  </a:lnTo>
                  <a:lnTo>
                    <a:pt x="65087" y="125984"/>
                  </a:lnTo>
                  <a:lnTo>
                    <a:pt x="60325" y="127558"/>
                  </a:lnTo>
                  <a:lnTo>
                    <a:pt x="55562" y="127558"/>
                  </a:lnTo>
                  <a:lnTo>
                    <a:pt x="50006" y="130708"/>
                  </a:lnTo>
                  <a:lnTo>
                    <a:pt x="43656" y="130708"/>
                  </a:lnTo>
                  <a:lnTo>
                    <a:pt x="38100" y="132283"/>
                  </a:lnTo>
                  <a:lnTo>
                    <a:pt x="31750" y="133858"/>
                  </a:lnTo>
                  <a:lnTo>
                    <a:pt x="26987" y="133858"/>
                  </a:lnTo>
                  <a:lnTo>
                    <a:pt x="21431" y="135432"/>
                  </a:lnTo>
                  <a:lnTo>
                    <a:pt x="15081" y="135432"/>
                  </a:lnTo>
                  <a:lnTo>
                    <a:pt x="10318" y="136220"/>
                  </a:lnTo>
                  <a:lnTo>
                    <a:pt x="7937" y="136220"/>
                  </a:lnTo>
                  <a:lnTo>
                    <a:pt x="3175" y="136220"/>
                  </a:lnTo>
                  <a:lnTo>
                    <a:pt x="1587" y="137808"/>
                  </a:lnTo>
                  <a:lnTo>
                    <a:pt x="0" y="137808"/>
                  </a:lnTo>
                  <a:lnTo>
                    <a:pt x="0" y="137795"/>
                  </a:lnTo>
                  <a:lnTo>
                    <a:pt x="0" y="136220"/>
                  </a:lnTo>
                  <a:lnTo>
                    <a:pt x="0" y="135432"/>
                  </a:lnTo>
                  <a:lnTo>
                    <a:pt x="0" y="132283"/>
                  </a:lnTo>
                  <a:lnTo>
                    <a:pt x="1587" y="129133"/>
                  </a:lnTo>
                  <a:lnTo>
                    <a:pt x="1587" y="122834"/>
                  </a:lnTo>
                  <a:lnTo>
                    <a:pt x="3175" y="118897"/>
                  </a:lnTo>
                  <a:lnTo>
                    <a:pt x="3175" y="115747"/>
                  </a:lnTo>
                  <a:lnTo>
                    <a:pt x="3175" y="112598"/>
                  </a:lnTo>
                  <a:lnTo>
                    <a:pt x="3175" y="109448"/>
                  </a:lnTo>
                  <a:lnTo>
                    <a:pt x="4762" y="106299"/>
                  </a:lnTo>
                  <a:lnTo>
                    <a:pt x="4762" y="102362"/>
                  </a:lnTo>
                  <a:lnTo>
                    <a:pt x="4762" y="99212"/>
                  </a:lnTo>
                  <a:lnTo>
                    <a:pt x="4762" y="96062"/>
                  </a:lnTo>
                  <a:lnTo>
                    <a:pt x="4762" y="91338"/>
                  </a:lnTo>
                  <a:lnTo>
                    <a:pt x="4762" y="88976"/>
                  </a:lnTo>
                  <a:lnTo>
                    <a:pt x="4762" y="84251"/>
                  </a:lnTo>
                  <a:lnTo>
                    <a:pt x="6350" y="81102"/>
                  </a:lnTo>
                  <a:lnTo>
                    <a:pt x="6350" y="77952"/>
                  </a:lnTo>
                  <a:lnTo>
                    <a:pt x="6350" y="74015"/>
                  </a:lnTo>
                  <a:lnTo>
                    <a:pt x="6350" y="70866"/>
                  </a:lnTo>
                  <a:lnTo>
                    <a:pt x="6350" y="67716"/>
                  </a:lnTo>
                  <a:lnTo>
                    <a:pt x="7937" y="64566"/>
                  </a:lnTo>
                  <a:lnTo>
                    <a:pt x="7937" y="61417"/>
                  </a:lnTo>
                  <a:lnTo>
                    <a:pt x="7937" y="57480"/>
                  </a:lnTo>
                  <a:lnTo>
                    <a:pt x="7937" y="54330"/>
                  </a:lnTo>
                  <a:lnTo>
                    <a:pt x="7937" y="52755"/>
                  </a:lnTo>
                  <a:lnTo>
                    <a:pt x="6350" y="46456"/>
                  </a:lnTo>
                  <a:lnTo>
                    <a:pt x="6350" y="40944"/>
                  </a:lnTo>
                  <a:lnTo>
                    <a:pt x="4762" y="36220"/>
                  </a:lnTo>
                  <a:lnTo>
                    <a:pt x="4762" y="31495"/>
                  </a:lnTo>
                  <a:lnTo>
                    <a:pt x="3175" y="25984"/>
                  </a:lnTo>
                  <a:lnTo>
                    <a:pt x="3175" y="22834"/>
                  </a:lnTo>
                  <a:lnTo>
                    <a:pt x="3175" y="18109"/>
                  </a:lnTo>
                  <a:lnTo>
                    <a:pt x="3175" y="14960"/>
                  </a:lnTo>
                  <a:lnTo>
                    <a:pt x="1587" y="11023"/>
                  </a:lnTo>
                  <a:lnTo>
                    <a:pt x="1587" y="9448"/>
                  </a:lnTo>
                  <a:lnTo>
                    <a:pt x="0" y="6299"/>
                  </a:lnTo>
                  <a:lnTo>
                    <a:pt x="0" y="4724"/>
                  </a:lnTo>
                  <a:lnTo>
                    <a:pt x="0" y="1574"/>
                  </a:lnTo>
                  <a:lnTo>
                    <a:pt x="0" y="0"/>
                  </a:lnTo>
                  <a:close/>
                </a:path>
              </a:pathLst>
            </a:custGeom>
            <a:solidFill>
              <a:schemeClr val="folHlink"/>
            </a:solidFill>
            <a:ln>
              <a:noFill/>
            </a:ln>
            <a:effectLst/>
          </p:spPr>
          <p:txBody>
            <a:bodyPr vert="horz" wrap="square" lIns="0" tIns="0" rIns="3810" bIns="1905" numCol="1" spcCol="215900" anchor="t"/>
            <a:lstStyle/>
            <a:p>
              <a:pPr/>
              <a:endParaRPr lang="en-us" cap="none"/>
            </a:p>
          </p:txBody>
        </p:sp>
        <p:sp>
          <p:nvSpPr>
            <p:cNvPr id="8" name="Freeform 62"/>
            <p:cNvSpPr>
              <a:extLst>
                <a:ext uri="smNativeData">
                  <pr:smNativeData xmlns:pr="smNativeData" xmlns="smNativeData" val="SMDATA_15_VcZhaRMAAAAlAAAACwAAAA0AAAAAAAAAAAAAAAAGAAAAAwAAAAAAAAAAAAAAAAAAAAEAAABQAAAAAAAAAAAA4D8AAAAAAADg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USMAAFMUAACvJAAA9BUAAAAAAAAmAAAACAAAAP//////////"/>
                </a:ext>
              </a:extLst>
            </p:cNvSpPr>
            <p:nvPr/>
          </p:nvSpPr>
          <p:spPr>
            <a:xfrm>
              <a:off x="5741035" y="3303905"/>
              <a:ext cx="222250" cy="264795"/>
            </a:xfrm>
            <a:custGeom>
              <a:avLst/>
              <a:gdLst/>
              <a:ahLst/>
              <a:cxnLst/>
              <a:rect l="0" t="0" r="222250" b="264795"/>
              <a:pathLst>
                <a:path w="222250" h="264795">
                  <a:moveTo>
                    <a:pt x="63050" y="0"/>
                  </a:moveTo>
                  <a:lnTo>
                    <a:pt x="66202" y="0"/>
                  </a:lnTo>
                  <a:lnTo>
                    <a:pt x="69355" y="0"/>
                  </a:lnTo>
                  <a:lnTo>
                    <a:pt x="74871" y="1580"/>
                  </a:lnTo>
                  <a:lnTo>
                    <a:pt x="78024" y="1580"/>
                  </a:lnTo>
                  <a:lnTo>
                    <a:pt x="81176" y="1580"/>
                  </a:lnTo>
                  <a:lnTo>
                    <a:pt x="84329" y="1580"/>
                  </a:lnTo>
                  <a:lnTo>
                    <a:pt x="88270" y="3161"/>
                  </a:lnTo>
                  <a:lnTo>
                    <a:pt x="91422" y="3161"/>
                  </a:lnTo>
                  <a:lnTo>
                    <a:pt x="96151" y="4742"/>
                  </a:lnTo>
                  <a:lnTo>
                    <a:pt x="100879" y="4742"/>
                  </a:lnTo>
                  <a:lnTo>
                    <a:pt x="104820" y="6323"/>
                  </a:lnTo>
                  <a:lnTo>
                    <a:pt x="107973" y="7904"/>
                  </a:lnTo>
                  <a:lnTo>
                    <a:pt x="112701" y="9485"/>
                  </a:lnTo>
                  <a:lnTo>
                    <a:pt x="118218" y="9485"/>
                  </a:lnTo>
                  <a:lnTo>
                    <a:pt x="122947" y="11066"/>
                  </a:lnTo>
                  <a:lnTo>
                    <a:pt x="127676" y="12646"/>
                  </a:lnTo>
                  <a:lnTo>
                    <a:pt x="132404" y="14225"/>
                  </a:lnTo>
                  <a:lnTo>
                    <a:pt x="136345" y="15018"/>
                  </a:lnTo>
                  <a:lnTo>
                    <a:pt x="142650" y="16599"/>
                  </a:lnTo>
                  <a:lnTo>
                    <a:pt x="147379" y="18179"/>
                  </a:lnTo>
                  <a:lnTo>
                    <a:pt x="149743" y="21341"/>
                  </a:lnTo>
                  <a:lnTo>
                    <a:pt x="154472" y="22922"/>
                  </a:lnTo>
                  <a:lnTo>
                    <a:pt x="160777" y="26084"/>
                  </a:lnTo>
                  <a:lnTo>
                    <a:pt x="164717" y="27665"/>
                  </a:lnTo>
                  <a:lnTo>
                    <a:pt x="169446" y="30035"/>
                  </a:lnTo>
                  <a:lnTo>
                    <a:pt x="172598" y="33187"/>
                  </a:lnTo>
                  <a:lnTo>
                    <a:pt x="177327" y="36359"/>
                  </a:lnTo>
                  <a:lnTo>
                    <a:pt x="179691" y="39521"/>
                  </a:lnTo>
                  <a:lnTo>
                    <a:pt x="184420" y="42683"/>
                  </a:lnTo>
                  <a:lnTo>
                    <a:pt x="187573" y="45054"/>
                  </a:lnTo>
                  <a:lnTo>
                    <a:pt x="190725" y="49797"/>
                  </a:lnTo>
                  <a:lnTo>
                    <a:pt x="193878" y="52950"/>
                  </a:lnTo>
                  <a:lnTo>
                    <a:pt x="196242" y="56120"/>
                  </a:lnTo>
                  <a:lnTo>
                    <a:pt x="199395" y="60072"/>
                  </a:lnTo>
                  <a:lnTo>
                    <a:pt x="200971" y="64815"/>
                  </a:lnTo>
                  <a:lnTo>
                    <a:pt x="204123" y="67967"/>
                  </a:lnTo>
                  <a:lnTo>
                    <a:pt x="205699" y="72719"/>
                  </a:lnTo>
                  <a:lnTo>
                    <a:pt x="207276" y="76671"/>
                  </a:lnTo>
                  <a:lnTo>
                    <a:pt x="209640" y="81414"/>
                  </a:lnTo>
                  <a:lnTo>
                    <a:pt x="211216" y="86157"/>
                  </a:lnTo>
                  <a:lnTo>
                    <a:pt x="212793" y="90109"/>
                  </a:lnTo>
                  <a:lnTo>
                    <a:pt x="214369" y="94851"/>
                  </a:lnTo>
                  <a:lnTo>
                    <a:pt x="215945" y="99594"/>
                  </a:lnTo>
                  <a:lnTo>
                    <a:pt x="217521" y="104337"/>
                  </a:lnTo>
                  <a:lnTo>
                    <a:pt x="217521" y="108289"/>
                  </a:lnTo>
                  <a:lnTo>
                    <a:pt x="219098" y="111451"/>
                  </a:lnTo>
                  <a:lnTo>
                    <a:pt x="219098" y="117774"/>
                  </a:lnTo>
                  <a:lnTo>
                    <a:pt x="220674" y="120936"/>
                  </a:lnTo>
                  <a:lnTo>
                    <a:pt x="220674" y="124888"/>
                  </a:lnTo>
                  <a:lnTo>
                    <a:pt x="222250" y="129630"/>
                  </a:lnTo>
                  <a:lnTo>
                    <a:pt x="222250" y="134373"/>
                  </a:lnTo>
                  <a:lnTo>
                    <a:pt x="222250" y="138325"/>
                  </a:lnTo>
                  <a:lnTo>
                    <a:pt x="222250" y="143068"/>
                  </a:lnTo>
                  <a:lnTo>
                    <a:pt x="222250" y="146230"/>
                  </a:lnTo>
                  <a:lnTo>
                    <a:pt x="222250" y="150972"/>
                  </a:lnTo>
                  <a:lnTo>
                    <a:pt x="222250" y="154924"/>
                  </a:lnTo>
                  <a:lnTo>
                    <a:pt x="222250" y="158086"/>
                  </a:lnTo>
                  <a:lnTo>
                    <a:pt x="222250" y="162829"/>
                  </a:lnTo>
                  <a:lnTo>
                    <a:pt x="222250" y="166781"/>
                  </a:lnTo>
                  <a:lnTo>
                    <a:pt x="220674" y="173104"/>
                  </a:lnTo>
                  <a:lnTo>
                    <a:pt x="219098" y="179428"/>
                  </a:lnTo>
                  <a:lnTo>
                    <a:pt x="217521" y="183380"/>
                  </a:lnTo>
                  <a:lnTo>
                    <a:pt x="215945" y="189703"/>
                  </a:lnTo>
                  <a:lnTo>
                    <a:pt x="214369" y="192865"/>
                  </a:lnTo>
                  <a:lnTo>
                    <a:pt x="211216" y="196817"/>
                  </a:lnTo>
                  <a:lnTo>
                    <a:pt x="208852" y="201560"/>
                  </a:lnTo>
                  <a:lnTo>
                    <a:pt x="207276" y="206302"/>
                  </a:lnTo>
                  <a:lnTo>
                    <a:pt x="202547" y="211031"/>
                  </a:lnTo>
                  <a:lnTo>
                    <a:pt x="199395" y="213416"/>
                  </a:lnTo>
                  <a:lnTo>
                    <a:pt x="194666" y="216578"/>
                  </a:lnTo>
                  <a:lnTo>
                    <a:pt x="190725" y="221321"/>
                  </a:lnTo>
                  <a:lnTo>
                    <a:pt x="185996" y="224482"/>
                  </a:lnTo>
                  <a:lnTo>
                    <a:pt x="181268" y="228435"/>
                  </a:lnTo>
                  <a:lnTo>
                    <a:pt x="175751" y="231596"/>
                  </a:lnTo>
                  <a:lnTo>
                    <a:pt x="169446" y="236339"/>
                  </a:lnTo>
                  <a:lnTo>
                    <a:pt x="166293" y="237920"/>
                  </a:lnTo>
                  <a:lnTo>
                    <a:pt x="162353" y="241082"/>
                  </a:lnTo>
                  <a:lnTo>
                    <a:pt x="159200" y="241872"/>
                  </a:lnTo>
                  <a:lnTo>
                    <a:pt x="154472" y="243453"/>
                  </a:lnTo>
                  <a:lnTo>
                    <a:pt x="149743" y="245034"/>
                  </a:lnTo>
                  <a:lnTo>
                    <a:pt x="145802" y="246615"/>
                  </a:lnTo>
                  <a:lnTo>
                    <a:pt x="141074" y="248195"/>
                  </a:lnTo>
                  <a:lnTo>
                    <a:pt x="136345" y="251357"/>
                  </a:lnTo>
                  <a:lnTo>
                    <a:pt x="132404" y="251357"/>
                  </a:lnTo>
                  <a:lnTo>
                    <a:pt x="127676" y="254519"/>
                  </a:lnTo>
                  <a:lnTo>
                    <a:pt x="122947" y="256100"/>
                  </a:lnTo>
                  <a:lnTo>
                    <a:pt x="118218" y="256890"/>
                  </a:lnTo>
                  <a:lnTo>
                    <a:pt x="112701" y="256890"/>
                  </a:lnTo>
                  <a:lnTo>
                    <a:pt x="107973" y="258471"/>
                  </a:lnTo>
                  <a:lnTo>
                    <a:pt x="102456" y="260052"/>
                  </a:lnTo>
                  <a:lnTo>
                    <a:pt x="97727" y="261633"/>
                  </a:lnTo>
                  <a:lnTo>
                    <a:pt x="91422" y="261633"/>
                  </a:lnTo>
                  <a:lnTo>
                    <a:pt x="87481" y="263214"/>
                  </a:lnTo>
                  <a:lnTo>
                    <a:pt x="82753" y="263214"/>
                  </a:lnTo>
                  <a:lnTo>
                    <a:pt x="78024" y="263214"/>
                  </a:lnTo>
                  <a:lnTo>
                    <a:pt x="72507" y="263214"/>
                  </a:lnTo>
                  <a:lnTo>
                    <a:pt x="67778" y="263214"/>
                  </a:lnTo>
                  <a:lnTo>
                    <a:pt x="63050" y="263214"/>
                  </a:lnTo>
                  <a:lnTo>
                    <a:pt x="58321" y="264795"/>
                  </a:lnTo>
                  <a:lnTo>
                    <a:pt x="54380" y="263214"/>
                  </a:lnTo>
                  <a:lnTo>
                    <a:pt x="49652" y="261633"/>
                  </a:lnTo>
                  <a:lnTo>
                    <a:pt x="44923" y="261633"/>
                  </a:lnTo>
                  <a:lnTo>
                    <a:pt x="42559" y="260052"/>
                  </a:lnTo>
                  <a:lnTo>
                    <a:pt x="37830" y="258471"/>
                  </a:lnTo>
                  <a:lnTo>
                    <a:pt x="34677" y="256890"/>
                  </a:lnTo>
                  <a:lnTo>
                    <a:pt x="31525" y="256100"/>
                  </a:lnTo>
                  <a:lnTo>
                    <a:pt x="28372" y="256100"/>
                  </a:lnTo>
                  <a:lnTo>
                    <a:pt x="26008" y="252938"/>
                  </a:lnTo>
                  <a:lnTo>
                    <a:pt x="22855" y="249785"/>
                  </a:lnTo>
                  <a:lnTo>
                    <a:pt x="19703" y="248195"/>
                  </a:lnTo>
                  <a:lnTo>
                    <a:pt x="16551" y="246615"/>
                  </a:lnTo>
                  <a:lnTo>
                    <a:pt x="13398" y="241872"/>
                  </a:lnTo>
                  <a:lnTo>
                    <a:pt x="11822" y="239501"/>
                  </a:lnTo>
                  <a:lnTo>
                    <a:pt x="11034" y="236339"/>
                  </a:lnTo>
                  <a:lnTo>
                    <a:pt x="9457" y="233177"/>
                  </a:lnTo>
                  <a:lnTo>
                    <a:pt x="7881" y="230015"/>
                  </a:lnTo>
                  <a:lnTo>
                    <a:pt x="6305" y="226063"/>
                  </a:lnTo>
                  <a:lnTo>
                    <a:pt x="4729" y="221321"/>
                  </a:lnTo>
                  <a:lnTo>
                    <a:pt x="3152" y="218159"/>
                  </a:lnTo>
                  <a:lnTo>
                    <a:pt x="1576" y="213416"/>
                  </a:lnTo>
                  <a:lnTo>
                    <a:pt x="1576" y="209464"/>
                  </a:lnTo>
                  <a:lnTo>
                    <a:pt x="1576" y="206302"/>
                  </a:lnTo>
                  <a:lnTo>
                    <a:pt x="1576" y="201560"/>
                  </a:lnTo>
                  <a:lnTo>
                    <a:pt x="0" y="196817"/>
                  </a:lnTo>
                  <a:lnTo>
                    <a:pt x="0" y="192865"/>
                  </a:lnTo>
                  <a:lnTo>
                    <a:pt x="0" y="189703"/>
                  </a:lnTo>
                  <a:lnTo>
                    <a:pt x="0" y="184961"/>
                  </a:lnTo>
                  <a:lnTo>
                    <a:pt x="0" y="181009"/>
                  </a:lnTo>
                  <a:lnTo>
                    <a:pt x="0" y="177847"/>
                  </a:lnTo>
                  <a:lnTo>
                    <a:pt x="0" y="173104"/>
                  </a:lnTo>
                  <a:lnTo>
                    <a:pt x="1576" y="168362"/>
                  </a:lnTo>
                  <a:lnTo>
                    <a:pt x="1576" y="164410"/>
                  </a:lnTo>
                  <a:lnTo>
                    <a:pt x="1576" y="161248"/>
                  </a:lnTo>
                  <a:lnTo>
                    <a:pt x="1576" y="156505"/>
                  </a:lnTo>
                  <a:lnTo>
                    <a:pt x="3152" y="153343"/>
                  </a:lnTo>
                  <a:lnTo>
                    <a:pt x="3152" y="150972"/>
                  </a:lnTo>
                  <a:lnTo>
                    <a:pt x="4729" y="146230"/>
                  </a:lnTo>
                  <a:lnTo>
                    <a:pt x="6305" y="143068"/>
                  </a:lnTo>
                  <a:lnTo>
                    <a:pt x="7881" y="141492"/>
                  </a:lnTo>
                  <a:lnTo>
                    <a:pt x="9457" y="135954"/>
                  </a:lnTo>
                  <a:lnTo>
                    <a:pt x="11034" y="131211"/>
                  </a:lnTo>
                  <a:lnTo>
                    <a:pt x="13398" y="126469"/>
                  </a:lnTo>
                  <a:lnTo>
                    <a:pt x="18127" y="124888"/>
                  </a:lnTo>
                  <a:lnTo>
                    <a:pt x="21279" y="121736"/>
                  </a:lnTo>
                  <a:lnTo>
                    <a:pt x="26008" y="120936"/>
                  </a:lnTo>
                  <a:lnTo>
                    <a:pt x="29949" y="117774"/>
                  </a:lnTo>
                  <a:lnTo>
                    <a:pt x="34677" y="117774"/>
                  </a:lnTo>
                  <a:lnTo>
                    <a:pt x="39406" y="117774"/>
                  </a:lnTo>
                  <a:lnTo>
                    <a:pt x="43347" y="117774"/>
                  </a:lnTo>
                  <a:lnTo>
                    <a:pt x="48075" y="117774"/>
                  </a:lnTo>
                  <a:lnTo>
                    <a:pt x="52804" y="119355"/>
                  </a:lnTo>
                  <a:lnTo>
                    <a:pt x="57533" y="119355"/>
                  </a:lnTo>
                  <a:lnTo>
                    <a:pt x="61473" y="120936"/>
                  </a:lnTo>
                  <a:lnTo>
                    <a:pt x="67778" y="120936"/>
                  </a:lnTo>
                  <a:lnTo>
                    <a:pt x="72507" y="121726"/>
                  </a:lnTo>
                  <a:lnTo>
                    <a:pt x="74871" y="121726"/>
                  </a:lnTo>
                  <a:lnTo>
                    <a:pt x="79600" y="121726"/>
                  </a:lnTo>
                  <a:lnTo>
                    <a:pt x="82753" y="121726"/>
                  </a:lnTo>
                  <a:lnTo>
                    <a:pt x="85905" y="123307"/>
                  </a:lnTo>
                  <a:lnTo>
                    <a:pt x="88270" y="121726"/>
                  </a:lnTo>
                  <a:lnTo>
                    <a:pt x="91422" y="121726"/>
                  </a:lnTo>
                  <a:lnTo>
                    <a:pt x="94574" y="121726"/>
                  </a:lnTo>
                  <a:lnTo>
                    <a:pt x="97727" y="121726"/>
                  </a:lnTo>
                  <a:lnTo>
                    <a:pt x="102456" y="119355"/>
                  </a:lnTo>
                  <a:lnTo>
                    <a:pt x="107973" y="117774"/>
                  </a:lnTo>
                  <a:lnTo>
                    <a:pt x="114277" y="114612"/>
                  </a:lnTo>
                  <a:lnTo>
                    <a:pt x="118218" y="109870"/>
                  </a:lnTo>
                  <a:lnTo>
                    <a:pt x="124523" y="105127"/>
                  </a:lnTo>
                  <a:lnTo>
                    <a:pt x="130828" y="101175"/>
                  </a:lnTo>
                  <a:lnTo>
                    <a:pt x="132404" y="98013"/>
                  </a:lnTo>
                  <a:lnTo>
                    <a:pt x="134769" y="94851"/>
                  </a:lnTo>
                  <a:lnTo>
                    <a:pt x="137921" y="91699"/>
                  </a:lnTo>
                  <a:lnTo>
                    <a:pt x="139497" y="89318"/>
                  </a:lnTo>
                  <a:lnTo>
                    <a:pt x="141074" y="84576"/>
                  </a:lnTo>
                  <a:lnTo>
                    <a:pt x="142650" y="79833"/>
                  </a:lnTo>
                  <a:lnTo>
                    <a:pt x="142650" y="75091"/>
                  </a:lnTo>
                  <a:lnTo>
                    <a:pt x="142650" y="72719"/>
                  </a:lnTo>
                  <a:lnTo>
                    <a:pt x="141074" y="67977"/>
                  </a:lnTo>
                  <a:lnTo>
                    <a:pt x="139497" y="63234"/>
                  </a:lnTo>
                  <a:lnTo>
                    <a:pt x="137921" y="59282"/>
                  </a:lnTo>
                  <a:lnTo>
                    <a:pt x="134769" y="54539"/>
                  </a:lnTo>
                  <a:lnTo>
                    <a:pt x="130828" y="49797"/>
                  </a:lnTo>
                  <a:lnTo>
                    <a:pt x="126099" y="45068"/>
                  </a:lnTo>
                  <a:lnTo>
                    <a:pt x="121371" y="41102"/>
                  </a:lnTo>
                  <a:lnTo>
                    <a:pt x="117430" y="36359"/>
                  </a:lnTo>
                  <a:lnTo>
                    <a:pt x="112701" y="33198"/>
                  </a:lnTo>
                  <a:lnTo>
                    <a:pt x="111125" y="31622"/>
                  </a:lnTo>
                  <a:lnTo>
                    <a:pt x="106396" y="29246"/>
                  </a:lnTo>
                  <a:lnTo>
                    <a:pt x="104820" y="27670"/>
                  </a:lnTo>
                  <a:lnTo>
                    <a:pt x="97727" y="22922"/>
                  </a:lnTo>
                  <a:lnTo>
                    <a:pt x="92998" y="18193"/>
                  </a:lnTo>
                  <a:lnTo>
                    <a:pt x="89846" y="16599"/>
                  </a:lnTo>
                  <a:lnTo>
                    <a:pt x="85905" y="15018"/>
                  </a:lnTo>
                  <a:lnTo>
                    <a:pt x="84329" y="12646"/>
                  </a:lnTo>
                  <a:lnTo>
                    <a:pt x="81176" y="11066"/>
                  </a:lnTo>
                  <a:lnTo>
                    <a:pt x="76448" y="7904"/>
                  </a:lnTo>
                  <a:lnTo>
                    <a:pt x="72507" y="6323"/>
                  </a:lnTo>
                  <a:lnTo>
                    <a:pt x="67778" y="3161"/>
                  </a:lnTo>
                  <a:lnTo>
                    <a:pt x="64626" y="1580"/>
                  </a:lnTo>
                  <a:lnTo>
                    <a:pt x="63050" y="4"/>
                  </a:lnTo>
                  <a:lnTo>
                    <a:pt x="63050" y="0"/>
                  </a:lnTo>
                  <a:close/>
                </a:path>
              </a:pathLst>
            </a:custGeom>
            <a:solidFill>
              <a:schemeClr val="hlink"/>
            </a:solidFill>
            <a:ln w="9525" cap="flat" cmpd="sng" algn="ctr">
              <a:solidFill>
                <a:schemeClr val="tx1"/>
              </a:solidFill>
              <a:prstDash val="solid"/>
              <a:headEnd type="none"/>
              <a:tailEnd type="none"/>
            </a:ln>
            <a:effectLst/>
          </p:spPr>
          <p:txBody>
            <a:bodyPr vert="horz" wrap="square" lIns="0" tIns="0" rIns="3810" bIns="1905" numCol="1" spcCol="215900" anchor="t"/>
            <a:lstStyle/>
            <a:p>
              <a:pPr/>
              <a:endParaRPr lang="en-us" cap="none"/>
            </a:p>
          </p:txBody>
        </p:sp>
        <p:sp>
          <p:nvSpPr>
            <p:cNvPr id="7" name="Freeform 63"/>
            <p:cNvSpPr>
              <a:extLst>
                <a:ext uri="smNativeData">
                  <pr:smNativeData xmlns:pr="smNativeData" xmlns="smNativeData" val="SMDATA_15_VcZhaRMAAAAlAAAACwAAAA0AAAAAAAAAAAAAAAAGAAAABAAAAAAAAAAAAAAAAAAAAAEAAABQAAAAAAAAAAAA4D8AAAAAAADgPwAAAAAAAOA/AAAAAAAA4D8AAAAAAADgPwAAAAAAAOA/AAAAAAAA4D8AAAAAAADgPwAAAAAAAOA/AAAAAAAA4D8CAAAAjAAAAAEAAAAAAAAAM5n/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5n/AP///wEAAAAAAAAAAAAAAAAAAAAAAAAAAAAAAAAAAAAAAAAAAAAAAAJ/f38AH0l9A8zMzADAwP8Af39/AAAAAAAAAAAAAAAAAAAAAAAAAAAAIQAAABgAAAAUAAAAiiEAAHkWAABbJQAAGB0AAAAAAAAmAAAACAAAAP//////////"/>
                </a:ext>
              </a:extLst>
            </p:cNvSpPr>
            <p:nvPr/>
          </p:nvSpPr>
          <p:spPr>
            <a:xfrm>
              <a:off x="5452110" y="3653155"/>
              <a:ext cx="620395" cy="1076325"/>
            </a:xfrm>
            <a:custGeom>
              <a:avLst/>
              <a:gdLst/>
              <a:ahLst/>
              <a:cxnLst/>
              <a:rect l="0" t="0" r="620395" b="1076325"/>
              <a:pathLst>
                <a:path w="620395" h="1076325">
                  <a:moveTo>
                    <a:pt x="428405" y="0"/>
                  </a:moveTo>
                  <a:lnTo>
                    <a:pt x="431579" y="0"/>
                  </a:lnTo>
                  <a:lnTo>
                    <a:pt x="433165" y="1586"/>
                  </a:lnTo>
                  <a:lnTo>
                    <a:pt x="437132" y="3177"/>
                  </a:lnTo>
                  <a:lnTo>
                    <a:pt x="440305" y="6350"/>
                  </a:lnTo>
                  <a:lnTo>
                    <a:pt x="443479" y="9524"/>
                  </a:lnTo>
                  <a:lnTo>
                    <a:pt x="448239" y="12709"/>
                  </a:lnTo>
                  <a:lnTo>
                    <a:pt x="452999" y="16681"/>
                  </a:lnTo>
                  <a:lnTo>
                    <a:pt x="456966" y="23035"/>
                  </a:lnTo>
                  <a:lnTo>
                    <a:pt x="458552" y="24621"/>
                  </a:lnTo>
                  <a:lnTo>
                    <a:pt x="461726" y="28596"/>
                  </a:lnTo>
                  <a:lnTo>
                    <a:pt x="463312" y="31773"/>
                  </a:lnTo>
                  <a:lnTo>
                    <a:pt x="466486" y="34947"/>
                  </a:lnTo>
                  <a:lnTo>
                    <a:pt x="468072" y="38128"/>
                  </a:lnTo>
                  <a:lnTo>
                    <a:pt x="470452" y="41305"/>
                  </a:lnTo>
                  <a:lnTo>
                    <a:pt x="473626" y="45277"/>
                  </a:lnTo>
                  <a:lnTo>
                    <a:pt x="476799" y="50043"/>
                  </a:lnTo>
                  <a:lnTo>
                    <a:pt x="478386" y="53220"/>
                  </a:lnTo>
                  <a:lnTo>
                    <a:pt x="481559" y="57986"/>
                  </a:lnTo>
                  <a:lnTo>
                    <a:pt x="483939" y="61958"/>
                  </a:lnTo>
                  <a:lnTo>
                    <a:pt x="485526" y="66724"/>
                  </a:lnTo>
                  <a:lnTo>
                    <a:pt x="488699" y="71490"/>
                  </a:lnTo>
                  <a:lnTo>
                    <a:pt x="491873" y="75461"/>
                  </a:lnTo>
                  <a:lnTo>
                    <a:pt x="495046" y="80227"/>
                  </a:lnTo>
                  <a:lnTo>
                    <a:pt x="498220" y="86582"/>
                  </a:lnTo>
                  <a:lnTo>
                    <a:pt x="500600" y="90554"/>
                  </a:lnTo>
                  <a:lnTo>
                    <a:pt x="502186" y="95320"/>
                  </a:lnTo>
                  <a:lnTo>
                    <a:pt x="505360" y="100086"/>
                  </a:lnTo>
                  <a:lnTo>
                    <a:pt x="508533" y="105646"/>
                  </a:lnTo>
                  <a:lnTo>
                    <a:pt x="511706" y="110412"/>
                  </a:lnTo>
                  <a:lnTo>
                    <a:pt x="514086" y="116767"/>
                  </a:lnTo>
                  <a:lnTo>
                    <a:pt x="517260" y="120739"/>
                  </a:lnTo>
                  <a:lnTo>
                    <a:pt x="520433" y="127093"/>
                  </a:lnTo>
                  <a:lnTo>
                    <a:pt x="522020" y="133448"/>
                  </a:lnTo>
                  <a:lnTo>
                    <a:pt x="525193" y="139008"/>
                  </a:lnTo>
                  <a:lnTo>
                    <a:pt x="528367" y="143774"/>
                  </a:lnTo>
                  <a:lnTo>
                    <a:pt x="530747" y="150923"/>
                  </a:lnTo>
                  <a:lnTo>
                    <a:pt x="532333" y="155689"/>
                  </a:lnTo>
                  <a:lnTo>
                    <a:pt x="535507" y="162044"/>
                  </a:lnTo>
                  <a:lnTo>
                    <a:pt x="538680" y="169193"/>
                  </a:lnTo>
                  <a:lnTo>
                    <a:pt x="541853" y="175545"/>
                  </a:lnTo>
                  <a:lnTo>
                    <a:pt x="544233" y="181105"/>
                  </a:lnTo>
                  <a:lnTo>
                    <a:pt x="547407" y="187463"/>
                  </a:lnTo>
                  <a:lnTo>
                    <a:pt x="548994" y="195406"/>
                  </a:lnTo>
                  <a:lnTo>
                    <a:pt x="552167" y="200966"/>
                  </a:lnTo>
                  <a:lnTo>
                    <a:pt x="555340" y="208905"/>
                  </a:lnTo>
                  <a:lnTo>
                    <a:pt x="558514" y="214465"/>
                  </a:lnTo>
                  <a:lnTo>
                    <a:pt x="559307" y="220825"/>
                  </a:lnTo>
                  <a:lnTo>
                    <a:pt x="562480" y="227974"/>
                  </a:lnTo>
                  <a:lnTo>
                    <a:pt x="565654" y="234329"/>
                  </a:lnTo>
                  <a:lnTo>
                    <a:pt x="568827" y="240683"/>
                  </a:lnTo>
                  <a:lnTo>
                    <a:pt x="570414" y="247832"/>
                  </a:lnTo>
                  <a:lnTo>
                    <a:pt x="573587" y="255776"/>
                  </a:lnTo>
                  <a:lnTo>
                    <a:pt x="575967" y="261336"/>
                  </a:lnTo>
                  <a:lnTo>
                    <a:pt x="577554" y="269279"/>
                  </a:lnTo>
                  <a:lnTo>
                    <a:pt x="580727" y="276428"/>
                  </a:lnTo>
                  <a:lnTo>
                    <a:pt x="583901" y="284372"/>
                  </a:lnTo>
                  <a:lnTo>
                    <a:pt x="585487" y="289932"/>
                  </a:lnTo>
                  <a:lnTo>
                    <a:pt x="587074" y="297875"/>
                  </a:lnTo>
                  <a:lnTo>
                    <a:pt x="588661" y="303436"/>
                  </a:lnTo>
                  <a:lnTo>
                    <a:pt x="591041" y="311379"/>
                  </a:lnTo>
                  <a:lnTo>
                    <a:pt x="592627" y="318528"/>
                  </a:lnTo>
                  <a:lnTo>
                    <a:pt x="594214" y="324883"/>
                  </a:lnTo>
                  <a:lnTo>
                    <a:pt x="595801" y="332032"/>
                  </a:lnTo>
                  <a:lnTo>
                    <a:pt x="597388" y="339975"/>
                  </a:lnTo>
                  <a:lnTo>
                    <a:pt x="598974" y="346330"/>
                  </a:lnTo>
                  <a:lnTo>
                    <a:pt x="600561" y="353479"/>
                  </a:lnTo>
                  <a:lnTo>
                    <a:pt x="602148" y="361422"/>
                  </a:lnTo>
                  <a:lnTo>
                    <a:pt x="603734" y="366983"/>
                  </a:lnTo>
                  <a:lnTo>
                    <a:pt x="605321" y="374926"/>
                  </a:lnTo>
                  <a:lnTo>
                    <a:pt x="606114" y="380486"/>
                  </a:lnTo>
                  <a:lnTo>
                    <a:pt x="607701" y="388430"/>
                  </a:lnTo>
                  <a:lnTo>
                    <a:pt x="609288" y="395579"/>
                  </a:lnTo>
                  <a:lnTo>
                    <a:pt x="609288" y="401933"/>
                  </a:lnTo>
                  <a:lnTo>
                    <a:pt x="610874" y="409082"/>
                  </a:lnTo>
                  <a:lnTo>
                    <a:pt x="612461" y="415437"/>
                  </a:lnTo>
                  <a:lnTo>
                    <a:pt x="614048" y="422586"/>
                  </a:lnTo>
                  <a:lnTo>
                    <a:pt x="614048" y="430530"/>
                  </a:lnTo>
                  <a:lnTo>
                    <a:pt x="615634" y="436884"/>
                  </a:lnTo>
                  <a:lnTo>
                    <a:pt x="615634" y="444033"/>
                  </a:lnTo>
                  <a:lnTo>
                    <a:pt x="617221" y="450388"/>
                  </a:lnTo>
                  <a:lnTo>
                    <a:pt x="617221" y="457537"/>
                  </a:lnTo>
                  <a:lnTo>
                    <a:pt x="617221" y="463892"/>
                  </a:lnTo>
                  <a:lnTo>
                    <a:pt x="618808" y="471041"/>
                  </a:lnTo>
                  <a:lnTo>
                    <a:pt x="618808" y="477395"/>
                  </a:lnTo>
                  <a:lnTo>
                    <a:pt x="618808" y="484544"/>
                  </a:lnTo>
                  <a:lnTo>
                    <a:pt x="618808" y="490899"/>
                  </a:lnTo>
                  <a:lnTo>
                    <a:pt x="620395" y="498048"/>
                  </a:lnTo>
                  <a:lnTo>
                    <a:pt x="620395" y="505991"/>
                  </a:lnTo>
                  <a:lnTo>
                    <a:pt x="620395" y="512346"/>
                  </a:lnTo>
                  <a:lnTo>
                    <a:pt x="620395" y="517906"/>
                  </a:lnTo>
                  <a:lnTo>
                    <a:pt x="620395" y="525850"/>
                  </a:lnTo>
                  <a:lnTo>
                    <a:pt x="620395" y="531410"/>
                  </a:lnTo>
                  <a:lnTo>
                    <a:pt x="618808" y="539354"/>
                  </a:lnTo>
                  <a:lnTo>
                    <a:pt x="618808" y="544914"/>
                  </a:lnTo>
                  <a:lnTo>
                    <a:pt x="618808" y="551269"/>
                  </a:lnTo>
                  <a:lnTo>
                    <a:pt x="618808" y="559212"/>
                  </a:lnTo>
                  <a:lnTo>
                    <a:pt x="617221" y="564772"/>
                  </a:lnTo>
                  <a:lnTo>
                    <a:pt x="617221" y="571127"/>
                  </a:lnTo>
                  <a:lnTo>
                    <a:pt x="615634" y="576687"/>
                  </a:lnTo>
                  <a:lnTo>
                    <a:pt x="615634" y="584631"/>
                  </a:lnTo>
                  <a:lnTo>
                    <a:pt x="614048" y="590191"/>
                  </a:lnTo>
                  <a:lnTo>
                    <a:pt x="614048" y="596546"/>
                  </a:lnTo>
                  <a:lnTo>
                    <a:pt x="612461" y="604489"/>
                  </a:lnTo>
                  <a:lnTo>
                    <a:pt x="612461" y="610049"/>
                  </a:lnTo>
                  <a:lnTo>
                    <a:pt x="610874" y="616404"/>
                  </a:lnTo>
                  <a:lnTo>
                    <a:pt x="609288" y="621964"/>
                  </a:lnTo>
                  <a:lnTo>
                    <a:pt x="607701" y="628319"/>
                  </a:lnTo>
                  <a:lnTo>
                    <a:pt x="606114" y="634674"/>
                  </a:lnTo>
                  <a:lnTo>
                    <a:pt x="605321" y="640234"/>
                  </a:lnTo>
                  <a:lnTo>
                    <a:pt x="603734" y="646589"/>
                  </a:lnTo>
                  <a:lnTo>
                    <a:pt x="602148" y="652149"/>
                  </a:lnTo>
                  <a:lnTo>
                    <a:pt x="600561" y="660093"/>
                  </a:lnTo>
                  <a:lnTo>
                    <a:pt x="598974" y="664859"/>
                  </a:lnTo>
                  <a:lnTo>
                    <a:pt x="597388" y="672008"/>
                  </a:lnTo>
                  <a:lnTo>
                    <a:pt x="595801" y="676774"/>
                  </a:lnTo>
                  <a:lnTo>
                    <a:pt x="594214" y="683923"/>
                  </a:lnTo>
                  <a:lnTo>
                    <a:pt x="591041" y="688689"/>
                  </a:lnTo>
                  <a:lnTo>
                    <a:pt x="590247" y="695838"/>
                  </a:lnTo>
                  <a:lnTo>
                    <a:pt x="587074" y="700604"/>
                  </a:lnTo>
                  <a:lnTo>
                    <a:pt x="585487" y="708547"/>
                  </a:lnTo>
                  <a:lnTo>
                    <a:pt x="582314" y="712519"/>
                  </a:lnTo>
                  <a:lnTo>
                    <a:pt x="580727" y="718873"/>
                  </a:lnTo>
                  <a:lnTo>
                    <a:pt x="577554" y="725228"/>
                  </a:lnTo>
                  <a:lnTo>
                    <a:pt x="575967" y="730788"/>
                  </a:lnTo>
                  <a:lnTo>
                    <a:pt x="573587" y="735554"/>
                  </a:lnTo>
                  <a:lnTo>
                    <a:pt x="572001" y="741115"/>
                  </a:lnTo>
                  <a:lnTo>
                    <a:pt x="568827" y="747469"/>
                  </a:lnTo>
                  <a:lnTo>
                    <a:pt x="567240" y="753824"/>
                  </a:lnTo>
                  <a:lnTo>
                    <a:pt x="564067" y="757796"/>
                  </a:lnTo>
                  <a:lnTo>
                    <a:pt x="562480" y="764151"/>
                  </a:lnTo>
                  <a:lnTo>
                    <a:pt x="559307" y="768917"/>
                  </a:lnTo>
                  <a:lnTo>
                    <a:pt x="558514" y="774477"/>
                  </a:lnTo>
                  <a:lnTo>
                    <a:pt x="555340" y="779243"/>
                  </a:lnTo>
                  <a:lnTo>
                    <a:pt x="553754" y="785598"/>
                  </a:lnTo>
                  <a:lnTo>
                    <a:pt x="550580" y="789569"/>
                  </a:lnTo>
                  <a:lnTo>
                    <a:pt x="548994" y="795924"/>
                  </a:lnTo>
                  <a:lnTo>
                    <a:pt x="547407" y="799101"/>
                  </a:lnTo>
                  <a:lnTo>
                    <a:pt x="544233" y="804662"/>
                  </a:lnTo>
                  <a:lnTo>
                    <a:pt x="541853" y="809428"/>
                  </a:lnTo>
                  <a:lnTo>
                    <a:pt x="540267" y="814194"/>
                  </a:lnTo>
                  <a:lnTo>
                    <a:pt x="537093" y="818165"/>
                  </a:lnTo>
                  <a:lnTo>
                    <a:pt x="535507" y="822931"/>
                  </a:lnTo>
                  <a:lnTo>
                    <a:pt x="532333" y="829286"/>
                  </a:lnTo>
                  <a:lnTo>
                    <a:pt x="529160" y="833258"/>
                  </a:lnTo>
                  <a:lnTo>
                    <a:pt x="526780" y="838024"/>
                  </a:lnTo>
                  <a:lnTo>
                    <a:pt x="525193" y="842790"/>
                  </a:lnTo>
                  <a:lnTo>
                    <a:pt x="522020" y="846761"/>
                  </a:lnTo>
                  <a:lnTo>
                    <a:pt x="518846" y="851527"/>
                  </a:lnTo>
                  <a:lnTo>
                    <a:pt x="517260" y="856293"/>
                  </a:lnTo>
                  <a:lnTo>
                    <a:pt x="514086" y="861060"/>
                  </a:lnTo>
                  <a:lnTo>
                    <a:pt x="511706" y="863440"/>
                  </a:lnTo>
                  <a:lnTo>
                    <a:pt x="508533" y="869797"/>
                  </a:lnTo>
                  <a:lnTo>
                    <a:pt x="505360" y="872970"/>
                  </a:lnTo>
                  <a:lnTo>
                    <a:pt x="502186" y="876946"/>
                  </a:lnTo>
                  <a:lnTo>
                    <a:pt x="499013" y="880119"/>
                  </a:lnTo>
                  <a:lnTo>
                    <a:pt x="496633" y="884890"/>
                  </a:lnTo>
                  <a:lnTo>
                    <a:pt x="493459" y="889656"/>
                  </a:lnTo>
                  <a:lnTo>
                    <a:pt x="490286" y="893627"/>
                  </a:lnTo>
                  <a:lnTo>
                    <a:pt x="487113" y="896800"/>
                  </a:lnTo>
                  <a:lnTo>
                    <a:pt x="483939" y="901571"/>
                  </a:lnTo>
                  <a:lnTo>
                    <a:pt x="481559" y="904748"/>
                  </a:lnTo>
                  <a:lnTo>
                    <a:pt x="478386" y="908720"/>
                  </a:lnTo>
                  <a:lnTo>
                    <a:pt x="475213" y="911893"/>
                  </a:lnTo>
                  <a:lnTo>
                    <a:pt x="472039" y="916663"/>
                  </a:lnTo>
                  <a:lnTo>
                    <a:pt x="468072" y="921429"/>
                  </a:lnTo>
                  <a:lnTo>
                    <a:pt x="464899" y="923812"/>
                  </a:lnTo>
                  <a:lnTo>
                    <a:pt x="461726" y="928578"/>
                  </a:lnTo>
                  <a:lnTo>
                    <a:pt x="458552" y="931752"/>
                  </a:lnTo>
                  <a:lnTo>
                    <a:pt x="453792" y="936512"/>
                  </a:lnTo>
                  <a:lnTo>
                    <a:pt x="449826" y="938904"/>
                  </a:lnTo>
                  <a:lnTo>
                    <a:pt x="445065" y="942082"/>
                  </a:lnTo>
                  <a:lnTo>
                    <a:pt x="441892" y="946848"/>
                  </a:lnTo>
                  <a:lnTo>
                    <a:pt x="437132" y="950025"/>
                  </a:lnTo>
                  <a:lnTo>
                    <a:pt x="434752" y="953202"/>
                  </a:lnTo>
                  <a:lnTo>
                    <a:pt x="429992" y="955585"/>
                  </a:lnTo>
                  <a:lnTo>
                    <a:pt x="426819" y="960351"/>
                  </a:lnTo>
                  <a:lnTo>
                    <a:pt x="422059" y="963529"/>
                  </a:lnTo>
                  <a:lnTo>
                    <a:pt x="418092" y="966706"/>
                  </a:lnTo>
                  <a:lnTo>
                    <a:pt x="413332" y="969089"/>
                  </a:lnTo>
                  <a:lnTo>
                    <a:pt x="408572" y="973849"/>
                  </a:lnTo>
                  <a:lnTo>
                    <a:pt x="404605" y="977033"/>
                  </a:lnTo>
                  <a:lnTo>
                    <a:pt x="399845" y="980210"/>
                  </a:lnTo>
                  <a:lnTo>
                    <a:pt x="395085" y="983387"/>
                  </a:lnTo>
                  <a:lnTo>
                    <a:pt x="391118" y="987354"/>
                  </a:lnTo>
                  <a:lnTo>
                    <a:pt x="386358" y="990536"/>
                  </a:lnTo>
                  <a:lnTo>
                    <a:pt x="381598" y="993714"/>
                  </a:lnTo>
                  <a:lnTo>
                    <a:pt x="376838" y="996891"/>
                  </a:lnTo>
                  <a:lnTo>
                    <a:pt x="371284" y="999274"/>
                  </a:lnTo>
                  <a:lnTo>
                    <a:pt x="366524" y="1002451"/>
                  </a:lnTo>
                  <a:lnTo>
                    <a:pt x="360971" y="1005629"/>
                  </a:lnTo>
                  <a:lnTo>
                    <a:pt x="356211" y="1008806"/>
                  </a:lnTo>
                  <a:lnTo>
                    <a:pt x="349864" y="1011983"/>
                  </a:lnTo>
                  <a:lnTo>
                    <a:pt x="344311" y="1013572"/>
                  </a:lnTo>
                  <a:lnTo>
                    <a:pt x="339551" y="1015955"/>
                  </a:lnTo>
                  <a:lnTo>
                    <a:pt x="333204" y="1019132"/>
                  </a:lnTo>
                  <a:lnTo>
                    <a:pt x="329237" y="1022310"/>
                  </a:lnTo>
                  <a:lnTo>
                    <a:pt x="322891" y="1025487"/>
                  </a:lnTo>
                  <a:lnTo>
                    <a:pt x="316544" y="1028664"/>
                  </a:lnTo>
                  <a:lnTo>
                    <a:pt x="312577" y="1029459"/>
                  </a:lnTo>
                  <a:lnTo>
                    <a:pt x="306230" y="1032636"/>
                  </a:lnTo>
                  <a:lnTo>
                    <a:pt x="299884" y="1035813"/>
                  </a:lnTo>
                  <a:lnTo>
                    <a:pt x="294330" y="1037402"/>
                  </a:lnTo>
                  <a:lnTo>
                    <a:pt x="287983" y="1040579"/>
                  </a:lnTo>
                  <a:lnTo>
                    <a:pt x="282430" y="1043757"/>
                  </a:lnTo>
                  <a:lnTo>
                    <a:pt x="276083" y="1044551"/>
                  </a:lnTo>
                  <a:lnTo>
                    <a:pt x="271323" y="1046140"/>
                  </a:lnTo>
                  <a:lnTo>
                    <a:pt x="265770" y="1049317"/>
                  </a:lnTo>
                  <a:lnTo>
                    <a:pt x="259423" y="1050906"/>
                  </a:lnTo>
                  <a:lnTo>
                    <a:pt x="253870" y="1052494"/>
                  </a:lnTo>
                  <a:lnTo>
                    <a:pt x="247523" y="1055672"/>
                  </a:lnTo>
                  <a:lnTo>
                    <a:pt x="241176" y="1057260"/>
                  </a:lnTo>
                  <a:lnTo>
                    <a:pt x="235623" y="1058849"/>
                  </a:lnTo>
                  <a:lnTo>
                    <a:pt x="229276" y="1059643"/>
                  </a:lnTo>
                  <a:lnTo>
                    <a:pt x="224516" y="1061232"/>
                  </a:lnTo>
                  <a:lnTo>
                    <a:pt x="218962" y="1062821"/>
                  </a:lnTo>
                  <a:lnTo>
                    <a:pt x="212616" y="1065998"/>
                  </a:lnTo>
                  <a:lnTo>
                    <a:pt x="207062" y="1065998"/>
                  </a:lnTo>
                  <a:lnTo>
                    <a:pt x="200716" y="1067587"/>
                  </a:lnTo>
                  <a:lnTo>
                    <a:pt x="194369" y="1069175"/>
                  </a:lnTo>
                  <a:lnTo>
                    <a:pt x="188815" y="1070764"/>
                  </a:lnTo>
                  <a:lnTo>
                    <a:pt x="182469" y="1070764"/>
                  </a:lnTo>
                  <a:lnTo>
                    <a:pt x="177709" y="1072353"/>
                  </a:lnTo>
                  <a:lnTo>
                    <a:pt x="172155" y="1072353"/>
                  </a:lnTo>
                  <a:lnTo>
                    <a:pt x="165808" y="1073941"/>
                  </a:lnTo>
                  <a:lnTo>
                    <a:pt x="160255" y="1073941"/>
                  </a:lnTo>
                  <a:lnTo>
                    <a:pt x="155495" y="1074736"/>
                  </a:lnTo>
                  <a:lnTo>
                    <a:pt x="149148" y="1074736"/>
                  </a:lnTo>
                  <a:lnTo>
                    <a:pt x="145181" y="1076325"/>
                  </a:lnTo>
                  <a:lnTo>
                    <a:pt x="138834" y="1076325"/>
                  </a:lnTo>
                  <a:lnTo>
                    <a:pt x="134075" y="1076325"/>
                  </a:lnTo>
                  <a:lnTo>
                    <a:pt x="130108" y="1076325"/>
                  </a:lnTo>
                  <a:lnTo>
                    <a:pt x="123761" y="1076325"/>
                  </a:lnTo>
                  <a:lnTo>
                    <a:pt x="119001" y="1076325"/>
                  </a:lnTo>
                  <a:lnTo>
                    <a:pt x="113448" y="1074736"/>
                  </a:lnTo>
                  <a:lnTo>
                    <a:pt x="108688" y="1074736"/>
                  </a:lnTo>
                  <a:lnTo>
                    <a:pt x="103927" y="1074736"/>
                  </a:lnTo>
                  <a:lnTo>
                    <a:pt x="99961" y="1073941"/>
                  </a:lnTo>
                  <a:lnTo>
                    <a:pt x="93613" y="1073941"/>
                  </a:lnTo>
                  <a:lnTo>
                    <a:pt x="88854" y="1072353"/>
                  </a:lnTo>
                  <a:lnTo>
                    <a:pt x="85681" y="1072353"/>
                  </a:lnTo>
                  <a:lnTo>
                    <a:pt x="81714" y="1070764"/>
                  </a:lnTo>
                  <a:lnTo>
                    <a:pt x="76954" y="1069175"/>
                  </a:lnTo>
                  <a:lnTo>
                    <a:pt x="72194" y="1067587"/>
                  </a:lnTo>
                  <a:lnTo>
                    <a:pt x="69814" y="1065998"/>
                  </a:lnTo>
                  <a:lnTo>
                    <a:pt x="65054" y="1064409"/>
                  </a:lnTo>
                  <a:lnTo>
                    <a:pt x="60294" y="1062821"/>
                  </a:lnTo>
                  <a:lnTo>
                    <a:pt x="57120" y="1061232"/>
                  </a:lnTo>
                  <a:lnTo>
                    <a:pt x="54740" y="1059643"/>
                  </a:lnTo>
                  <a:lnTo>
                    <a:pt x="51567" y="1057260"/>
                  </a:lnTo>
                  <a:lnTo>
                    <a:pt x="46807" y="1055672"/>
                  </a:lnTo>
                  <a:lnTo>
                    <a:pt x="43633" y="1052498"/>
                  </a:lnTo>
                  <a:lnTo>
                    <a:pt x="40460" y="1049325"/>
                  </a:lnTo>
                  <a:lnTo>
                    <a:pt x="36493" y="1046140"/>
                  </a:lnTo>
                  <a:lnTo>
                    <a:pt x="33320" y="1043757"/>
                  </a:lnTo>
                  <a:lnTo>
                    <a:pt x="30147" y="1042168"/>
                  </a:lnTo>
                  <a:lnTo>
                    <a:pt x="28560" y="1038991"/>
                  </a:lnTo>
                  <a:lnTo>
                    <a:pt x="25387" y="1035818"/>
                  </a:lnTo>
                  <a:lnTo>
                    <a:pt x="23006" y="1031047"/>
                  </a:lnTo>
                  <a:lnTo>
                    <a:pt x="21420" y="1028664"/>
                  </a:lnTo>
                  <a:lnTo>
                    <a:pt x="18246" y="1025490"/>
                  </a:lnTo>
                  <a:lnTo>
                    <a:pt x="16660" y="1020721"/>
                  </a:lnTo>
                  <a:lnTo>
                    <a:pt x="15073" y="1017544"/>
                  </a:lnTo>
                  <a:lnTo>
                    <a:pt x="13486" y="1014366"/>
                  </a:lnTo>
                  <a:lnTo>
                    <a:pt x="11900" y="1011983"/>
                  </a:lnTo>
                  <a:lnTo>
                    <a:pt x="10313" y="1007217"/>
                  </a:lnTo>
                  <a:lnTo>
                    <a:pt x="7933" y="1002451"/>
                  </a:lnTo>
                  <a:lnTo>
                    <a:pt x="6346" y="998480"/>
                  </a:lnTo>
                  <a:lnTo>
                    <a:pt x="6346" y="995302"/>
                  </a:lnTo>
                  <a:lnTo>
                    <a:pt x="4760" y="990536"/>
                  </a:lnTo>
                  <a:lnTo>
                    <a:pt x="3173" y="985770"/>
                  </a:lnTo>
                  <a:lnTo>
                    <a:pt x="1586" y="981799"/>
                  </a:lnTo>
                  <a:lnTo>
                    <a:pt x="1586" y="977033"/>
                  </a:lnTo>
                  <a:lnTo>
                    <a:pt x="0" y="972267"/>
                  </a:lnTo>
                  <a:lnTo>
                    <a:pt x="0" y="968295"/>
                  </a:lnTo>
                  <a:lnTo>
                    <a:pt x="0" y="963529"/>
                  </a:lnTo>
                  <a:lnTo>
                    <a:pt x="0" y="958763"/>
                  </a:lnTo>
                  <a:lnTo>
                    <a:pt x="0" y="953997"/>
                  </a:lnTo>
                  <a:lnTo>
                    <a:pt x="0" y="950025"/>
                  </a:lnTo>
                  <a:lnTo>
                    <a:pt x="0" y="945259"/>
                  </a:lnTo>
                  <a:lnTo>
                    <a:pt x="0" y="940493"/>
                  </a:lnTo>
                  <a:lnTo>
                    <a:pt x="0" y="936521"/>
                  </a:lnTo>
                  <a:lnTo>
                    <a:pt x="0" y="931755"/>
                  </a:lnTo>
                  <a:lnTo>
                    <a:pt x="0" y="925401"/>
                  </a:lnTo>
                  <a:lnTo>
                    <a:pt x="1586" y="921429"/>
                  </a:lnTo>
                  <a:lnTo>
                    <a:pt x="1586" y="916663"/>
                  </a:lnTo>
                  <a:lnTo>
                    <a:pt x="3173" y="910308"/>
                  </a:lnTo>
                  <a:lnTo>
                    <a:pt x="3173" y="906337"/>
                  </a:lnTo>
                  <a:lnTo>
                    <a:pt x="4760" y="901571"/>
                  </a:lnTo>
                  <a:lnTo>
                    <a:pt x="6346" y="896805"/>
                  </a:lnTo>
                  <a:lnTo>
                    <a:pt x="7933" y="892039"/>
                  </a:lnTo>
                  <a:lnTo>
                    <a:pt x="9520" y="886478"/>
                  </a:lnTo>
                  <a:lnTo>
                    <a:pt x="10313" y="881712"/>
                  </a:lnTo>
                  <a:lnTo>
                    <a:pt x="11900" y="876946"/>
                  </a:lnTo>
                  <a:lnTo>
                    <a:pt x="13486" y="872975"/>
                  </a:lnTo>
                  <a:lnTo>
                    <a:pt x="16660" y="868209"/>
                  </a:lnTo>
                  <a:lnTo>
                    <a:pt x="18246" y="863443"/>
                  </a:lnTo>
                  <a:lnTo>
                    <a:pt x="19833" y="857882"/>
                  </a:lnTo>
                  <a:lnTo>
                    <a:pt x="23006" y="853116"/>
                  </a:lnTo>
                  <a:lnTo>
                    <a:pt x="24593" y="848350"/>
                  </a:lnTo>
                  <a:lnTo>
                    <a:pt x="26973" y="844378"/>
                  </a:lnTo>
                  <a:lnTo>
                    <a:pt x="28560" y="839612"/>
                  </a:lnTo>
                  <a:lnTo>
                    <a:pt x="31733" y="834846"/>
                  </a:lnTo>
                  <a:lnTo>
                    <a:pt x="34907" y="830875"/>
                  </a:lnTo>
                  <a:lnTo>
                    <a:pt x="38080" y="826109"/>
                  </a:lnTo>
                  <a:lnTo>
                    <a:pt x="40460" y="821343"/>
                  </a:lnTo>
                  <a:lnTo>
                    <a:pt x="43633" y="816577"/>
                  </a:lnTo>
                  <a:lnTo>
                    <a:pt x="46807" y="812605"/>
                  </a:lnTo>
                  <a:lnTo>
                    <a:pt x="51567" y="809428"/>
                  </a:lnTo>
                  <a:lnTo>
                    <a:pt x="54740" y="804662"/>
                  </a:lnTo>
                  <a:lnTo>
                    <a:pt x="57120" y="800690"/>
                  </a:lnTo>
                  <a:lnTo>
                    <a:pt x="61880" y="795930"/>
                  </a:lnTo>
                  <a:lnTo>
                    <a:pt x="66640" y="792747"/>
                  </a:lnTo>
                  <a:lnTo>
                    <a:pt x="69814" y="787981"/>
                  </a:lnTo>
                  <a:lnTo>
                    <a:pt x="72194" y="785601"/>
                  </a:lnTo>
                  <a:lnTo>
                    <a:pt x="76954" y="780841"/>
                  </a:lnTo>
                  <a:lnTo>
                    <a:pt x="81714" y="777654"/>
                  </a:lnTo>
                  <a:lnTo>
                    <a:pt x="84887" y="772888"/>
                  </a:lnTo>
                  <a:lnTo>
                    <a:pt x="88854" y="770505"/>
                  </a:lnTo>
                  <a:lnTo>
                    <a:pt x="93613" y="767328"/>
                  </a:lnTo>
                  <a:lnTo>
                    <a:pt x="98374" y="764151"/>
                  </a:lnTo>
                  <a:lnTo>
                    <a:pt x="102341" y="760973"/>
                  </a:lnTo>
                  <a:lnTo>
                    <a:pt x="107101" y="756213"/>
                  </a:lnTo>
                  <a:lnTo>
                    <a:pt x="111861" y="753824"/>
                  </a:lnTo>
                  <a:lnTo>
                    <a:pt x="116620" y="750647"/>
                  </a:lnTo>
                  <a:lnTo>
                    <a:pt x="122174" y="747469"/>
                  </a:lnTo>
                  <a:lnTo>
                    <a:pt x="126934" y="744292"/>
                  </a:lnTo>
                  <a:lnTo>
                    <a:pt x="131695" y="741115"/>
                  </a:lnTo>
                  <a:lnTo>
                    <a:pt x="137248" y="740320"/>
                  </a:lnTo>
                  <a:lnTo>
                    <a:pt x="142008" y="735560"/>
                  </a:lnTo>
                  <a:lnTo>
                    <a:pt x="146768" y="732377"/>
                  </a:lnTo>
                  <a:lnTo>
                    <a:pt x="152322" y="729200"/>
                  </a:lnTo>
                  <a:lnTo>
                    <a:pt x="157082" y="727611"/>
                  </a:lnTo>
                  <a:lnTo>
                    <a:pt x="162635" y="725228"/>
                  </a:lnTo>
                  <a:lnTo>
                    <a:pt x="167395" y="722051"/>
                  </a:lnTo>
                  <a:lnTo>
                    <a:pt x="173742" y="718873"/>
                  </a:lnTo>
                  <a:lnTo>
                    <a:pt x="179295" y="717285"/>
                  </a:lnTo>
                  <a:lnTo>
                    <a:pt x="184055" y="712525"/>
                  </a:lnTo>
                  <a:lnTo>
                    <a:pt x="190402" y="710930"/>
                  </a:lnTo>
                  <a:lnTo>
                    <a:pt x="194369" y="708547"/>
                  </a:lnTo>
                  <a:lnTo>
                    <a:pt x="200716" y="705370"/>
                  </a:lnTo>
                  <a:lnTo>
                    <a:pt x="207062" y="703781"/>
                  </a:lnTo>
                  <a:lnTo>
                    <a:pt x="211029" y="700604"/>
                  </a:lnTo>
                  <a:lnTo>
                    <a:pt x="217376" y="697426"/>
                  </a:lnTo>
                  <a:lnTo>
                    <a:pt x="223723" y="695838"/>
                  </a:lnTo>
                  <a:lnTo>
                    <a:pt x="227689" y="693455"/>
                  </a:lnTo>
                  <a:lnTo>
                    <a:pt x="234036" y="690277"/>
                  </a:lnTo>
                  <a:lnTo>
                    <a:pt x="238796" y="687100"/>
                  </a:lnTo>
                  <a:lnTo>
                    <a:pt x="245936" y="685511"/>
                  </a:lnTo>
                  <a:lnTo>
                    <a:pt x="250696" y="680751"/>
                  </a:lnTo>
                  <a:lnTo>
                    <a:pt x="256250" y="679951"/>
                  </a:lnTo>
                  <a:lnTo>
                    <a:pt x="261010" y="676774"/>
                  </a:lnTo>
                  <a:lnTo>
                    <a:pt x="267356" y="673596"/>
                  </a:lnTo>
                  <a:lnTo>
                    <a:pt x="271323" y="670419"/>
                  </a:lnTo>
                  <a:lnTo>
                    <a:pt x="277670" y="667242"/>
                  </a:lnTo>
                  <a:lnTo>
                    <a:pt x="284017" y="664859"/>
                  </a:lnTo>
                  <a:lnTo>
                    <a:pt x="287983" y="663270"/>
                  </a:lnTo>
                  <a:lnTo>
                    <a:pt x="294330" y="660093"/>
                  </a:lnTo>
                  <a:lnTo>
                    <a:pt x="299090" y="656915"/>
                  </a:lnTo>
                  <a:lnTo>
                    <a:pt x="304644" y="653738"/>
                  </a:lnTo>
                  <a:lnTo>
                    <a:pt x="310990" y="650561"/>
                  </a:lnTo>
                  <a:lnTo>
                    <a:pt x="314957" y="648178"/>
                  </a:lnTo>
                  <a:lnTo>
                    <a:pt x="319717" y="645000"/>
                  </a:lnTo>
                  <a:lnTo>
                    <a:pt x="324477" y="641823"/>
                  </a:lnTo>
                  <a:lnTo>
                    <a:pt x="330824" y="638645"/>
                  </a:lnTo>
                  <a:lnTo>
                    <a:pt x="334791" y="635468"/>
                  </a:lnTo>
                  <a:lnTo>
                    <a:pt x="339551" y="631496"/>
                  </a:lnTo>
                  <a:lnTo>
                    <a:pt x="344311" y="628319"/>
                  </a:lnTo>
                  <a:lnTo>
                    <a:pt x="348277" y="625142"/>
                  </a:lnTo>
                  <a:lnTo>
                    <a:pt x="353038" y="621964"/>
                  </a:lnTo>
                  <a:lnTo>
                    <a:pt x="357798" y="617993"/>
                  </a:lnTo>
                  <a:lnTo>
                    <a:pt x="361763" y="613227"/>
                  </a:lnTo>
                  <a:lnTo>
                    <a:pt x="366524" y="610049"/>
                  </a:lnTo>
                  <a:lnTo>
                    <a:pt x="371284" y="606872"/>
                  </a:lnTo>
                  <a:lnTo>
                    <a:pt x="376045" y="602900"/>
                  </a:lnTo>
                  <a:lnTo>
                    <a:pt x="380011" y="599723"/>
                  </a:lnTo>
                  <a:lnTo>
                    <a:pt x="384771" y="594963"/>
                  </a:lnTo>
                  <a:lnTo>
                    <a:pt x="387945" y="590191"/>
                  </a:lnTo>
                  <a:lnTo>
                    <a:pt x="391118" y="587808"/>
                  </a:lnTo>
                  <a:lnTo>
                    <a:pt x="395085" y="581453"/>
                  </a:lnTo>
                  <a:lnTo>
                    <a:pt x="398258" y="578280"/>
                  </a:lnTo>
                  <a:lnTo>
                    <a:pt x="401432" y="572716"/>
                  </a:lnTo>
                  <a:lnTo>
                    <a:pt x="404605" y="569543"/>
                  </a:lnTo>
                  <a:lnTo>
                    <a:pt x="406985" y="564772"/>
                  </a:lnTo>
                  <a:lnTo>
                    <a:pt x="411745" y="560012"/>
                  </a:lnTo>
                  <a:lnTo>
                    <a:pt x="413332" y="556035"/>
                  </a:lnTo>
                  <a:lnTo>
                    <a:pt x="416505" y="551269"/>
                  </a:lnTo>
                  <a:lnTo>
                    <a:pt x="419678" y="546503"/>
                  </a:lnTo>
                  <a:lnTo>
                    <a:pt x="421265" y="542531"/>
                  </a:lnTo>
                  <a:lnTo>
                    <a:pt x="423645" y="536176"/>
                  </a:lnTo>
                  <a:lnTo>
                    <a:pt x="425232" y="531410"/>
                  </a:lnTo>
                  <a:lnTo>
                    <a:pt x="428405" y="527438"/>
                  </a:lnTo>
                  <a:lnTo>
                    <a:pt x="431579" y="522672"/>
                  </a:lnTo>
                  <a:lnTo>
                    <a:pt x="433165" y="517906"/>
                  </a:lnTo>
                  <a:lnTo>
                    <a:pt x="434752" y="513140"/>
                  </a:lnTo>
                  <a:lnTo>
                    <a:pt x="436339" y="507580"/>
                  </a:lnTo>
                  <a:lnTo>
                    <a:pt x="437132" y="502814"/>
                  </a:lnTo>
                  <a:lnTo>
                    <a:pt x="438719" y="498048"/>
                  </a:lnTo>
                  <a:lnTo>
                    <a:pt x="440305" y="494076"/>
                  </a:lnTo>
                  <a:lnTo>
                    <a:pt x="441892" y="487722"/>
                  </a:lnTo>
                  <a:lnTo>
                    <a:pt x="443479" y="482956"/>
                  </a:lnTo>
                  <a:lnTo>
                    <a:pt x="443479" y="477395"/>
                  </a:lnTo>
                  <a:lnTo>
                    <a:pt x="445065" y="472629"/>
                  </a:lnTo>
                  <a:lnTo>
                    <a:pt x="445065" y="467863"/>
                  </a:lnTo>
                  <a:lnTo>
                    <a:pt x="446652" y="463892"/>
                  </a:lnTo>
                  <a:lnTo>
                    <a:pt x="448239" y="457537"/>
                  </a:lnTo>
                  <a:lnTo>
                    <a:pt x="448239" y="452771"/>
                  </a:lnTo>
                  <a:lnTo>
                    <a:pt x="449826" y="447211"/>
                  </a:lnTo>
                  <a:lnTo>
                    <a:pt x="449826" y="442445"/>
                  </a:lnTo>
                  <a:lnTo>
                    <a:pt x="449826" y="436884"/>
                  </a:lnTo>
                  <a:lnTo>
                    <a:pt x="449826" y="432118"/>
                  </a:lnTo>
                  <a:lnTo>
                    <a:pt x="449826" y="425763"/>
                  </a:lnTo>
                  <a:lnTo>
                    <a:pt x="451412" y="421792"/>
                  </a:lnTo>
                  <a:lnTo>
                    <a:pt x="451412" y="415437"/>
                  </a:lnTo>
                  <a:lnTo>
                    <a:pt x="451412" y="410671"/>
                  </a:lnTo>
                  <a:lnTo>
                    <a:pt x="451412" y="406699"/>
                  </a:lnTo>
                  <a:lnTo>
                    <a:pt x="451412" y="400345"/>
                  </a:lnTo>
                  <a:lnTo>
                    <a:pt x="449826" y="395579"/>
                  </a:lnTo>
                  <a:lnTo>
                    <a:pt x="449826" y="390018"/>
                  </a:lnTo>
                  <a:lnTo>
                    <a:pt x="449826" y="385252"/>
                  </a:lnTo>
                  <a:lnTo>
                    <a:pt x="449826" y="378898"/>
                  </a:lnTo>
                  <a:lnTo>
                    <a:pt x="448239" y="374926"/>
                  </a:lnTo>
                  <a:lnTo>
                    <a:pt x="448239" y="368571"/>
                  </a:lnTo>
                  <a:lnTo>
                    <a:pt x="448239" y="363805"/>
                  </a:lnTo>
                  <a:lnTo>
                    <a:pt x="448239" y="359834"/>
                  </a:lnTo>
                  <a:lnTo>
                    <a:pt x="446652" y="353479"/>
                  </a:lnTo>
                  <a:lnTo>
                    <a:pt x="445065" y="348713"/>
                  </a:lnTo>
                  <a:lnTo>
                    <a:pt x="443479" y="343153"/>
                  </a:lnTo>
                  <a:lnTo>
                    <a:pt x="443479" y="338387"/>
                  </a:lnTo>
                  <a:lnTo>
                    <a:pt x="441892" y="332032"/>
                  </a:lnTo>
                  <a:lnTo>
                    <a:pt x="441892" y="328060"/>
                  </a:lnTo>
                  <a:lnTo>
                    <a:pt x="440305" y="323294"/>
                  </a:lnTo>
                  <a:lnTo>
                    <a:pt x="438719" y="318528"/>
                  </a:lnTo>
                  <a:lnTo>
                    <a:pt x="437132" y="312968"/>
                  </a:lnTo>
                  <a:lnTo>
                    <a:pt x="437132" y="308202"/>
                  </a:lnTo>
                  <a:lnTo>
                    <a:pt x="436339" y="303436"/>
                  </a:lnTo>
                  <a:lnTo>
                    <a:pt x="434752" y="297875"/>
                  </a:lnTo>
                  <a:lnTo>
                    <a:pt x="433165" y="293109"/>
                  </a:lnTo>
                  <a:lnTo>
                    <a:pt x="431579" y="288343"/>
                  </a:lnTo>
                  <a:lnTo>
                    <a:pt x="429992" y="284372"/>
                  </a:lnTo>
                  <a:lnTo>
                    <a:pt x="428405" y="279606"/>
                  </a:lnTo>
                  <a:lnTo>
                    <a:pt x="426819" y="273251"/>
                  </a:lnTo>
                  <a:lnTo>
                    <a:pt x="425232" y="269279"/>
                  </a:lnTo>
                  <a:lnTo>
                    <a:pt x="423645" y="264513"/>
                  </a:lnTo>
                  <a:lnTo>
                    <a:pt x="422059" y="259746"/>
                  </a:lnTo>
                  <a:lnTo>
                    <a:pt x="421265" y="254186"/>
                  </a:lnTo>
                  <a:lnTo>
                    <a:pt x="419678" y="249421"/>
                  </a:lnTo>
                  <a:lnTo>
                    <a:pt x="418092" y="244655"/>
                  </a:lnTo>
                  <a:lnTo>
                    <a:pt x="416505" y="240683"/>
                  </a:lnTo>
                  <a:lnTo>
                    <a:pt x="414918" y="235917"/>
                  </a:lnTo>
                  <a:lnTo>
                    <a:pt x="413332" y="231146"/>
                  </a:lnTo>
                  <a:lnTo>
                    <a:pt x="411745" y="226385"/>
                  </a:lnTo>
                  <a:lnTo>
                    <a:pt x="410158" y="222414"/>
                  </a:lnTo>
                  <a:lnTo>
                    <a:pt x="408572" y="216059"/>
                  </a:lnTo>
                  <a:lnTo>
                    <a:pt x="406985" y="212881"/>
                  </a:lnTo>
                  <a:lnTo>
                    <a:pt x="406192" y="208905"/>
                  </a:lnTo>
                  <a:lnTo>
                    <a:pt x="404605" y="204144"/>
                  </a:lnTo>
                  <a:lnTo>
                    <a:pt x="403018" y="197785"/>
                  </a:lnTo>
                  <a:lnTo>
                    <a:pt x="401432" y="193817"/>
                  </a:lnTo>
                  <a:lnTo>
                    <a:pt x="399845" y="190640"/>
                  </a:lnTo>
                  <a:lnTo>
                    <a:pt x="398258" y="185874"/>
                  </a:lnTo>
                  <a:lnTo>
                    <a:pt x="396671" y="181105"/>
                  </a:lnTo>
                  <a:lnTo>
                    <a:pt x="395085" y="177136"/>
                  </a:lnTo>
                  <a:lnTo>
                    <a:pt x="393498" y="172370"/>
                  </a:lnTo>
                  <a:lnTo>
                    <a:pt x="391911" y="169193"/>
                  </a:lnTo>
                  <a:lnTo>
                    <a:pt x="391118" y="165221"/>
                  </a:lnTo>
                  <a:lnTo>
                    <a:pt x="389531" y="160455"/>
                  </a:lnTo>
                  <a:lnTo>
                    <a:pt x="389531" y="155689"/>
                  </a:lnTo>
                  <a:lnTo>
                    <a:pt x="387945" y="152512"/>
                  </a:lnTo>
                  <a:lnTo>
                    <a:pt x="386358" y="148540"/>
                  </a:lnTo>
                  <a:lnTo>
                    <a:pt x="384771" y="143774"/>
                  </a:lnTo>
                  <a:lnTo>
                    <a:pt x="383185" y="140597"/>
                  </a:lnTo>
                  <a:lnTo>
                    <a:pt x="383185" y="137420"/>
                  </a:lnTo>
                  <a:lnTo>
                    <a:pt x="381598" y="133448"/>
                  </a:lnTo>
                  <a:lnTo>
                    <a:pt x="380011" y="128682"/>
                  </a:lnTo>
                  <a:lnTo>
                    <a:pt x="378425" y="123916"/>
                  </a:lnTo>
                  <a:lnTo>
                    <a:pt x="378425" y="120739"/>
                  </a:lnTo>
                  <a:lnTo>
                    <a:pt x="376838" y="118356"/>
                  </a:lnTo>
                  <a:lnTo>
                    <a:pt x="376045" y="115178"/>
                  </a:lnTo>
                  <a:lnTo>
                    <a:pt x="374458" y="110412"/>
                  </a:lnTo>
                  <a:lnTo>
                    <a:pt x="374458" y="107235"/>
                  </a:lnTo>
                  <a:lnTo>
                    <a:pt x="372871" y="104057"/>
                  </a:lnTo>
                  <a:lnTo>
                    <a:pt x="371284" y="100086"/>
                  </a:lnTo>
                  <a:lnTo>
                    <a:pt x="371284" y="96907"/>
                  </a:lnTo>
                  <a:lnTo>
                    <a:pt x="369698" y="93731"/>
                  </a:lnTo>
                  <a:lnTo>
                    <a:pt x="368111" y="88171"/>
                  </a:lnTo>
                  <a:lnTo>
                    <a:pt x="366524" y="81816"/>
                  </a:lnTo>
                  <a:lnTo>
                    <a:pt x="364938" y="75461"/>
                  </a:lnTo>
                  <a:lnTo>
                    <a:pt x="363351" y="71490"/>
                  </a:lnTo>
                  <a:lnTo>
                    <a:pt x="361763" y="66724"/>
                  </a:lnTo>
                  <a:lnTo>
                    <a:pt x="361763" y="60369"/>
                  </a:lnTo>
                  <a:lnTo>
                    <a:pt x="360971" y="56397"/>
                  </a:lnTo>
                  <a:lnTo>
                    <a:pt x="360971" y="51631"/>
                  </a:lnTo>
                  <a:lnTo>
                    <a:pt x="360971" y="48454"/>
                  </a:lnTo>
                  <a:lnTo>
                    <a:pt x="360971" y="45277"/>
                  </a:lnTo>
                  <a:lnTo>
                    <a:pt x="360971" y="41305"/>
                  </a:lnTo>
                  <a:lnTo>
                    <a:pt x="360971" y="38128"/>
                  </a:lnTo>
                  <a:lnTo>
                    <a:pt x="360971" y="34948"/>
                  </a:lnTo>
                  <a:lnTo>
                    <a:pt x="360971" y="31773"/>
                  </a:lnTo>
                  <a:lnTo>
                    <a:pt x="361763" y="26213"/>
                  </a:lnTo>
                  <a:lnTo>
                    <a:pt x="364938" y="21447"/>
                  </a:lnTo>
                  <a:lnTo>
                    <a:pt x="368111" y="16681"/>
                  </a:lnTo>
                  <a:lnTo>
                    <a:pt x="372871" y="13503"/>
                  </a:lnTo>
                  <a:lnTo>
                    <a:pt x="376838" y="11120"/>
                  </a:lnTo>
                  <a:lnTo>
                    <a:pt x="381598" y="7943"/>
                  </a:lnTo>
                  <a:lnTo>
                    <a:pt x="386358" y="4766"/>
                  </a:lnTo>
                  <a:lnTo>
                    <a:pt x="393498" y="3177"/>
                  </a:lnTo>
                  <a:lnTo>
                    <a:pt x="395085" y="3177"/>
                  </a:lnTo>
                  <a:lnTo>
                    <a:pt x="398258" y="3177"/>
                  </a:lnTo>
                  <a:lnTo>
                    <a:pt x="401432" y="1588"/>
                  </a:lnTo>
                  <a:lnTo>
                    <a:pt x="406192" y="1588"/>
                  </a:lnTo>
                  <a:lnTo>
                    <a:pt x="406985" y="0"/>
                  </a:lnTo>
                  <a:lnTo>
                    <a:pt x="411745" y="0"/>
                  </a:lnTo>
                  <a:lnTo>
                    <a:pt x="413332" y="0"/>
                  </a:lnTo>
                  <a:lnTo>
                    <a:pt x="418092" y="0"/>
                  </a:lnTo>
                  <a:lnTo>
                    <a:pt x="422059" y="0"/>
                  </a:lnTo>
                  <a:lnTo>
                    <a:pt x="428405" y="0"/>
                  </a:lnTo>
                  <a:close/>
                </a:path>
              </a:pathLst>
            </a:custGeom>
            <a:solidFill>
              <a:srgbClr val="3399FF"/>
            </a:solidFill>
            <a:ln>
              <a:noFill/>
            </a:ln>
            <a:effectLst/>
          </p:spPr>
          <p:txBody>
            <a:bodyPr vert="horz" wrap="square" lIns="0" tIns="0" rIns="3810" bIns="2540" numCol="1" spcCol="215900" anchor="t"/>
            <a:lstStyle/>
            <a:p>
              <a:pPr/>
              <a:endParaRPr lang="en-us" cap="none"/>
            </a:p>
          </p:txBody>
        </p:sp>
        <p:sp>
          <p:nvSpPr>
            <p:cNvPr id="6" name="Text Box 6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yAAAKYWAACdIgAANhoAAAAgAAAmAAAACAAAAP//////////"/>
                </a:ext>
              </a:extLst>
            </p:cNvSpPr>
            <p:nvPr/>
          </p:nvSpPr>
          <p:spPr>
            <a:xfrm>
              <a:off x="5239385" y="3681730"/>
              <a:ext cx="387350" cy="579120"/>
            </a:xfrm>
            <a:prstGeom prst="rect">
              <a:avLst/>
            </a:prstGeom>
            <a:noFill/>
            <a:ln>
              <a:noFill/>
            </a:ln>
            <a:effectLst/>
          </p:spPr>
          <p:txBody>
            <a:bodyPr vert="horz" wrap="none" lIns="91440" tIns="45720" rIns="91440" bIns="45720" numCol="1" spcCol="215900" anchor="t"/>
            <a:lstStyle/>
            <a:p>
              <a:pPr/>
              <a:r>
                <a:rPr lang="en-us" sz="3200" b="1" cap="none"/>
                <a:t>5</a:t>
              </a:r>
              <a:endParaRPr lang="en-us" sz="3200" b="1" cap="none"/>
            </a:p>
          </p:txBody>
        </p:sp>
        <p:sp>
          <p:nvSpPr>
            <p:cNvPr id="5" name="Freeform 83"/>
            <p:cNvSpPr>
              <a:extLst>
                <a:ext uri="smNativeData">
                  <pr:smNativeData xmlns:pr="smNativeData" xmlns="smNativeData" val="SMDATA_15_VcZhaRMAAAAlAAAACwAAAA0AAAAAAAAAAAAAAAAGAAAAAw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wAAAP8AAAAt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QjWS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UB8AAEATAADQIwAArhMAAAAAAAAmAAAACAAAAP//////////"/>
                </a:ext>
              </a:extLst>
            </p:cNvSpPr>
            <p:nvPr/>
          </p:nvSpPr>
          <p:spPr>
            <a:xfrm>
              <a:off x="5090160" y="3129280"/>
              <a:ext cx="731520" cy="69850"/>
            </a:xfrm>
            <a:custGeom>
              <a:avLst/>
              <a:gdLst/>
              <a:ahLst/>
              <a:cxnLst/>
              <a:rect l="0" t="0" r="731520" b="69850"/>
              <a:pathLst>
                <a:path w="731520" h="69850">
                  <a:moveTo>
                    <a:pt x="0" y="0"/>
                  </a:moveTo>
                  <a:cubicBezTo>
                    <a:pt x="117424" y="33338"/>
                    <a:pt x="236435" y="66675"/>
                    <a:pt x="358619" y="68263"/>
                  </a:cubicBezTo>
                  <a:cubicBezTo>
                    <a:pt x="480804" y="69850"/>
                    <a:pt x="606162" y="38100"/>
                    <a:pt x="731520" y="7938"/>
                  </a:cubicBezTo>
                </a:path>
              </a:pathLst>
            </a:custGeom>
            <a:noFill/>
            <a:ln w="28575" cap="flat" cmpd="sng" algn="ctr">
              <a:solidFill>
                <a:srgbClr val="FF0000"/>
              </a:solidFill>
              <a:prstDash val="dash"/>
              <a:headEnd type="none"/>
              <a:tailEnd type="none"/>
            </a:ln>
            <a:effectLst/>
          </p:spPr>
          <p:txBody>
            <a:bodyPr vert="horz" wrap="square" lIns="0" tIns="0" rIns="3810" bIns="1905" numCol="1" spcCol="215900" anchor="t"/>
            <a:lstStyle/>
            <a:p>
              <a:pPr/>
              <a:endParaRPr lang="en-us" cap="none"/>
            </a:p>
          </p:txBody>
        </p:sp>
      </p:grpSp>
      <p:grpSp>
        <p:nvGrpSpPr>
          <p:cNvPr id="21" name="Group 106"/>
          <p:cNvGrpSpPr>
            <a:extLst>
              <a:ext uri="smNativeData">
                <pr:smNativeData xmlns:pr="smNativeData" xmlns="smNativeData" val="SMDATA_6_VcZhaRMAAAAlAAAAAQAAAA8BAAAAkAAAAEgAAACQAAAASAAAAAAAAAAAAAAAAAAAABcAAAAUAAAAAAAAAAAAAAD/fwAA/38AAAAAAAAJAAAABAAAANemAQAfAAAAVAAAAAAAAAAAAAAAAAAAAAAAAAAAAAAAAAAAAAAAAAAAAAAAAAAAAAAAAAAAAAAAAAAAAAAAAAAAAAAAAAAAAAAAAAAAAAAAAAAAAAAAAAAAAAAAAAAAACEAAAAYAAAAFAAAAPQnAADNFAAAEy4AAHkdAAAQAAAAJgAAAAgAAAD/////AAAAAA=="/>
              </a:ext>
            </a:extLst>
          </p:cNvGrpSpPr>
          <p:nvPr/>
        </p:nvGrpSpPr>
        <p:grpSpPr>
          <a:xfrm>
            <a:off x="6494780" y="3381375"/>
            <a:ext cx="995045" cy="1409700"/>
            <a:chOff x="6494780" y="3381375"/>
            <a:chExt cx="995045" cy="1409700"/>
          </a:xfrm>
        </p:grpSpPr>
        <p:sp>
          <p:nvSpPr>
            <p:cNvPr id="37" name="Freeform 90"/>
            <p:cNvSpPr>
              <a:extLst>
                <a:ext uri="smNativeData">
                  <pr:smNativeData xmlns:pr="smNativeData" xmlns="smNativeData" val="SMDATA_15_VcZhaRMAAAAlAAAACwAAAA0AAAAAAAAAAAAAAAAIAAAABQAAAAAAAAAAAAAAAAAAAAEAAABQAAAAAAAAAAAA4D8AAAAAAADgPwAAAAAAAOA/AAAAAAAA4D8AAAAAAADgPwAAAAAAAOA/AAAAAAAA4D8AAAAAAADgPwAAAAAAAOA/AAAAAAAA4D8CAAAAjAAAAAEAAAAAAAAAAGb/AP///wgAAAAAAAAAAAAAAAAAAAAAAAAAAAAAAAAAAAAAeAAAAAEAAABAAAAAAAAAAAAAAABaAAAAAAAAAAAAAAAAAAAAAAAAAAAAAAAAAAAAAAAAAAAAAAAAAAAAAAAAAAAAAAAAAAAAAAAAAAAAAAAAAAAAAAAAAAAAAAAAAAAAFAAAADwAAAABAAAAAAAAAAAAAAk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Gb/AP///wEAAAAAAAAAAAAAAAAAAAAAAAAAAAAAAAAAAAAAAAAAAAAAAAJ/f38AH0l9A8zMzADAwP8Af39/AAAAAAAAAAAAAAAAAAAAAAAAAAAAIQAAABgAAAAUAAAA9CcAAK4VAAATLgAAeR0AAAAAAAAmAAAACAAAAP//////////"/>
                </a:ext>
              </a:extLst>
            </p:cNvSpPr>
            <p:nvPr/>
          </p:nvSpPr>
          <p:spPr>
            <a:xfrm>
              <a:off x="6494780" y="3524250"/>
              <a:ext cx="995045" cy="1266825"/>
            </a:xfrm>
            <a:custGeom>
              <a:avLst/>
              <a:gdLst/>
              <a:ahLst/>
              <a:cxnLst/>
              <a:rect l="0" t="0" r="995045" b="1266825"/>
              <a:pathLst>
                <a:path w="995045" h="1266825">
                  <a:moveTo>
                    <a:pt x="260593" y="11176"/>
                  </a:moveTo>
                  <a:lnTo>
                    <a:pt x="260593" y="13411"/>
                  </a:lnTo>
                  <a:lnTo>
                    <a:pt x="260593" y="14529"/>
                  </a:lnTo>
                  <a:lnTo>
                    <a:pt x="261707" y="16764"/>
                  </a:lnTo>
                  <a:lnTo>
                    <a:pt x="261707" y="18999"/>
                  </a:lnTo>
                  <a:lnTo>
                    <a:pt x="261707" y="21793"/>
                  </a:lnTo>
                  <a:lnTo>
                    <a:pt x="261707" y="24028"/>
                  </a:lnTo>
                  <a:lnTo>
                    <a:pt x="261707" y="26264"/>
                  </a:lnTo>
                  <a:lnTo>
                    <a:pt x="261707" y="29616"/>
                  </a:lnTo>
                  <a:lnTo>
                    <a:pt x="261707" y="33528"/>
                  </a:lnTo>
                  <a:lnTo>
                    <a:pt x="261707" y="36881"/>
                  </a:lnTo>
                  <a:lnTo>
                    <a:pt x="262821" y="40234"/>
                  </a:lnTo>
                  <a:lnTo>
                    <a:pt x="262821" y="42469"/>
                  </a:lnTo>
                  <a:lnTo>
                    <a:pt x="262821" y="44146"/>
                  </a:lnTo>
                  <a:lnTo>
                    <a:pt x="262821" y="46381"/>
                  </a:lnTo>
                  <a:lnTo>
                    <a:pt x="262821" y="48616"/>
                  </a:lnTo>
                  <a:lnTo>
                    <a:pt x="262821" y="53087"/>
                  </a:lnTo>
                  <a:lnTo>
                    <a:pt x="262821" y="56998"/>
                  </a:lnTo>
                  <a:lnTo>
                    <a:pt x="262821" y="59233"/>
                  </a:lnTo>
                  <a:lnTo>
                    <a:pt x="262821" y="61469"/>
                  </a:lnTo>
                  <a:lnTo>
                    <a:pt x="262821" y="63704"/>
                  </a:lnTo>
                  <a:lnTo>
                    <a:pt x="262821" y="66498"/>
                  </a:lnTo>
                  <a:lnTo>
                    <a:pt x="262821" y="68733"/>
                  </a:lnTo>
                  <a:lnTo>
                    <a:pt x="262821" y="70969"/>
                  </a:lnTo>
                  <a:lnTo>
                    <a:pt x="262821" y="73204"/>
                  </a:lnTo>
                  <a:lnTo>
                    <a:pt x="262821" y="75439"/>
                  </a:lnTo>
                  <a:lnTo>
                    <a:pt x="262821" y="77115"/>
                  </a:lnTo>
                  <a:lnTo>
                    <a:pt x="262821" y="80468"/>
                  </a:lnTo>
                  <a:lnTo>
                    <a:pt x="262821" y="82704"/>
                  </a:lnTo>
                  <a:lnTo>
                    <a:pt x="262821" y="84939"/>
                  </a:lnTo>
                  <a:lnTo>
                    <a:pt x="262821" y="87733"/>
                  </a:lnTo>
                  <a:lnTo>
                    <a:pt x="262821" y="89968"/>
                  </a:lnTo>
                  <a:lnTo>
                    <a:pt x="261707" y="92203"/>
                  </a:lnTo>
                  <a:lnTo>
                    <a:pt x="261707" y="95556"/>
                  </a:lnTo>
                  <a:lnTo>
                    <a:pt x="261707" y="97233"/>
                  </a:lnTo>
                  <a:lnTo>
                    <a:pt x="261707" y="99468"/>
                  </a:lnTo>
                  <a:lnTo>
                    <a:pt x="261707" y="101703"/>
                  </a:lnTo>
                  <a:lnTo>
                    <a:pt x="261707" y="105056"/>
                  </a:lnTo>
                  <a:lnTo>
                    <a:pt x="260593" y="107291"/>
                  </a:lnTo>
                  <a:lnTo>
                    <a:pt x="260593" y="108968"/>
                  </a:lnTo>
                  <a:lnTo>
                    <a:pt x="260593" y="112321"/>
                  </a:lnTo>
                  <a:lnTo>
                    <a:pt x="260593" y="114556"/>
                  </a:lnTo>
                  <a:lnTo>
                    <a:pt x="259479" y="116791"/>
                  </a:lnTo>
                  <a:lnTo>
                    <a:pt x="259479" y="119585"/>
                  </a:lnTo>
                  <a:lnTo>
                    <a:pt x="259479" y="121820"/>
                  </a:lnTo>
                  <a:lnTo>
                    <a:pt x="259479" y="125173"/>
                  </a:lnTo>
                  <a:lnTo>
                    <a:pt x="258366" y="126286"/>
                  </a:lnTo>
                  <a:lnTo>
                    <a:pt x="258366" y="129085"/>
                  </a:lnTo>
                  <a:lnTo>
                    <a:pt x="257252" y="131319"/>
                  </a:lnTo>
                  <a:lnTo>
                    <a:pt x="257252" y="133554"/>
                  </a:lnTo>
                  <a:lnTo>
                    <a:pt x="256138" y="135791"/>
                  </a:lnTo>
                  <a:lnTo>
                    <a:pt x="256138" y="138026"/>
                  </a:lnTo>
                  <a:lnTo>
                    <a:pt x="255024" y="139702"/>
                  </a:lnTo>
                  <a:lnTo>
                    <a:pt x="255024" y="141938"/>
                  </a:lnTo>
                  <a:lnTo>
                    <a:pt x="253911" y="144173"/>
                  </a:lnTo>
                  <a:lnTo>
                    <a:pt x="252798" y="146408"/>
                  </a:lnTo>
                  <a:lnTo>
                    <a:pt x="252240" y="148643"/>
                  </a:lnTo>
                  <a:lnTo>
                    <a:pt x="252240" y="150320"/>
                  </a:lnTo>
                  <a:lnTo>
                    <a:pt x="251126" y="152555"/>
                  </a:lnTo>
                  <a:lnTo>
                    <a:pt x="251126" y="154790"/>
                  </a:lnTo>
                  <a:lnTo>
                    <a:pt x="250014" y="158143"/>
                  </a:lnTo>
                  <a:lnTo>
                    <a:pt x="250014" y="160378"/>
                  </a:lnTo>
                  <a:lnTo>
                    <a:pt x="247786" y="163172"/>
                  </a:lnTo>
                  <a:lnTo>
                    <a:pt x="246673" y="167642"/>
                  </a:lnTo>
                  <a:lnTo>
                    <a:pt x="245559" y="169877"/>
                  </a:lnTo>
                  <a:lnTo>
                    <a:pt x="244445" y="171555"/>
                  </a:lnTo>
                  <a:lnTo>
                    <a:pt x="243332" y="173790"/>
                  </a:lnTo>
                  <a:lnTo>
                    <a:pt x="243332" y="176025"/>
                  </a:lnTo>
                  <a:lnTo>
                    <a:pt x="242218" y="178260"/>
                  </a:lnTo>
                  <a:lnTo>
                    <a:pt x="241104" y="180496"/>
                  </a:lnTo>
                  <a:lnTo>
                    <a:pt x="240548" y="182172"/>
                  </a:lnTo>
                  <a:lnTo>
                    <a:pt x="240548" y="185525"/>
                  </a:lnTo>
                  <a:lnTo>
                    <a:pt x="239434" y="186639"/>
                  </a:lnTo>
                  <a:lnTo>
                    <a:pt x="238319" y="188878"/>
                  </a:lnTo>
                  <a:lnTo>
                    <a:pt x="237207" y="191113"/>
                  </a:lnTo>
                  <a:lnTo>
                    <a:pt x="237207" y="193907"/>
                  </a:lnTo>
                  <a:lnTo>
                    <a:pt x="234978" y="197260"/>
                  </a:lnTo>
                  <a:lnTo>
                    <a:pt x="232752" y="201730"/>
                  </a:lnTo>
                  <a:lnTo>
                    <a:pt x="231638" y="203407"/>
                  </a:lnTo>
                  <a:lnTo>
                    <a:pt x="230525" y="205642"/>
                  </a:lnTo>
                  <a:lnTo>
                    <a:pt x="229968" y="207877"/>
                  </a:lnTo>
                  <a:lnTo>
                    <a:pt x="228854" y="210113"/>
                  </a:lnTo>
                  <a:lnTo>
                    <a:pt x="227741" y="212348"/>
                  </a:lnTo>
                  <a:lnTo>
                    <a:pt x="226627" y="214023"/>
                  </a:lnTo>
                  <a:lnTo>
                    <a:pt x="226627" y="216259"/>
                  </a:lnTo>
                  <a:lnTo>
                    <a:pt x="225513" y="218495"/>
                  </a:lnTo>
                  <a:lnTo>
                    <a:pt x="224400" y="220729"/>
                  </a:lnTo>
                  <a:lnTo>
                    <a:pt x="223286" y="224083"/>
                  </a:lnTo>
                  <a:lnTo>
                    <a:pt x="222172" y="225759"/>
                  </a:lnTo>
                  <a:lnTo>
                    <a:pt x="221059" y="227994"/>
                  </a:lnTo>
                  <a:lnTo>
                    <a:pt x="219945" y="230230"/>
                  </a:lnTo>
                  <a:lnTo>
                    <a:pt x="219388" y="232465"/>
                  </a:lnTo>
                  <a:lnTo>
                    <a:pt x="218275" y="234700"/>
                  </a:lnTo>
                  <a:lnTo>
                    <a:pt x="217161" y="236377"/>
                  </a:lnTo>
                  <a:lnTo>
                    <a:pt x="216047" y="239730"/>
                  </a:lnTo>
                  <a:lnTo>
                    <a:pt x="214934" y="241965"/>
                  </a:lnTo>
                  <a:lnTo>
                    <a:pt x="213820" y="244200"/>
                  </a:lnTo>
                  <a:lnTo>
                    <a:pt x="212706" y="246994"/>
                  </a:lnTo>
                  <a:lnTo>
                    <a:pt x="211593" y="249229"/>
                  </a:lnTo>
                  <a:lnTo>
                    <a:pt x="210479" y="251464"/>
                  </a:lnTo>
                  <a:lnTo>
                    <a:pt x="209365" y="253699"/>
                  </a:lnTo>
                  <a:lnTo>
                    <a:pt x="208809" y="256494"/>
                  </a:lnTo>
                  <a:lnTo>
                    <a:pt x="207694" y="258729"/>
                  </a:lnTo>
                  <a:lnTo>
                    <a:pt x="206580" y="260964"/>
                  </a:lnTo>
                  <a:lnTo>
                    <a:pt x="205468" y="264317"/>
                  </a:lnTo>
                  <a:lnTo>
                    <a:pt x="204354" y="266552"/>
                  </a:lnTo>
                  <a:lnTo>
                    <a:pt x="203239" y="269347"/>
                  </a:lnTo>
                  <a:lnTo>
                    <a:pt x="202127" y="271582"/>
                  </a:lnTo>
                  <a:lnTo>
                    <a:pt x="201013" y="273817"/>
                  </a:lnTo>
                  <a:lnTo>
                    <a:pt x="199898" y="277170"/>
                  </a:lnTo>
                  <a:lnTo>
                    <a:pt x="198786" y="278846"/>
                  </a:lnTo>
                  <a:lnTo>
                    <a:pt x="198229" y="282199"/>
                  </a:lnTo>
                  <a:lnTo>
                    <a:pt x="197115" y="284434"/>
                  </a:lnTo>
                  <a:lnTo>
                    <a:pt x="196002" y="287787"/>
                  </a:lnTo>
                  <a:lnTo>
                    <a:pt x="194888" y="289464"/>
                  </a:lnTo>
                  <a:lnTo>
                    <a:pt x="193774" y="292817"/>
                  </a:lnTo>
                  <a:lnTo>
                    <a:pt x="192661" y="296169"/>
                  </a:lnTo>
                  <a:lnTo>
                    <a:pt x="191547" y="298405"/>
                  </a:lnTo>
                  <a:lnTo>
                    <a:pt x="190433" y="301198"/>
                  </a:lnTo>
                  <a:lnTo>
                    <a:pt x="189320" y="304551"/>
                  </a:lnTo>
                  <a:lnTo>
                    <a:pt x="188206" y="306786"/>
                  </a:lnTo>
                  <a:lnTo>
                    <a:pt x="187649" y="310139"/>
                  </a:lnTo>
                  <a:lnTo>
                    <a:pt x="186536" y="312934"/>
                  </a:lnTo>
                  <a:lnTo>
                    <a:pt x="185422" y="316287"/>
                  </a:lnTo>
                  <a:lnTo>
                    <a:pt x="184308" y="318522"/>
                  </a:lnTo>
                  <a:lnTo>
                    <a:pt x="183195" y="321316"/>
                  </a:lnTo>
                  <a:lnTo>
                    <a:pt x="182081" y="324669"/>
                  </a:lnTo>
                  <a:lnTo>
                    <a:pt x="180967" y="328022"/>
                  </a:lnTo>
                  <a:lnTo>
                    <a:pt x="179854" y="330257"/>
                  </a:lnTo>
                  <a:lnTo>
                    <a:pt x="178740" y="334169"/>
                  </a:lnTo>
                  <a:lnTo>
                    <a:pt x="177626" y="336404"/>
                  </a:lnTo>
                  <a:lnTo>
                    <a:pt x="177070" y="339757"/>
                  </a:lnTo>
                  <a:lnTo>
                    <a:pt x="175955" y="342551"/>
                  </a:lnTo>
                  <a:lnTo>
                    <a:pt x="174842" y="345904"/>
                  </a:lnTo>
                  <a:lnTo>
                    <a:pt x="173729" y="349257"/>
                  </a:lnTo>
                  <a:lnTo>
                    <a:pt x="172614" y="352609"/>
                  </a:lnTo>
                  <a:lnTo>
                    <a:pt x="170388" y="355403"/>
                  </a:lnTo>
                  <a:lnTo>
                    <a:pt x="169274" y="358756"/>
                  </a:lnTo>
                  <a:lnTo>
                    <a:pt x="168159" y="362109"/>
                  </a:lnTo>
                  <a:lnTo>
                    <a:pt x="167047" y="364903"/>
                  </a:lnTo>
                  <a:lnTo>
                    <a:pt x="165376" y="368256"/>
                  </a:lnTo>
                  <a:lnTo>
                    <a:pt x="164263" y="371609"/>
                  </a:lnTo>
                  <a:lnTo>
                    <a:pt x="163149" y="374403"/>
                  </a:lnTo>
                  <a:lnTo>
                    <a:pt x="162035" y="377756"/>
                  </a:lnTo>
                  <a:lnTo>
                    <a:pt x="159808" y="381109"/>
                  </a:lnTo>
                  <a:lnTo>
                    <a:pt x="158694" y="384462"/>
                  </a:lnTo>
                  <a:lnTo>
                    <a:pt x="157581" y="387256"/>
                  </a:lnTo>
                  <a:lnTo>
                    <a:pt x="155353" y="391726"/>
                  </a:lnTo>
                  <a:lnTo>
                    <a:pt x="154797" y="395079"/>
                  </a:lnTo>
                  <a:lnTo>
                    <a:pt x="153683" y="397873"/>
                  </a:lnTo>
                  <a:lnTo>
                    <a:pt x="151456" y="401226"/>
                  </a:lnTo>
                  <a:lnTo>
                    <a:pt x="150342" y="404579"/>
                  </a:lnTo>
                  <a:lnTo>
                    <a:pt x="148115" y="408490"/>
                  </a:lnTo>
                  <a:lnTo>
                    <a:pt x="147001" y="411843"/>
                  </a:lnTo>
                  <a:lnTo>
                    <a:pt x="144774" y="415196"/>
                  </a:lnTo>
                  <a:lnTo>
                    <a:pt x="144216" y="417990"/>
                  </a:lnTo>
                  <a:lnTo>
                    <a:pt x="141990" y="421343"/>
                  </a:lnTo>
                  <a:lnTo>
                    <a:pt x="140875" y="425814"/>
                  </a:lnTo>
                  <a:lnTo>
                    <a:pt x="138649" y="428608"/>
                  </a:lnTo>
                  <a:lnTo>
                    <a:pt x="137534" y="431961"/>
                  </a:lnTo>
                  <a:lnTo>
                    <a:pt x="135308" y="436431"/>
                  </a:lnTo>
                  <a:lnTo>
                    <a:pt x="134194" y="439225"/>
                  </a:lnTo>
                  <a:lnTo>
                    <a:pt x="132524" y="442578"/>
                  </a:lnTo>
                  <a:lnTo>
                    <a:pt x="130296" y="445931"/>
                  </a:lnTo>
                  <a:lnTo>
                    <a:pt x="128069" y="449843"/>
                  </a:lnTo>
                  <a:lnTo>
                    <a:pt x="126955" y="453195"/>
                  </a:lnTo>
                  <a:lnTo>
                    <a:pt x="124728" y="457666"/>
                  </a:lnTo>
                  <a:lnTo>
                    <a:pt x="123058" y="460460"/>
                  </a:lnTo>
                  <a:lnTo>
                    <a:pt x="120830" y="463813"/>
                  </a:lnTo>
                  <a:lnTo>
                    <a:pt x="119717" y="468283"/>
                  </a:lnTo>
                  <a:lnTo>
                    <a:pt x="117489" y="471077"/>
                  </a:lnTo>
                  <a:lnTo>
                    <a:pt x="115262" y="474430"/>
                  </a:lnTo>
                  <a:lnTo>
                    <a:pt x="113035" y="478901"/>
                  </a:lnTo>
                  <a:lnTo>
                    <a:pt x="111364" y="481695"/>
                  </a:lnTo>
                  <a:lnTo>
                    <a:pt x="109136" y="485048"/>
                  </a:lnTo>
                  <a:lnTo>
                    <a:pt x="106910" y="488400"/>
                  </a:lnTo>
                  <a:lnTo>
                    <a:pt x="104682" y="492312"/>
                  </a:lnTo>
                  <a:lnTo>
                    <a:pt x="102455" y="495665"/>
                  </a:lnTo>
                  <a:lnTo>
                    <a:pt x="100785" y="500136"/>
                  </a:lnTo>
                  <a:lnTo>
                    <a:pt x="98557" y="502930"/>
                  </a:lnTo>
                  <a:lnTo>
                    <a:pt x="96330" y="507400"/>
                  </a:lnTo>
                  <a:lnTo>
                    <a:pt x="94103" y="510753"/>
                  </a:lnTo>
                  <a:lnTo>
                    <a:pt x="91876" y="514665"/>
                  </a:lnTo>
                  <a:lnTo>
                    <a:pt x="90205" y="518017"/>
                  </a:lnTo>
                  <a:lnTo>
                    <a:pt x="87978" y="522488"/>
                  </a:lnTo>
                  <a:lnTo>
                    <a:pt x="85750" y="526400"/>
                  </a:lnTo>
                  <a:lnTo>
                    <a:pt x="83523" y="529753"/>
                  </a:lnTo>
                  <a:lnTo>
                    <a:pt x="81296" y="533105"/>
                  </a:lnTo>
                  <a:lnTo>
                    <a:pt x="78511" y="537017"/>
                  </a:lnTo>
                  <a:lnTo>
                    <a:pt x="76284" y="541488"/>
                  </a:lnTo>
                  <a:lnTo>
                    <a:pt x="74057" y="544282"/>
                  </a:lnTo>
                  <a:lnTo>
                    <a:pt x="71830" y="548752"/>
                  </a:lnTo>
                  <a:lnTo>
                    <a:pt x="69603" y="553223"/>
                  </a:lnTo>
                  <a:lnTo>
                    <a:pt x="67932" y="557134"/>
                  </a:lnTo>
                  <a:lnTo>
                    <a:pt x="65705" y="560487"/>
                  </a:lnTo>
                  <a:lnTo>
                    <a:pt x="62364" y="564958"/>
                  </a:lnTo>
                  <a:lnTo>
                    <a:pt x="61250" y="568869"/>
                  </a:lnTo>
                  <a:lnTo>
                    <a:pt x="59023" y="573340"/>
                  </a:lnTo>
                  <a:lnTo>
                    <a:pt x="57352" y="576693"/>
                  </a:lnTo>
                  <a:lnTo>
                    <a:pt x="55125" y="581722"/>
                  </a:lnTo>
                  <a:lnTo>
                    <a:pt x="52898" y="585075"/>
                  </a:lnTo>
                  <a:lnTo>
                    <a:pt x="50671" y="590104"/>
                  </a:lnTo>
                  <a:lnTo>
                    <a:pt x="48443" y="593457"/>
                  </a:lnTo>
                  <a:lnTo>
                    <a:pt x="46773" y="597927"/>
                  </a:lnTo>
                  <a:lnTo>
                    <a:pt x="44545" y="601839"/>
                  </a:lnTo>
                  <a:lnTo>
                    <a:pt x="42318" y="607427"/>
                  </a:lnTo>
                  <a:lnTo>
                    <a:pt x="40091" y="611339"/>
                  </a:lnTo>
                  <a:lnTo>
                    <a:pt x="38977" y="615809"/>
                  </a:lnTo>
                  <a:lnTo>
                    <a:pt x="37307" y="619721"/>
                  </a:lnTo>
                  <a:lnTo>
                    <a:pt x="35079" y="625309"/>
                  </a:lnTo>
                  <a:lnTo>
                    <a:pt x="32852" y="629780"/>
                  </a:lnTo>
                  <a:lnTo>
                    <a:pt x="31738" y="633690"/>
                  </a:lnTo>
                  <a:lnTo>
                    <a:pt x="29511" y="638162"/>
                  </a:lnTo>
                  <a:lnTo>
                    <a:pt x="27284" y="643191"/>
                  </a:lnTo>
                  <a:lnTo>
                    <a:pt x="26727" y="647662"/>
                  </a:lnTo>
                  <a:lnTo>
                    <a:pt x="24500" y="652691"/>
                  </a:lnTo>
                  <a:lnTo>
                    <a:pt x="23386" y="657161"/>
                  </a:lnTo>
                  <a:lnTo>
                    <a:pt x="22272" y="662190"/>
                  </a:lnTo>
                  <a:lnTo>
                    <a:pt x="20045" y="667778"/>
                  </a:lnTo>
                  <a:lnTo>
                    <a:pt x="18932" y="672249"/>
                  </a:lnTo>
                  <a:lnTo>
                    <a:pt x="16704" y="677279"/>
                  </a:lnTo>
                  <a:lnTo>
                    <a:pt x="16147" y="682867"/>
                  </a:lnTo>
                  <a:lnTo>
                    <a:pt x="15034" y="687896"/>
                  </a:lnTo>
                  <a:lnTo>
                    <a:pt x="13920" y="693484"/>
                  </a:lnTo>
                  <a:lnTo>
                    <a:pt x="12806" y="698514"/>
                  </a:lnTo>
                  <a:lnTo>
                    <a:pt x="11693" y="704102"/>
                  </a:lnTo>
                  <a:lnTo>
                    <a:pt x="10579" y="709131"/>
                  </a:lnTo>
                  <a:lnTo>
                    <a:pt x="9466" y="714719"/>
                  </a:lnTo>
                  <a:lnTo>
                    <a:pt x="8352" y="719747"/>
                  </a:lnTo>
                  <a:lnTo>
                    <a:pt x="8352" y="725336"/>
                  </a:lnTo>
                  <a:lnTo>
                    <a:pt x="7238" y="730366"/>
                  </a:lnTo>
                  <a:lnTo>
                    <a:pt x="7238" y="736513"/>
                  </a:lnTo>
                  <a:lnTo>
                    <a:pt x="6125" y="742101"/>
                  </a:lnTo>
                  <a:lnTo>
                    <a:pt x="6125" y="748248"/>
                  </a:lnTo>
                  <a:lnTo>
                    <a:pt x="5568" y="753836"/>
                  </a:lnTo>
                  <a:lnTo>
                    <a:pt x="5568" y="758865"/>
                  </a:lnTo>
                  <a:lnTo>
                    <a:pt x="4454" y="765571"/>
                  </a:lnTo>
                  <a:lnTo>
                    <a:pt x="4454" y="770600"/>
                  </a:lnTo>
                  <a:lnTo>
                    <a:pt x="3340" y="776188"/>
                  </a:lnTo>
                  <a:lnTo>
                    <a:pt x="3340" y="782335"/>
                  </a:lnTo>
                  <a:lnTo>
                    <a:pt x="3340" y="787923"/>
                  </a:lnTo>
                  <a:lnTo>
                    <a:pt x="3340" y="794070"/>
                  </a:lnTo>
                  <a:lnTo>
                    <a:pt x="2227" y="799658"/>
                  </a:lnTo>
                  <a:lnTo>
                    <a:pt x="1113" y="804688"/>
                  </a:lnTo>
                  <a:lnTo>
                    <a:pt x="1113" y="810835"/>
                  </a:lnTo>
                  <a:lnTo>
                    <a:pt x="1113" y="816423"/>
                  </a:lnTo>
                  <a:lnTo>
                    <a:pt x="1113" y="821452"/>
                  </a:lnTo>
                  <a:lnTo>
                    <a:pt x="1113" y="828158"/>
                  </a:lnTo>
                  <a:lnTo>
                    <a:pt x="1113" y="833187"/>
                  </a:lnTo>
                  <a:lnTo>
                    <a:pt x="1113" y="839893"/>
                  </a:lnTo>
                  <a:lnTo>
                    <a:pt x="0" y="844922"/>
                  </a:lnTo>
                  <a:lnTo>
                    <a:pt x="0" y="850510"/>
                  </a:lnTo>
                  <a:lnTo>
                    <a:pt x="0" y="855539"/>
                  </a:lnTo>
                  <a:lnTo>
                    <a:pt x="0" y="862245"/>
                  </a:lnTo>
                  <a:lnTo>
                    <a:pt x="0" y="867274"/>
                  </a:lnTo>
                  <a:lnTo>
                    <a:pt x="0" y="872863"/>
                  </a:lnTo>
                  <a:lnTo>
                    <a:pt x="0" y="879010"/>
                  </a:lnTo>
                  <a:lnTo>
                    <a:pt x="1113" y="884598"/>
                  </a:lnTo>
                  <a:lnTo>
                    <a:pt x="1113" y="889627"/>
                  </a:lnTo>
                  <a:lnTo>
                    <a:pt x="1113" y="895215"/>
                  </a:lnTo>
                  <a:lnTo>
                    <a:pt x="1113" y="900244"/>
                  </a:lnTo>
                  <a:lnTo>
                    <a:pt x="1113" y="906950"/>
                  </a:lnTo>
                  <a:lnTo>
                    <a:pt x="1113" y="911979"/>
                  </a:lnTo>
                  <a:lnTo>
                    <a:pt x="2227" y="917567"/>
                  </a:lnTo>
                  <a:lnTo>
                    <a:pt x="3340" y="922597"/>
                  </a:lnTo>
                  <a:lnTo>
                    <a:pt x="3340" y="928744"/>
                  </a:lnTo>
                  <a:lnTo>
                    <a:pt x="3340" y="934332"/>
                  </a:lnTo>
                  <a:lnTo>
                    <a:pt x="4454" y="939361"/>
                  </a:lnTo>
                  <a:lnTo>
                    <a:pt x="4454" y="944949"/>
                  </a:lnTo>
                  <a:lnTo>
                    <a:pt x="6125" y="949979"/>
                  </a:lnTo>
                  <a:lnTo>
                    <a:pt x="6125" y="955567"/>
                  </a:lnTo>
                  <a:lnTo>
                    <a:pt x="7238" y="960596"/>
                  </a:lnTo>
                  <a:lnTo>
                    <a:pt x="8352" y="966184"/>
                  </a:lnTo>
                  <a:lnTo>
                    <a:pt x="9466" y="971213"/>
                  </a:lnTo>
                  <a:lnTo>
                    <a:pt x="10579" y="976801"/>
                  </a:lnTo>
                  <a:lnTo>
                    <a:pt x="11693" y="981831"/>
                  </a:lnTo>
                  <a:lnTo>
                    <a:pt x="12806" y="986301"/>
                  </a:lnTo>
                  <a:lnTo>
                    <a:pt x="13920" y="991889"/>
                  </a:lnTo>
                  <a:lnTo>
                    <a:pt x="15034" y="996919"/>
                  </a:lnTo>
                  <a:lnTo>
                    <a:pt x="16147" y="1002507"/>
                  </a:lnTo>
                  <a:lnTo>
                    <a:pt x="17818" y="1007536"/>
                  </a:lnTo>
                  <a:lnTo>
                    <a:pt x="20045" y="1013124"/>
                  </a:lnTo>
                  <a:lnTo>
                    <a:pt x="21159" y="1017036"/>
                  </a:lnTo>
                  <a:lnTo>
                    <a:pt x="23386" y="1022624"/>
                  </a:lnTo>
                  <a:lnTo>
                    <a:pt x="24500" y="1027653"/>
                  </a:lnTo>
                  <a:lnTo>
                    <a:pt x="26727" y="1032124"/>
                  </a:lnTo>
                  <a:lnTo>
                    <a:pt x="28398" y="1037153"/>
                  </a:lnTo>
                  <a:lnTo>
                    <a:pt x="29511" y="1041624"/>
                  </a:lnTo>
                  <a:lnTo>
                    <a:pt x="32852" y="1046653"/>
                  </a:lnTo>
                  <a:lnTo>
                    <a:pt x="35079" y="1052241"/>
                  </a:lnTo>
                  <a:lnTo>
                    <a:pt x="37307" y="1056153"/>
                  </a:lnTo>
                  <a:lnTo>
                    <a:pt x="38977" y="1061741"/>
                  </a:lnTo>
                  <a:lnTo>
                    <a:pt x="41204" y="1066211"/>
                  </a:lnTo>
                  <a:lnTo>
                    <a:pt x="44545" y="1071241"/>
                  </a:lnTo>
                  <a:lnTo>
                    <a:pt x="46773" y="1075711"/>
                  </a:lnTo>
                  <a:lnTo>
                    <a:pt x="49557" y="1080740"/>
                  </a:lnTo>
                  <a:lnTo>
                    <a:pt x="51784" y="1085211"/>
                  </a:lnTo>
                  <a:lnTo>
                    <a:pt x="56239" y="1089123"/>
                  </a:lnTo>
                  <a:lnTo>
                    <a:pt x="58466" y="1093593"/>
                  </a:lnTo>
                  <a:lnTo>
                    <a:pt x="61250" y="1098064"/>
                  </a:lnTo>
                  <a:lnTo>
                    <a:pt x="63477" y="1101975"/>
                  </a:lnTo>
                  <a:lnTo>
                    <a:pt x="66818" y="1106446"/>
                  </a:lnTo>
                  <a:lnTo>
                    <a:pt x="69603" y="1110357"/>
                  </a:lnTo>
                  <a:lnTo>
                    <a:pt x="74057" y="1114811"/>
                  </a:lnTo>
                  <a:lnTo>
                    <a:pt x="77398" y="1119298"/>
                  </a:lnTo>
                  <a:lnTo>
                    <a:pt x="80739" y="1123210"/>
                  </a:lnTo>
                  <a:lnTo>
                    <a:pt x="83523" y="1126563"/>
                  </a:lnTo>
                  <a:lnTo>
                    <a:pt x="87978" y="1131018"/>
                  </a:lnTo>
                  <a:lnTo>
                    <a:pt x="91319" y="1134945"/>
                  </a:lnTo>
                  <a:lnTo>
                    <a:pt x="95216" y="1139416"/>
                  </a:lnTo>
                  <a:lnTo>
                    <a:pt x="98557" y="1142210"/>
                  </a:lnTo>
                  <a:lnTo>
                    <a:pt x="102455" y="1146680"/>
                  </a:lnTo>
                  <a:lnTo>
                    <a:pt x="106910" y="1150033"/>
                  </a:lnTo>
                  <a:lnTo>
                    <a:pt x="111364" y="1153945"/>
                  </a:lnTo>
                  <a:lnTo>
                    <a:pt x="115262" y="1157298"/>
                  </a:lnTo>
                  <a:lnTo>
                    <a:pt x="119717" y="1160650"/>
                  </a:lnTo>
                  <a:lnTo>
                    <a:pt x="123614" y="1164547"/>
                  </a:lnTo>
                  <a:lnTo>
                    <a:pt x="128069" y="1167915"/>
                  </a:lnTo>
                  <a:lnTo>
                    <a:pt x="132524" y="1171268"/>
                  </a:lnTo>
                  <a:lnTo>
                    <a:pt x="136420" y="1174062"/>
                  </a:lnTo>
                  <a:lnTo>
                    <a:pt x="140875" y="1177415"/>
                  </a:lnTo>
                  <a:lnTo>
                    <a:pt x="145887" y="1181885"/>
                  </a:lnTo>
                  <a:lnTo>
                    <a:pt x="150342" y="1184120"/>
                  </a:lnTo>
                  <a:lnTo>
                    <a:pt x="155353" y="1188032"/>
                  </a:lnTo>
                  <a:lnTo>
                    <a:pt x="159808" y="1190267"/>
                  </a:lnTo>
                  <a:lnTo>
                    <a:pt x="164263" y="1193620"/>
                  </a:lnTo>
                  <a:lnTo>
                    <a:pt x="169274" y="1196414"/>
                  </a:lnTo>
                  <a:lnTo>
                    <a:pt x="173729" y="1199767"/>
                  </a:lnTo>
                  <a:lnTo>
                    <a:pt x="178740" y="1202002"/>
                  </a:lnTo>
                  <a:lnTo>
                    <a:pt x="184308" y="1205355"/>
                  </a:lnTo>
                  <a:lnTo>
                    <a:pt x="188206" y="1208149"/>
                  </a:lnTo>
                  <a:lnTo>
                    <a:pt x="193774" y="1210385"/>
                  </a:lnTo>
                  <a:lnTo>
                    <a:pt x="198229" y="1213737"/>
                  </a:lnTo>
                  <a:lnTo>
                    <a:pt x="203239" y="1215973"/>
                  </a:lnTo>
                  <a:lnTo>
                    <a:pt x="208809" y="1217649"/>
                  </a:lnTo>
                  <a:lnTo>
                    <a:pt x="213820" y="1221002"/>
                  </a:lnTo>
                  <a:lnTo>
                    <a:pt x="218275" y="1223237"/>
                  </a:lnTo>
                  <a:lnTo>
                    <a:pt x="223286" y="1225472"/>
                  </a:lnTo>
                  <a:lnTo>
                    <a:pt x="228854" y="1227149"/>
                  </a:lnTo>
                  <a:lnTo>
                    <a:pt x="233866" y="1229384"/>
                  </a:lnTo>
                  <a:lnTo>
                    <a:pt x="238319" y="1231619"/>
                  </a:lnTo>
                  <a:lnTo>
                    <a:pt x="243332" y="1233855"/>
                  </a:lnTo>
                  <a:lnTo>
                    <a:pt x="248900" y="1234972"/>
                  </a:lnTo>
                  <a:lnTo>
                    <a:pt x="253911" y="1237208"/>
                  </a:lnTo>
                  <a:lnTo>
                    <a:pt x="259479" y="1238884"/>
                  </a:lnTo>
                  <a:lnTo>
                    <a:pt x="264491" y="1241119"/>
                  </a:lnTo>
                  <a:lnTo>
                    <a:pt x="268946" y="1242237"/>
                  </a:lnTo>
                  <a:lnTo>
                    <a:pt x="273957" y="1244472"/>
                  </a:lnTo>
                  <a:lnTo>
                    <a:pt x="279525" y="1245590"/>
                  </a:lnTo>
                  <a:lnTo>
                    <a:pt x="284537" y="1247825"/>
                  </a:lnTo>
                  <a:lnTo>
                    <a:pt x="290105" y="1248384"/>
                  </a:lnTo>
                  <a:lnTo>
                    <a:pt x="295116" y="1249501"/>
                  </a:lnTo>
                  <a:lnTo>
                    <a:pt x="300685" y="1250619"/>
                  </a:lnTo>
                  <a:lnTo>
                    <a:pt x="305696" y="1252854"/>
                  </a:lnTo>
                  <a:lnTo>
                    <a:pt x="310151" y="1253972"/>
                  </a:lnTo>
                  <a:lnTo>
                    <a:pt x="315719" y="1255089"/>
                  </a:lnTo>
                  <a:lnTo>
                    <a:pt x="320730" y="1255089"/>
                  </a:lnTo>
                  <a:lnTo>
                    <a:pt x="326299" y="1257325"/>
                  </a:lnTo>
                  <a:lnTo>
                    <a:pt x="330196" y="1257325"/>
                  </a:lnTo>
                  <a:lnTo>
                    <a:pt x="335765" y="1258442"/>
                  </a:lnTo>
                  <a:lnTo>
                    <a:pt x="340776" y="1259001"/>
                  </a:lnTo>
                  <a:lnTo>
                    <a:pt x="346344" y="1259001"/>
                  </a:lnTo>
                  <a:lnTo>
                    <a:pt x="350242" y="1259001"/>
                  </a:lnTo>
                  <a:lnTo>
                    <a:pt x="355810" y="1260119"/>
                  </a:lnTo>
                  <a:lnTo>
                    <a:pt x="360822" y="1260119"/>
                  </a:lnTo>
                  <a:lnTo>
                    <a:pt x="366390" y="1261236"/>
                  </a:lnTo>
                  <a:lnTo>
                    <a:pt x="371401" y="1261236"/>
                  </a:lnTo>
                  <a:lnTo>
                    <a:pt x="376970" y="1262354"/>
                  </a:lnTo>
                  <a:lnTo>
                    <a:pt x="380867" y="1262354"/>
                  </a:lnTo>
                  <a:lnTo>
                    <a:pt x="387549" y="1263472"/>
                  </a:lnTo>
                  <a:lnTo>
                    <a:pt x="391447" y="1263472"/>
                  </a:lnTo>
                  <a:lnTo>
                    <a:pt x="397015" y="1263472"/>
                  </a:lnTo>
                  <a:lnTo>
                    <a:pt x="402027" y="1263472"/>
                  </a:lnTo>
                  <a:lnTo>
                    <a:pt x="407595" y="1264589"/>
                  </a:lnTo>
                  <a:lnTo>
                    <a:pt x="413163" y="1264589"/>
                  </a:lnTo>
                  <a:lnTo>
                    <a:pt x="418175" y="1264589"/>
                  </a:lnTo>
                  <a:lnTo>
                    <a:pt x="423743" y="1265707"/>
                  </a:lnTo>
                  <a:lnTo>
                    <a:pt x="429868" y="1265707"/>
                  </a:lnTo>
                  <a:lnTo>
                    <a:pt x="434322" y="1265707"/>
                  </a:lnTo>
                  <a:lnTo>
                    <a:pt x="439334" y="1265707"/>
                  </a:lnTo>
                  <a:lnTo>
                    <a:pt x="445459" y="1265707"/>
                  </a:lnTo>
                  <a:lnTo>
                    <a:pt x="451027" y="1266825"/>
                  </a:lnTo>
                  <a:lnTo>
                    <a:pt x="456039" y="1266825"/>
                  </a:lnTo>
                  <a:lnTo>
                    <a:pt x="461607" y="1266825"/>
                  </a:lnTo>
                  <a:lnTo>
                    <a:pt x="466618" y="1266825"/>
                  </a:lnTo>
                  <a:lnTo>
                    <a:pt x="473300" y="1266825"/>
                  </a:lnTo>
                  <a:lnTo>
                    <a:pt x="477198" y="1266825"/>
                  </a:lnTo>
                  <a:lnTo>
                    <a:pt x="483880" y="1266825"/>
                  </a:lnTo>
                  <a:lnTo>
                    <a:pt x="488891" y="1266825"/>
                  </a:lnTo>
                  <a:lnTo>
                    <a:pt x="494459" y="1266825"/>
                  </a:lnTo>
                  <a:lnTo>
                    <a:pt x="499471" y="1266825"/>
                  </a:lnTo>
                  <a:lnTo>
                    <a:pt x="505039" y="1266825"/>
                  </a:lnTo>
                  <a:lnTo>
                    <a:pt x="510051" y="1266825"/>
                  </a:lnTo>
                  <a:lnTo>
                    <a:pt x="516732" y="1266825"/>
                  </a:lnTo>
                  <a:lnTo>
                    <a:pt x="521744" y="1266825"/>
                  </a:lnTo>
                  <a:lnTo>
                    <a:pt x="527312" y="1266825"/>
                  </a:lnTo>
                  <a:lnTo>
                    <a:pt x="532324" y="1266825"/>
                  </a:lnTo>
                  <a:lnTo>
                    <a:pt x="537892" y="1266825"/>
                  </a:lnTo>
                  <a:lnTo>
                    <a:pt x="542903" y="1265707"/>
                  </a:lnTo>
                  <a:lnTo>
                    <a:pt x="548471" y="1265707"/>
                  </a:lnTo>
                  <a:lnTo>
                    <a:pt x="553483" y="1265707"/>
                  </a:lnTo>
                  <a:lnTo>
                    <a:pt x="560165" y="1265707"/>
                  </a:lnTo>
                  <a:lnTo>
                    <a:pt x="564063" y="1264589"/>
                  </a:lnTo>
                  <a:lnTo>
                    <a:pt x="570744" y="1264589"/>
                  </a:lnTo>
                  <a:lnTo>
                    <a:pt x="575756" y="1263472"/>
                  </a:lnTo>
                  <a:lnTo>
                    <a:pt x="581324" y="1263472"/>
                  </a:lnTo>
                  <a:lnTo>
                    <a:pt x="586335" y="1263472"/>
                  </a:lnTo>
                  <a:lnTo>
                    <a:pt x="591904" y="1263472"/>
                  </a:lnTo>
                  <a:lnTo>
                    <a:pt x="596915" y="1262354"/>
                  </a:lnTo>
                  <a:lnTo>
                    <a:pt x="602483" y="1262354"/>
                  </a:lnTo>
                  <a:lnTo>
                    <a:pt x="607495" y="1261236"/>
                  </a:lnTo>
                  <a:lnTo>
                    <a:pt x="611949" y="1261236"/>
                  </a:lnTo>
                  <a:lnTo>
                    <a:pt x="616961" y="1260119"/>
                  </a:lnTo>
                  <a:lnTo>
                    <a:pt x="622529" y="1260119"/>
                  </a:lnTo>
                  <a:lnTo>
                    <a:pt x="627540" y="1259001"/>
                  </a:lnTo>
                  <a:lnTo>
                    <a:pt x="633109" y="1259001"/>
                  </a:lnTo>
                  <a:lnTo>
                    <a:pt x="637563" y="1258442"/>
                  </a:lnTo>
                  <a:lnTo>
                    <a:pt x="642575" y="1258442"/>
                  </a:lnTo>
                  <a:lnTo>
                    <a:pt x="647029" y="1257325"/>
                  </a:lnTo>
                  <a:lnTo>
                    <a:pt x="652041" y="1256207"/>
                  </a:lnTo>
                  <a:lnTo>
                    <a:pt x="657609" y="1255089"/>
                  </a:lnTo>
                  <a:lnTo>
                    <a:pt x="661507" y="1255089"/>
                  </a:lnTo>
                  <a:lnTo>
                    <a:pt x="667075" y="1253972"/>
                  </a:lnTo>
                  <a:lnTo>
                    <a:pt x="670973" y="1252854"/>
                  </a:lnTo>
                  <a:lnTo>
                    <a:pt x="676541" y="1251737"/>
                  </a:lnTo>
                  <a:lnTo>
                    <a:pt x="680996" y="1251737"/>
                  </a:lnTo>
                  <a:lnTo>
                    <a:pt x="686007" y="1250619"/>
                  </a:lnTo>
                  <a:lnTo>
                    <a:pt x="690462" y="1249501"/>
                  </a:lnTo>
                  <a:lnTo>
                    <a:pt x="694359" y="1247825"/>
                  </a:lnTo>
                  <a:lnTo>
                    <a:pt x="698814" y="1247825"/>
                  </a:lnTo>
                  <a:lnTo>
                    <a:pt x="702712" y="1246707"/>
                  </a:lnTo>
                  <a:lnTo>
                    <a:pt x="707166" y="1245590"/>
                  </a:lnTo>
                  <a:lnTo>
                    <a:pt x="711621" y="1243354"/>
                  </a:lnTo>
                  <a:lnTo>
                    <a:pt x="715519" y="1242237"/>
                  </a:lnTo>
                  <a:lnTo>
                    <a:pt x="719973" y="1241119"/>
                  </a:lnTo>
                  <a:lnTo>
                    <a:pt x="723871" y="1240002"/>
                  </a:lnTo>
                  <a:lnTo>
                    <a:pt x="727212" y="1238884"/>
                  </a:lnTo>
                  <a:lnTo>
                    <a:pt x="731667" y="1237766"/>
                  </a:lnTo>
                  <a:lnTo>
                    <a:pt x="735564" y="1236090"/>
                  </a:lnTo>
                  <a:lnTo>
                    <a:pt x="740019" y="1234972"/>
                  </a:lnTo>
                  <a:lnTo>
                    <a:pt x="744474" y="1233855"/>
                  </a:lnTo>
                  <a:lnTo>
                    <a:pt x="748371" y="1232737"/>
                  </a:lnTo>
                  <a:lnTo>
                    <a:pt x="751712" y="1230502"/>
                  </a:lnTo>
                  <a:lnTo>
                    <a:pt x="755053" y="1229384"/>
                  </a:lnTo>
                  <a:lnTo>
                    <a:pt x="758951" y="1227149"/>
                  </a:lnTo>
                  <a:lnTo>
                    <a:pt x="763406" y="1226590"/>
                  </a:lnTo>
                  <a:lnTo>
                    <a:pt x="766747" y="1224355"/>
                  </a:lnTo>
                  <a:lnTo>
                    <a:pt x="770644" y="1223237"/>
                  </a:lnTo>
                  <a:lnTo>
                    <a:pt x="773985" y="1221002"/>
                  </a:lnTo>
                  <a:lnTo>
                    <a:pt x="777883" y="1219884"/>
                  </a:lnTo>
                  <a:lnTo>
                    <a:pt x="781224" y="1217649"/>
                  </a:lnTo>
                  <a:lnTo>
                    <a:pt x="784565" y="1216531"/>
                  </a:lnTo>
                  <a:lnTo>
                    <a:pt x="787906" y="1214855"/>
                  </a:lnTo>
                  <a:lnTo>
                    <a:pt x="791804" y="1212620"/>
                  </a:lnTo>
                  <a:lnTo>
                    <a:pt x="795145" y="1210385"/>
                  </a:lnTo>
                  <a:lnTo>
                    <a:pt x="798486" y="1209267"/>
                  </a:lnTo>
                  <a:lnTo>
                    <a:pt x="801270" y="1207032"/>
                  </a:lnTo>
                  <a:lnTo>
                    <a:pt x="804611" y="1205355"/>
                  </a:lnTo>
                  <a:lnTo>
                    <a:pt x="807952" y="1203120"/>
                  </a:lnTo>
                  <a:lnTo>
                    <a:pt x="810736" y="1200885"/>
                  </a:lnTo>
                  <a:lnTo>
                    <a:pt x="814077" y="1198650"/>
                  </a:lnTo>
                  <a:lnTo>
                    <a:pt x="817418" y="1196414"/>
                  </a:lnTo>
                  <a:lnTo>
                    <a:pt x="820202" y="1194738"/>
                  </a:lnTo>
                  <a:lnTo>
                    <a:pt x="823543" y="1192503"/>
                  </a:lnTo>
                  <a:lnTo>
                    <a:pt x="826884" y="1190267"/>
                  </a:lnTo>
                  <a:lnTo>
                    <a:pt x="830225" y="1188032"/>
                  </a:lnTo>
                  <a:lnTo>
                    <a:pt x="831895" y="1184679"/>
                  </a:lnTo>
                  <a:lnTo>
                    <a:pt x="835236" y="1183003"/>
                  </a:lnTo>
                  <a:lnTo>
                    <a:pt x="838577" y="1180768"/>
                  </a:lnTo>
                  <a:lnTo>
                    <a:pt x="841918" y="1178532"/>
                  </a:lnTo>
                  <a:lnTo>
                    <a:pt x="843588" y="1175179"/>
                  </a:lnTo>
                  <a:lnTo>
                    <a:pt x="846929" y="1173503"/>
                  </a:lnTo>
                  <a:lnTo>
                    <a:pt x="849157" y="1171275"/>
                  </a:lnTo>
                  <a:lnTo>
                    <a:pt x="852497" y="1169033"/>
                  </a:lnTo>
                  <a:lnTo>
                    <a:pt x="854168" y="1165680"/>
                  </a:lnTo>
                  <a:lnTo>
                    <a:pt x="857509" y="1163444"/>
                  </a:lnTo>
                  <a:lnTo>
                    <a:pt x="860850" y="1160650"/>
                  </a:lnTo>
                  <a:lnTo>
                    <a:pt x="863077" y="1158423"/>
                  </a:lnTo>
                  <a:lnTo>
                    <a:pt x="864748" y="1155062"/>
                  </a:lnTo>
                  <a:lnTo>
                    <a:pt x="868089" y="1152268"/>
                  </a:lnTo>
                  <a:lnTo>
                    <a:pt x="870316" y="1148915"/>
                  </a:lnTo>
                  <a:lnTo>
                    <a:pt x="873657" y="1146680"/>
                  </a:lnTo>
                  <a:lnTo>
                    <a:pt x="875327" y="1143327"/>
                  </a:lnTo>
                  <a:lnTo>
                    <a:pt x="878668" y="1140533"/>
                  </a:lnTo>
                  <a:lnTo>
                    <a:pt x="880896" y="1137180"/>
                  </a:lnTo>
                  <a:lnTo>
                    <a:pt x="883123" y="1134953"/>
                  </a:lnTo>
                  <a:lnTo>
                    <a:pt x="885907" y="1131592"/>
                  </a:lnTo>
                  <a:lnTo>
                    <a:pt x="888134" y="1128798"/>
                  </a:lnTo>
                  <a:lnTo>
                    <a:pt x="890362" y="1125445"/>
                  </a:lnTo>
                  <a:lnTo>
                    <a:pt x="893702" y="1122105"/>
                  </a:lnTo>
                  <a:lnTo>
                    <a:pt x="895373" y="1119298"/>
                  </a:lnTo>
                  <a:lnTo>
                    <a:pt x="897600" y="1115945"/>
                  </a:lnTo>
                  <a:lnTo>
                    <a:pt x="899828" y="1111475"/>
                  </a:lnTo>
                  <a:lnTo>
                    <a:pt x="902055" y="1109799"/>
                  </a:lnTo>
                  <a:lnTo>
                    <a:pt x="904282" y="1105328"/>
                  </a:lnTo>
                  <a:lnTo>
                    <a:pt x="907066" y="1101975"/>
                  </a:lnTo>
                  <a:lnTo>
                    <a:pt x="909294" y="1098064"/>
                  </a:lnTo>
                  <a:lnTo>
                    <a:pt x="911521" y="1094711"/>
                  </a:lnTo>
                  <a:lnTo>
                    <a:pt x="914862" y="1090240"/>
                  </a:lnTo>
                  <a:lnTo>
                    <a:pt x="917089" y="1087446"/>
                  </a:lnTo>
                  <a:lnTo>
                    <a:pt x="918760" y="1082976"/>
                  </a:lnTo>
                  <a:lnTo>
                    <a:pt x="920987" y="1079623"/>
                  </a:lnTo>
                  <a:lnTo>
                    <a:pt x="923214" y="1075711"/>
                  </a:lnTo>
                  <a:lnTo>
                    <a:pt x="925441" y="1071241"/>
                  </a:lnTo>
                  <a:lnTo>
                    <a:pt x="928226" y="1066770"/>
                  </a:lnTo>
                  <a:lnTo>
                    <a:pt x="930453" y="1063976"/>
                  </a:lnTo>
                  <a:lnTo>
                    <a:pt x="932680" y="1058388"/>
                  </a:lnTo>
                  <a:lnTo>
                    <a:pt x="934907" y="1054476"/>
                  </a:lnTo>
                  <a:lnTo>
                    <a:pt x="937135" y="1050006"/>
                  </a:lnTo>
                  <a:lnTo>
                    <a:pt x="939919" y="1045535"/>
                  </a:lnTo>
                  <a:lnTo>
                    <a:pt x="941033" y="1041624"/>
                  </a:lnTo>
                  <a:lnTo>
                    <a:pt x="944373" y="1037153"/>
                  </a:lnTo>
                  <a:lnTo>
                    <a:pt x="946601" y="1033241"/>
                  </a:lnTo>
                  <a:lnTo>
                    <a:pt x="948828" y="1028771"/>
                  </a:lnTo>
                  <a:lnTo>
                    <a:pt x="950499" y="1024300"/>
                  </a:lnTo>
                  <a:lnTo>
                    <a:pt x="952726" y="1019271"/>
                  </a:lnTo>
                  <a:lnTo>
                    <a:pt x="953840" y="1014801"/>
                  </a:lnTo>
                  <a:lnTo>
                    <a:pt x="957180" y="1009771"/>
                  </a:lnTo>
                  <a:lnTo>
                    <a:pt x="958294" y="1005301"/>
                  </a:lnTo>
                  <a:lnTo>
                    <a:pt x="959965" y="1000272"/>
                  </a:lnTo>
                  <a:lnTo>
                    <a:pt x="962192" y="995801"/>
                  </a:lnTo>
                  <a:lnTo>
                    <a:pt x="964419" y="991889"/>
                  </a:lnTo>
                  <a:lnTo>
                    <a:pt x="966646" y="985184"/>
                  </a:lnTo>
                  <a:lnTo>
                    <a:pt x="967760" y="981272"/>
                  </a:lnTo>
                  <a:lnTo>
                    <a:pt x="969987" y="975684"/>
                  </a:lnTo>
                  <a:lnTo>
                    <a:pt x="970544" y="971213"/>
                  </a:lnTo>
                  <a:lnTo>
                    <a:pt x="972772" y="966184"/>
                  </a:lnTo>
                  <a:lnTo>
                    <a:pt x="973885" y="960596"/>
                  </a:lnTo>
                  <a:lnTo>
                    <a:pt x="976112" y="955567"/>
                  </a:lnTo>
                  <a:lnTo>
                    <a:pt x="978340" y="951096"/>
                  </a:lnTo>
                  <a:lnTo>
                    <a:pt x="979453" y="946067"/>
                  </a:lnTo>
                  <a:lnTo>
                    <a:pt x="980567" y="939361"/>
                  </a:lnTo>
                  <a:lnTo>
                    <a:pt x="981124" y="934332"/>
                  </a:lnTo>
                  <a:lnTo>
                    <a:pt x="983351" y="929861"/>
                  </a:lnTo>
                  <a:lnTo>
                    <a:pt x="984465" y="924832"/>
                  </a:lnTo>
                  <a:lnTo>
                    <a:pt x="985578" y="919244"/>
                  </a:lnTo>
                  <a:lnTo>
                    <a:pt x="986692" y="914215"/>
                  </a:lnTo>
                  <a:lnTo>
                    <a:pt x="987806" y="908627"/>
                  </a:lnTo>
                  <a:lnTo>
                    <a:pt x="988919" y="902480"/>
                  </a:lnTo>
                  <a:lnTo>
                    <a:pt x="990033" y="898009"/>
                  </a:lnTo>
                  <a:lnTo>
                    <a:pt x="990033" y="891862"/>
                  </a:lnTo>
                  <a:lnTo>
                    <a:pt x="991147" y="886274"/>
                  </a:lnTo>
                  <a:lnTo>
                    <a:pt x="992260" y="881245"/>
                  </a:lnTo>
                  <a:lnTo>
                    <a:pt x="992817" y="875657"/>
                  </a:lnTo>
                  <a:lnTo>
                    <a:pt x="992817" y="870627"/>
                  </a:lnTo>
                  <a:lnTo>
                    <a:pt x="993931" y="865039"/>
                  </a:lnTo>
                  <a:lnTo>
                    <a:pt x="993931" y="860010"/>
                  </a:lnTo>
                  <a:lnTo>
                    <a:pt x="993931" y="854422"/>
                  </a:lnTo>
                  <a:lnTo>
                    <a:pt x="993931" y="848275"/>
                  </a:lnTo>
                  <a:lnTo>
                    <a:pt x="995045" y="843246"/>
                  </a:lnTo>
                  <a:lnTo>
                    <a:pt x="995045" y="836540"/>
                  </a:lnTo>
                  <a:lnTo>
                    <a:pt x="995045" y="831511"/>
                  </a:lnTo>
                  <a:lnTo>
                    <a:pt x="995045" y="825922"/>
                  </a:lnTo>
                  <a:lnTo>
                    <a:pt x="995045" y="820893"/>
                  </a:lnTo>
                  <a:lnTo>
                    <a:pt x="993931" y="815305"/>
                  </a:lnTo>
                  <a:lnTo>
                    <a:pt x="993931" y="809158"/>
                  </a:lnTo>
                  <a:lnTo>
                    <a:pt x="993931" y="803570"/>
                  </a:lnTo>
                  <a:lnTo>
                    <a:pt x="992817" y="798541"/>
                  </a:lnTo>
                  <a:lnTo>
                    <a:pt x="992817" y="791835"/>
                  </a:lnTo>
                  <a:lnTo>
                    <a:pt x="992260" y="786806"/>
                  </a:lnTo>
                  <a:lnTo>
                    <a:pt x="991147" y="781218"/>
                  </a:lnTo>
                  <a:lnTo>
                    <a:pt x="991147" y="775071"/>
                  </a:lnTo>
                  <a:lnTo>
                    <a:pt x="990033" y="769483"/>
                  </a:lnTo>
                  <a:lnTo>
                    <a:pt x="988919" y="764453"/>
                  </a:lnTo>
                  <a:lnTo>
                    <a:pt x="987806" y="757747"/>
                  </a:lnTo>
                  <a:lnTo>
                    <a:pt x="986692" y="752718"/>
                  </a:lnTo>
                  <a:lnTo>
                    <a:pt x="985578" y="747130"/>
                  </a:lnTo>
                  <a:lnTo>
                    <a:pt x="984465" y="742101"/>
                  </a:lnTo>
                  <a:lnTo>
                    <a:pt x="983351" y="735954"/>
                  </a:lnTo>
                  <a:lnTo>
                    <a:pt x="982238" y="730366"/>
                  </a:lnTo>
                  <a:lnTo>
                    <a:pt x="981124" y="725336"/>
                  </a:lnTo>
                  <a:lnTo>
                    <a:pt x="979453" y="718631"/>
                  </a:lnTo>
                  <a:lnTo>
                    <a:pt x="978340" y="713601"/>
                  </a:lnTo>
                  <a:lnTo>
                    <a:pt x="977226" y="708013"/>
                  </a:lnTo>
                  <a:lnTo>
                    <a:pt x="974999" y="702984"/>
                  </a:lnTo>
                  <a:lnTo>
                    <a:pt x="972772" y="696278"/>
                  </a:lnTo>
                  <a:lnTo>
                    <a:pt x="971658" y="691249"/>
                  </a:lnTo>
                  <a:lnTo>
                    <a:pt x="969987" y="685661"/>
                  </a:lnTo>
                  <a:lnTo>
                    <a:pt x="968874" y="680632"/>
                  </a:lnTo>
                  <a:lnTo>
                    <a:pt x="966646" y="675043"/>
                  </a:lnTo>
                  <a:lnTo>
                    <a:pt x="964419" y="670013"/>
                  </a:lnTo>
                  <a:lnTo>
                    <a:pt x="963306" y="663308"/>
                  </a:lnTo>
                  <a:lnTo>
                    <a:pt x="961078" y="658279"/>
                  </a:lnTo>
                  <a:lnTo>
                    <a:pt x="959408" y="652691"/>
                  </a:lnTo>
                  <a:lnTo>
                    <a:pt x="957180" y="647662"/>
                  </a:lnTo>
                  <a:lnTo>
                    <a:pt x="956067" y="642074"/>
                  </a:lnTo>
                  <a:lnTo>
                    <a:pt x="953840" y="637044"/>
                  </a:lnTo>
                  <a:lnTo>
                    <a:pt x="951612" y="631456"/>
                  </a:lnTo>
                  <a:lnTo>
                    <a:pt x="949385" y="626427"/>
                  </a:lnTo>
                  <a:lnTo>
                    <a:pt x="947714" y="620839"/>
                  </a:lnTo>
                  <a:lnTo>
                    <a:pt x="945487" y="615809"/>
                  </a:lnTo>
                  <a:lnTo>
                    <a:pt x="943260" y="610221"/>
                  </a:lnTo>
                  <a:lnTo>
                    <a:pt x="941033" y="605192"/>
                  </a:lnTo>
                  <a:lnTo>
                    <a:pt x="939919" y="600722"/>
                  </a:lnTo>
                  <a:lnTo>
                    <a:pt x="937135" y="595692"/>
                  </a:lnTo>
                  <a:lnTo>
                    <a:pt x="936021" y="590104"/>
                  </a:lnTo>
                  <a:lnTo>
                    <a:pt x="932680" y="585075"/>
                  </a:lnTo>
                  <a:lnTo>
                    <a:pt x="931567" y="580604"/>
                  </a:lnTo>
                  <a:lnTo>
                    <a:pt x="928226" y="575575"/>
                  </a:lnTo>
                  <a:lnTo>
                    <a:pt x="927669" y="571105"/>
                  </a:lnTo>
                  <a:lnTo>
                    <a:pt x="925441" y="565516"/>
                  </a:lnTo>
                  <a:lnTo>
                    <a:pt x="923214" y="561605"/>
                  </a:lnTo>
                  <a:lnTo>
                    <a:pt x="920987" y="557134"/>
                  </a:lnTo>
                  <a:lnTo>
                    <a:pt x="918760" y="552105"/>
                  </a:lnTo>
                  <a:lnTo>
                    <a:pt x="917089" y="547634"/>
                  </a:lnTo>
                  <a:lnTo>
                    <a:pt x="914862" y="543723"/>
                  </a:lnTo>
                  <a:lnTo>
                    <a:pt x="912635" y="538135"/>
                  </a:lnTo>
                  <a:lnTo>
                    <a:pt x="910407" y="533664"/>
                  </a:lnTo>
                  <a:lnTo>
                    <a:pt x="908180" y="529753"/>
                  </a:lnTo>
                  <a:lnTo>
                    <a:pt x="905953" y="526400"/>
                  </a:lnTo>
                  <a:lnTo>
                    <a:pt x="904282" y="521370"/>
                  </a:lnTo>
                  <a:lnTo>
                    <a:pt x="902055" y="518017"/>
                  </a:lnTo>
                  <a:lnTo>
                    <a:pt x="899828" y="512429"/>
                  </a:lnTo>
                  <a:lnTo>
                    <a:pt x="898714" y="509635"/>
                  </a:lnTo>
                  <a:lnTo>
                    <a:pt x="896487" y="505165"/>
                  </a:lnTo>
                  <a:lnTo>
                    <a:pt x="894816" y="501253"/>
                  </a:lnTo>
                  <a:lnTo>
                    <a:pt x="893702" y="497900"/>
                  </a:lnTo>
                  <a:lnTo>
                    <a:pt x="891475" y="494547"/>
                  </a:lnTo>
                  <a:lnTo>
                    <a:pt x="889248" y="490636"/>
                  </a:lnTo>
                  <a:lnTo>
                    <a:pt x="887021" y="486165"/>
                  </a:lnTo>
                  <a:lnTo>
                    <a:pt x="884793" y="482812"/>
                  </a:lnTo>
                  <a:lnTo>
                    <a:pt x="884236" y="480018"/>
                  </a:lnTo>
                  <a:lnTo>
                    <a:pt x="882009" y="476665"/>
                  </a:lnTo>
                  <a:lnTo>
                    <a:pt x="879782" y="473313"/>
                  </a:lnTo>
                  <a:lnTo>
                    <a:pt x="878668" y="469960"/>
                  </a:lnTo>
                  <a:lnTo>
                    <a:pt x="876441" y="467166"/>
                  </a:lnTo>
                  <a:lnTo>
                    <a:pt x="874214" y="463813"/>
                  </a:lnTo>
                  <a:lnTo>
                    <a:pt x="873657" y="460460"/>
                  </a:lnTo>
                  <a:lnTo>
                    <a:pt x="871430" y="457666"/>
                  </a:lnTo>
                  <a:lnTo>
                    <a:pt x="870316" y="455431"/>
                  </a:lnTo>
                  <a:lnTo>
                    <a:pt x="868089" y="452078"/>
                  </a:lnTo>
                  <a:lnTo>
                    <a:pt x="865861" y="448725"/>
                  </a:lnTo>
                  <a:lnTo>
                    <a:pt x="864748" y="447048"/>
                  </a:lnTo>
                  <a:lnTo>
                    <a:pt x="863077" y="444813"/>
                  </a:lnTo>
                  <a:lnTo>
                    <a:pt x="860850" y="441460"/>
                  </a:lnTo>
                  <a:lnTo>
                    <a:pt x="859736" y="439225"/>
                  </a:lnTo>
                  <a:lnTo>
                    <a:pt x="857509" y="436431"/>
                  </a:lnTo>
                  <a:lnTo>
                    <a:pt x="856395" y="434196"/>
                  </a:lnTo>
                  <a:lnTo>
                    <a:pt x="854168" y="431969"/>
                  </a:lnTo>
                  <a:lnTo>
                    <a:pt x="853054" y="429725"/>
                  </a:lnTo>
                  <a:lnTo>
                    <a:pt x="851384" y="426931"/>
                  </a:lnTo>
                  <a:lnTo>
                    <a:pt x="850270" y="425817"/>
                  </a:lnTo>
                  <a:lnTo>
                    <a:pt x="848043" y="423590"/>
                  </a:lnTo>
                  <a:lnTo>
                    <a:pt x="845816" y="420226"/>
                  </a:lnTo>
                  <a:lnTo>
                    <a:pt x="844702" y="417990"/>
                  </a:lnTo>
                  <a:lnTo>
                    <a:pt x="843588" y="416876"/>
                  </a:lnTo>
                  <a:lnTo>
                    <a:pt x="840804" y="412961"/>
                  </a:lnTo>
                  <a:lnTo>
                    <a:pt x="837463" y="408490"/>
                  </a:lnTo>
                  <a:lnTo>
                    <a:pt x="834122" y="404579"/>
                  </a:lnTo>
                  <a:lnTo>
                    <a:pt x="831895" y="400108"/>
                  </a:lnTo>
                  <a:lnTo>
                    <a:pt x="829111" y="395638"/>
                  </a:lnTo>
                  <a:lnTo>
                    <a:pt x="825770" y="392844"/>
                  </a:lnTo>
                  <a:lnTo>
                    <a:pt x="823543" y="388373"/>
                  </a:lnTo>
                  <a:lnTo>
                    <a:pt x="820202" y="384462"/>
                  </a:lnTo>
                  <a:lnTo>
                    <a:pt x="818531" y="381109"/>
                  </a:lnTo>
                  <a:lnTo>
                    <a:pt x="816304" y="376638"/>
                  </a:lnTo>
                  <a:lnTo>
                    <a:pt x="814077" y="374411"/>
                  </a:lnTo>
                  <a:lnTo>
                    <a:pt x="812963" y="372727"/>
                  </a:lnTo>
                  <a:lnTo>
                    <a:pt x="811849" y="370490"/>
                  </a:lnTo>
                  <a:lnTo>
                    <a:pt x="810736" y="368256"/>
                  </a:lnTo>
                  <a:lnTo>
                    <a:pt x="809065" y="366021"/>
                  </a:lnTo>
                  <a:lnTo>
                    <a:pt x="807952" y="363786"/>
                  </a:lnTo>
                  <a:lnTo>
                    <a:pt x="806838" y="362109"/>
                  </a:lnTo>
                  <a:lnTo>
                    <a:pt x="806838" y="359873"/>
                  </a:lnTo>
                  <a:lnTo>
                    <a:pt x="804611" y="357646"/>
                  </a:lnTo>
                  <a:lnTo>
                    <a:pt x="803497" y="355403"/>
                  </a:lnTo>
                  <a:lnTo>
                    <a:pt x="802383" y="352609"/>
                  </a:lnTo>
                  <a:lnTo>
                    <a:pt x="801270" y="350374"/>
                  </a:lnTo>
                  <a:lnTo>
                    <a:pt x="800156" y="348139"/>
                  </a:lnTo>
                  <a:lnTo>
                    <a:pt x="799042" y="345904"/>
                  </a:lnTo>
                  <a:lnTo>
                    <a:pt x="798486" y="342551"/>
                  </a:lnTo>
                  <a:lnTo>
                    <a:pt x="798486" y="340874"/>
                  </a:lnTo>
                  <a:lnTo>
                    <a:pt x="796258" y="337521"/>
                  </a:lnTo>
                  <a:lnTo>
                    <a:pt x="795145" y="335286"/>
                  </a:lnTo>
                  <a:lnTo>
                    <a:pt x="794031" y="331933"/>
                  </a:lnTo>
                  <a:lnTo>
                    <a:pt x="792917" y="330257"/>
                  </a:lnTo>
                  <a:lnTo>
                    <a:pt x="791804" y="326904"/>
                  </a:lnTo>
                  <a:lnTo>
                    <a:pt x="790690" y="323551"/>
                  </a:lnTo>
                  <a:lnTo>
                    <a:pt x="790690" y="320757"/>
                  </a:lnTo>
                  <a:lnTo>
                    <a:pt x="789576" y="318522"/>
                  </a:lnTo>
                  <a:lnTo>
                    <a:pt x="788463" y="314051"/>
                  </a:lnTo>
                  <a:lnTo>
                    <a:pt x="787906" y="310699"/>
                  </a:lnTo>
                  <a:lnTo>
                    <a:pt x="786792" y="307904"/>
                  </a:lnTo>
                  <a:lnTo>
                    <a:pt x="785679" y="305669"/>
                  </a:lnTo>
                  <a:lnTo>
                    <a:pt x="784565" y="301198"/>
                  </a:lnTo>
                  <a:lnTo>
                    <a:pt x="783451" y="298405"/>
                  </a:lnTo>
                  <a:lnTo>
                    <a:pt x="783451" y="296169"/>
                  </a:lnTo>
                  <a:lnTo>
                    <a:pt x="782338" y="292817"/>
                  </a:lnTo>
                  <a:lnTo>
                    <a:pt x="781224" y="288346"/>
                  </a:lnTo>
                  <a:lnTo>
                    <a:pt x="781224" y="285552"/>
                  </a:lnTo>
                  <a:lnTo>
                    <a:pt x="780110" y="281082"/>
                  </a:lnTo>
                  <a:lnTo>
                    <a:pt x="778997" y="277729"/>
                  </a:lnTo>
                  <a:lnTo>
                    <a:pt x="778997" y="274935"/>
                  </a:lnTo>
                  <a:lnTo>
                    <a:pt x="777883" y="271582"/>
                  </a:lnTo>
                  <a:lnTo>
                    <a:pt x="777883" y="267110"/>
                  </a:lnTo>
                  <a:lnTo>
                    <a:pt x="777326" y="264317"/>
                  </a:lnTo>
                  <a:lnTo>
                    <a:pt x="776213" y="259847"/>
                  </a:lnTo>
                  <a:lnTo>
                    <a:pt x="776213" y="256494"/>
                  </a:lnTo>
                  <a:lnTo>
                    <a:pt x="775099" y="252582"/>
                  </a:lnTo>
                  <a:lnTo>
                    <a:pt x="775099" y="249229"/>
                  </a:lnTo>
                  <a:lnTo>
                    <a:pt x="773985" y="245318"/>
                  </a:lnTo>
                  <a:lnTo>
                    <a:pt x="773985" y="241965"/>
                  </a:lnTo>
                  <a:lnTo>
                    <a:pt x="773985" y="238612"/>
                  </a:lnTo>
                  <a:lnTo>
                    <a:pt x="773985" y="235259"/>
                  </a:lnTo>
                  <a:lnTo>
                    <a:pt x="772872" y="231347"/>
                  </a:lnTo>
                  <a:lnTo>
                    <a:pt x="772872" y="226877"/>
                  </a:lnTo>
                  <a:lnTo>
                    <a:pt x="771758" y="224083"/>
                  </a:lnTo>
                  <a:lnTo>
                    <a:pt x="771758" y="219611"/>
                  </a:lnTo>
                  <a:lnTo>
                    <a:pt x="770644" y="216259"/>
                  </a:lnTo>
                  <a:lnTo>
                    <a:pt x="770644" y="212348"/>
                  </a:lnTo>
                  <a:lnTo>
                    <a:pt x="770644" y="207877"/>
                  </a:lnTo>
                  <a:lnTo>
                    <a:pt x="770644" y="204524"/>
                  </a:lnTo>
                  <a:lnTo>
                    <a:pt x="769531" y="200613"/>
                  </a:lnTo>
                  <a:lnTo>
                    <a:pt x="769531" y="197260"/>
                  </a:lnTo>
                  <a:lnTo>
                    <a:pt x="769531" y="192789"/>
                  </a:lnTo>
                  <a:lnTo>
                    <a:pt x="769531" y="189995"/>
                  </a:lnTo>
                  <a:lnTo>
                    <a:pt x="769531" y="185525"/>
                  </a:lnTo>
                  <a:lnTo>
                    <a:pt x="769531" y="182172"/>
                  </a:lnTo>
                  <a:lnTo>
                    <a:pt x="769531" y="178260"/>
                  </a:lnTo>
                  <a:lnTo>
                    <a:pt x="769531" y="174907"/>
                  </a:lnTo>
                  <a:lnTo>
                    <a:pt x="768417" y="170995"/>
                  </a:lnTo>
                  <a:lnTo>
                    <a:pt x="768417" y="166524"/>
                  </a:lnTo>
                  <a:lnTo>
                    <a:pt x="768417" y="163172"/>
                  </a:lnTo>
                  <a:lnTo>
                    <a:pt x="768417" y="159261"/>
                  </a:lnTo>
                  <a:lnTo>
                    <a:pt x="768417" y="155908"/>
                  </a:lnTo>
                  <a:lnTo>
                    <a:pt x="768417" y="152555"/>
                  </a:lnTo>
                  <a:lnTo>
                    <a:pt x="768417" y="149761"/>
                  </a:lnTo>
                  <a:lnTo>
                    <a:pt x="769531" y="145290"/>
                  </a:lnTo>
                  <a:lnTo>
                    <a:pt x="769531" y="141938"/>
                  </a:lnTo>
                  <a:lnTo>
                    <a:pt x="769531" y="138026"/>
                  </a:lnTo>
                  <a:lnTo>
                    <a:pt x="769531" y="134673"/>
                  </a:lnTo>
                  <a:lnTo>
                    <a:pt x="769531" y="131319"/>
                  </a:lnTo>
                  <a:lnTo>
                    <a:pt x="769531" y="127408"/>
                  </a:lnTo>
                  <a:lnTo>
                    <a:pt x="770644" y="125173"/>
                  </a:lnTo>
                  <a:lnTo>
                    <a:pt x="770644" y="120703"/>
                  </a:lnTo>
                  <a:lnTo>
                    <a:pt x="771758" y="117908"/>
                  </a:lnTo>
                  <a:lnTo>
                    <a:pt x="771758" y="114556"/>
                  </a:lnTo>
                  <a:lnTo>
                    <a:pt x="771758" y="111203"/>
                  </a:lnTo>
                  <a:lnTo>
                    <a:pt x="772872" y="107850"/>
                  </a:lnTo>
                  <a:lnTo>
                    <a:pt x="772872" y="105056"/>
                  </a:lnTo>
                  <a:lnTo>
                    <a:pt x="772872" y="101703"/>
                  </a:lnTo>
                  <a:lnTo>
                    <a:pt x="773985" y="98350"/>
                  </a:lnTo>
                  <a:lnTo>
                    <a:pt x="773985" y="95556"/>
                  </a:lnTo>
                  <a:lnTo>
                    <a:pt x="775099" y="92203"/>
                  </a:lnTo>
                  <a:lnTo>
                    <a:pt x="775099" y="88850"/>
                  </a:lnTo>
                  <a:lnTo>
                    <a:pt x="775099" y="86056"/>
                  </a:lnTo>
                  <a:lnTo>
                    <a:pt x="776213" y="83821"/>
                  </a:lnTo>
                  <a:lnTo>
                    <a:pt x="776213" y="80468"/>
                  </a:lnTo>
                  <a:lnTo>
                    <a:pt x="777326" y="77115"/>
                  </a:lnTo>
                  <a:lnTo>
                    <a:pt x="777883" y="74321"/>
                  </a:lnTo>
                  <a:lnTo>
                    <a:pt x="777883" y="72086"/>
                  </a:lnTo>
                  <a:lnTo>
                    <a:pt x="778997" y="68733"/>
                  </a:lnTo>
                  <a:lnTo>
                    <a:pt x="778997" y="66498"/>
                  </a:lnTo>
                  <a:lnTo>
                    <a:pt x="780110" y="63704"/>
                  </a:lnTo>
                  <a:lnTo>
                    <a:pt x="780110" y="60351"/>
                  </a:lnTo>
                  <a:lnTo>
                    <a:pt x="781224" y="58116"/>
                  </a:lnTo>
                  <a:lnTo>
                    <a:pt x="781224" y="55881"/>
                  </a:lnTo>
                  <a:lnTo>
                    <a:pt x="782338" y="54204"/>
                  </a:lnTo>
                  <a:lnTo>
                    <a:pt x="782338" y="51969"/>
                  </a:lnTo>
                  <a:lnTo>
                    <a:pt x="783451" y="48616"/>
                  </a:lnTo>
                  <a:lnTo>
                    <a:pt x="784565" y="46381"/>
                  </a:lnTo>
                  <a:lnTo>
                    <a:pt x="784565" y="44146"/>
                  </a:lnTo>
                  <a:lnTo>
                    <a:pt x="785679" y="42469"/>
                  </a:lnTo>
                  <a:lnTo>
                    <a:pt x="786792" y="40234"/>
                  </a:lnTo>
                  <a:lnTo>
                    <a:pt x="787906" y="35763"/>
                  </a:lnTo>
                  <a:lnTo>
                    <a:pt x="789576" y="31852"/>
                  </a:lnTo>
                  <a:lnTo>
                    <a:pt x="790690" y="27381"/>
                  </a:lnTo>
                  <a:lnTo>
                    <a:pt x="791804" y="24028"/>
                  </a:lnTo>
                  <a:lnTo>
                    <a:pt x="792917" y="21234"/>
                  </a:lnTo>
                  <a:lnTo>
                    <a:pt x="794031" y="17881"/>
                  </a:lnTo>
                  <a:lnTo>
                    <a:pt x="795145" y="14529"/>
                  </a:lnTo>
                  <a:lnTo>
                    <a:pt x="796258" y="12293"/>
                  </a:lnTo>
                  <a:lnTo>
                    <a:pt x="797372" y="9499"/>
                  </a:lnTo>
                  <a:lnTo>
                    <a:pt x="798486" y="7264"/>
                  </a:lnTo>
                  <a:lnTo>
                    <a:pt x="800156" y="3911"/>
                  </a:lnTo>
                  <a:lnTo>
                    <a:pt x="801270" y="1676"/>
                  </a:lnTo>
                  <a:lnTo>
                    <a:pt x="802383" y="0"/>
                  </a:lnTo>
                  <a:lnTo>
                    <a:pt x="501698" y="22911"/>
                  </a:lnTo>
                  <a:lnTo>
                    <a:pt x="260593" y="11176"/>
                  </a:lnTo>
                  <a:close/>
                </a:path>
              </a:pathLst>
            </a:custGeom>
            <a:solidFill>
              <a:srgbClr val="0066FF"/>
            </a:solidFill>
            <a:ln w="38100" cap="flat" cmpd="sng" algn="ctr">
              <a:solidFill>
                <a:schemeClr val="tx1"/>
              </a:solidFill>
              <a:prstDash val="solid"/>
              <a:headEnd type="none"/>
              <a:tailEnd type="none"/>
            </a:ln>
            <a:effectLst/>
          </p:spPr>
          <p:txBody>
            <a:bodyPr vert="horz" wrap="square" lIns="0" tIns="0" rIns="5080" bIns="3175" numCol="1" spcCol="215900" anchor="t"/>
            <a:lstStyle/>
            <a:p>
              <a:pPr/>
              <a:endParaRPr lang="en-us" cap="none"/>
            </a:p>
          </p:txBody>
        </p:sp>
        <p:sp>
          <p:nvSpPr>
            <p:cNvPr id="36" name="Freeform 91"/>
            <p:cNvSpPr>
              <a:extLst>
                <a:ext uri="smNativeData">
                  <pr:smNativeData xmlns:pr="smNativeData" xmlns="smNativeData" val="SMDATA_15_VcZhaRMAAAAlAAAACwAAAA0AAAAAAAAAAAAAAAAIAAAABAAAAAAAAAAAAAAAAAAAAAEAAABQAAAAAAAAAAAA4D8AAAAAAADgPwAAAAAAAOA/AAAAAAAA4D8AAAAAAADgPwAAAAAAAOA/AAAAAAAA4D8AAAAAAADgPwAAAAAAAOA/AAAAAAAA4D8CAAAAjAAAAAEAAAAAAAAAzOz/AP///wgAAAAAAAAAAAAAAAAAAAAAAAAAAAAAAAAAAAAAeAAAAAEAAABAAAAAAAAAAAAAAABaAAAAAAAAAAAAAAAAAAAAAAAAAAAAAAAAAAAAAAAAAAAAAAAAAAAAAAAAAAAAAAAAAAAAAAAAAAAAAAAAAAAAAAAAAAAAAAAAAAAAFAAAADwAAAABAAAAAAAAAP8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zOz/AP///wEAAAAAAAAAAAAAAAAAAAAAAAAAAAAAAAAAAAAAAAAAAP8AAAB/f38AH0l9A8zMzADAwP8Af39/AAAAAAAAAAAAAAAAAAAAAAAAAAAAIQAAABgAAAAUAAAAiykAAJUVAADWLAAAThYAAAAAAAAmAAAACAAAAP//////////"/>
                </a:ext>
              </a:extLst>
            </p:cNvSpPr>
            <p:nvPr/>
          </p:nvSpPr>
          <p:spPr>
            <a:xfrm>
              <a:off x="6753225" y="3508375"/>
              <a:ext cx="535305" cy="117475"/>
            </a:xfrm>
            <a:custGeom>
              <a:avLst/>
              <a:gdLst/>
              <a:ahLst/>
              <a:cxnLst/>
              <a:rect l="0" t="0" r="535305" b="117475"/>
              <a:pathLst>
                <a:path w="535305" h="117475">
                  <a:moveTo>
                    <a:pt x="3345" y="0"/>
                  </a:moveTo>
                  <a:lnTo>
                    <a:pt x="0" y="111933"/>
                  </a:lnTo>
                  <a:lnTo>
                    <a:pt x="514115" y="117475"/>
                  </a:lnTo>
                  <a:lnTo>
                    <a:pt x="535305" y="16623"/>
                  </a:lnTo>
                  <a:lnTo>
                    <a:pt x="3345" y="0"/>
                  </a:lnTo>
                  <a:close/>
                </a:path>
              </a:pathLst>
            </a:custGeom>
            <a:solidFill>
              <a:srgbClr val="CCECFF"/>
            </a:solidFill>
            <a:ln w="9525" cap="flat" cmpd="sng" algn="ctr">
              <a:solidFill>
                <a:srgbClr val="FF0000"/>
              </a:solidFill>
              <a:prstDash val="solid"/>
              <a:headEnd type="none"/>
              <a:tailEnd type="none"/>
            </a:ln>
            <a:effectLst/>
          </p:spPr>
          <p:txBody>
            <a:bodyPr vert="horz" wrap="square" lIns="0" tIns="0" rIns="5080" bIns="2540" numCol="1" spcCol="215900" anchor="t"/>
            <a:lstStyle/>
            <a:p>
              <a:pPr/>
              <a:endParaRPr lang="en-us" cap="none"/>
            </a:p>
          </p:txBody>
        </p:sp>
        <p:sp>
          <p:nvSpPr>
            <p:cNvPr id="35" name="Freeform 92"/>
            <p:cNvSpPr>
              <a:extLst>
                <a:ext uri="smNativeData">
                  <pr:smNativeData xmlns:pr="smNativeData" xmlns="smNativeData" val="SMDATA_15_VcZhaRMAAAAlAAAACwAAAA0AAAAAAAAAAAAAAAAHAAAABA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7igAAAwXAABZKQAAkRcAAAAAAAAmAAAACAAAAP//////////"/>
                </a:ext>
              </a:extLst>
            </p:cNvSpPr>
            <p:nvPr/>
          </p:nvSpPr>
          <p:spPr>
            <a:xfrm>
              <a:off x="6653530" y="3746500"/>
              <a:ext cx="67945" cy="84455"/>
            </a:xfrm>
            <a:custGeom>
              <a:avLst/>
              <a:gdLst/>
              <a:ahLst/>
              <a:cxnLst/>
              <a:rect l="0" t="0" r="67945" b="84455"/>
              <a:pathLst>
                <a:path w="67945" h="84455">
                  <a:moveTo>
                    <a:pt x="67945" y="0"/>
                  </a:moveTo>
                  <a:lnTo>
                    <a:pt x="35616" y="84455"/>
                  </a:lnTo>
                  <a:lnTo>
                    <a:pt x="34520" y="84455"/>
                  </a:lnTo>
                  <a:lnTo>
                    <a:pt x="31232" y="82232"/>
                  </a:lnTo>
                  <a:lnTo>
                    <a:pt x="29041" y="81121"/>
                  </a:lnTo>
                  <a:lnTo>
                    <a:pt x="27397" y="80565"/>
                  </a:lnTo>
                  <a:lnTo>
                    <a:pt x="25205" y="78343"/>
                  </a:lnTo>
                  <a:lnTo>
                    <a:pt x="23013" y="77231"/>
                  </a:lnTo>
                  <a:lnTo>
                    <a:pt x="19725" y="75009"/>
                  </a:lnTo>
                  <a:lnTo>
                    <a:pt x="18082" y="73898"/>
                  </a:lnTo>
                  <a:lnTo>
                    <a:pt x="14793" y="71675"/>
                  </a:lnTo>
                  <a:lnTo>
                    <a:pt x="12602" y="70564"/>
                  </a:lnTo>
                  <a:lnTo>
                    <a:pt x="10410" y="68897"/>
                  </a:lnTo>
                  <a:lnTo>
                    <a:pt x="8219" y="66675"/>
                  </a:lnTo>
                  <a:lnTo>
                    <a:pt x="6575" y="64452"/>
                  </a:lnTo>
                  <a:lnTo>
                    <a:pt x="5478" y="63341"/>
                  </a:lnTo>
                  <a:lnTo>
                    <a:pt x="3287" y="61118"/>
                  </a:lnTo>
                  <a:lnTo>
                    <a:pt x="2191" y="59451"/>
                  </a:lnTo>
                  <a:lnTo>
                    <a:pt x="1095" y="57229"/>
                  </a:lnTo>
                  <a:lnTo>
                    <a:pt x="1095" y="55006"/>
                  </a:lnTo>
                  <a:lnTo>
                    <a:pt x="0" y="51673"/>
                  </a:lnTo>
                  <a:lnTo>
                    <a:pt x="1095" y="49450"/>
                  </a:lnTo>
                  <a:lnTo>
                    <a:pt x="1095" y="47783"/>
                  </a:lnTo>
                  <a:lnTo>
                    <a:pt x="1095" y="45561"/>
                  </a:lnTo>
                  <a:lnTo>
                    <a:pt x="2191" y="42227"/>
                  </a:lnTo>
                  <a:lnTo>
                    <a:pt x="3287" y="40005"/>
                  </a:lnTo>
                  <a:lnTo>
                    <a:pt x="4383" y="37226"/>
                  </a:lnTo>
                  <a:lnTo>
                    <a:pt x="5478" y="35004"/>
                  </a:lnTo>
                  <a:lnTo>
                    <a:pt x="7671" y="32781"/>
                  </a:lnTo>
                  <a:lnTo>
                    <a:pt x="9315" y="30559"/>
                  </a:lnTo>
                  <a:lnTo>
                    <a:pt x="11506" y="27781"/>
                  </a:lnTo>
                  <a:lnTo>
                    <a:pt x="14793" y="26670"/>
                  </a:lnTo>
                  <a:lnTo>
                    <a:pt x="16986" y="23335"/>
                  </a:lnTo>
                  <a:lnTo>
                    <a:pt x="20821" y="21113"/>
                  </a:lnTo>
                  <a:lnTo>
                    <a:pt x="21917" y="20000"/>
                  </a:lnTo>
                  <a:lnTo>
                    <a:pt x="24109" y="18890"/>
                  </a:lnTo>
                  <a:lnTo>
                    <a:pt x="26301" y="17780"/>
                  </a:lnTo>
                  <a:lnTo>
                    <a:pt x="28493" y="17224"/>
                  </a:lnTo>
                  <a:lnTo>
                    <a:pt x="30136" y="16113"/>
                  </a:lnTo>
                  <a:lnTo>
                    <a:pt x="32328" y="15000"/>
                  </a:lnTo>
                  <a:lnTo>
                    <a:pt x="34520" y="13890"/>
                  </a:lnTo>
                  <a:lnTo>
                    <a:pt x="37808" y="11668"/>
                  </a:lnTo>
                  <a:lnTo>
                    <a:pt x="39451" y="10556"/>
                  </a:lnTo>
                  <a:lnTo>
                    <a:pt x="41643" y="10556"/>
                  </a:lnTo>
                  <a:lnTo>
                    <a:pt x="43835" y="8334"/>
                  </a:lnTo>
                  <a:lnTo>
                    <a:pt x="46027" y="8334"/>
                  </a:lnTo>
                  <a:lnTo>
                    <a:pt x="48219" y="7223"/>
                  </a:lnTo>
                  <a:lnTo>
                    <a:pt x="49862" y="6667"/>
                  </a:lnTo>
                  <a:lnTo>
                    <a:pt x="52054" y="5556"/>
                  </a:lnTo>
                  <a:lnTo>
                    <a:pt x="54246" y="4445"/>
                  </a:lnTo>
                  <a:lnTo>
                    <a:pt x="58629" y="3333"/>
                  </a:lnTo>
                  <a:lnTo>
                    <a:pt x="61369" y="2222"/>
                  </a:lnTo>
                  <a:lnTo>
                    <a:pt x="63561" y="1111"/>
                  </a:lnTo>
                  <a:lnTo>
                    <a:pt x="66849" y="0"/>
                  </a:lnTo>
                  <a:lnTo>
                    <a:pt x="67945" y="0"/>
                  </a:lnTo>
                  <a:close/>
                </a:path>
              </a:pathLst>
            </a:custGeom>
            <a:solidFill>
              <a:schemeClr val="folHlink"/>
            </a:solidFill>
            <a:ln>
              <a:noFill/>
            </a:ln>
            <a:effectLst/>
          </p:spPr>
          <p:txBody>
            <a:bodyPr vert="horz" wrap="square" lIns="0" tIns="0" rIns="4445" bIns="2540" numCol="1" spcCol="215900" anchor="t"/>
            <a:lstStyle/>
            <a:p>
              <a:pPr/>
              <a:endParaRPr lang="en-us" cap="none"/>
            </a:p>
          </p:txBody>
        </p:sp>
        <p:sp>
          <p:nvSpPr>
            <p:cNvPr id="34" name="Freeform 93"/>
            <p:cNvSpPr>
              <a:extLst>
                <a:ext uri="smNativeData">
                  <pr:smNativeData xmlns:pr="smNativeData" xmlns="smNativeData" val="SMDATA_15_VcZhaRMAAAAlAAAACwAAAA0AAAAAAAAAAAAAAAAHAAAABA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0CgAAMgXAABEKgAAVhgAAAAAAAAmAAAACAAAAP//////////"/>
                </a:ext>
              </a:extLst>
            </p:cNvSpPr>
            <p:nvPr/>
          </p:nvSpPr>
          <p:spPr>
            <a:xfrm>
              <a:off x="6634480" y="3865880"/>
              <a:ext cx="236220" cy="90170"/>
            </a:xfrm>
            <a:custGeom>
              <a:avLst/>
              <a:gdLst/>
              <a:ahLst/>
              <a:cxnLst/>
              <a:rect l="0" t="0" r="236220" b="90170"/>
              <a:pathLst>
                <a:path w="236220" h="90170">
                  <a:moveTo>
                    <a:pt x="236220" y="0"/>
                  </a:moveTo>
                  <a:lnTo>
                    <a:pt x="236220" y="2213"/>
                  </a:lnTo>
                  <a:lnTo>
                    <a:pt x="235106" y="4426"/>
                  </a:lnTo>
                  <a:lnTo>
                    <a:pt x="233992" y="6085"/>
                  </a:lnTo>
                  <a:lnTo>
                    <a:pt x="231763" y="9404"/>
                  </a:lnTo>
                  <a:lnTo>
                    <a:pt x="230649" y="13830"/>
                  </a:lnTo>
                  <a:lnTo>
                    <a:pt x="228977" y="14936"/>
                  </a:lnTo>
                  <a:lnTo>
                    <a:pt x="227863" y="17702"/>
                  </a:lnTo>
                  <a:lnTo>
                    <a:pt x="226749" y="19915"/>
                  </a:lnTo>
                  <a:lnTo>
                    <a:pt x="225635" y="22128"/>
                  </a:lnTo>
                  <a:lnTo>
                    <a:pt x="223406" y="24357"/>
                  </a:lnTo>
                  <a:lnTo>
                    <a:pt x="222292" y="26000"/>
                  </a:lnTo>
                  <a:lnTo>
                    <a:pt x="220063" y="29319"/>
                  </a:lnTo>
                  <a:lnTo>
                    <a:pt x="218949" y="31532"/>
                  </a:lnTo>
                  <a:lnTo>
                    <a:pt x="216164" y="33745"/>
                  </a:lnTo>
                  <a:lnTo>
                    <a:pt x="213935" y="36511"/>
                  </a:lnTo>
                  <a:lnTo>
                    <a:pt x="211707" y="38739"/>
                  </a:lnTo>
                  <a:lnTo>
                    <a:pt x="209478" y="42042"/>
                  </a:lnTo>
                  <a:lnTo>
                    <a:pt x="207807" y="44255"/>
                  </a:lnTo>
                  <a:lnTo>
                    <a:pt x="204464" y="46468"/>
                  </a:lnTo>
                  <a:lnTo>
                    <a:pt x="201121" y="49234"/>
                  </a:lnTo>
                  <a:lnTo>
                    <a:pt x="198893" y="51462"/>
                  </a:lnTo>
                  <a:lnTo>
                    <a:pt x="194993" y="53659"/>
                  </a:lnTo>
                  <a:lnTo>
                    <a:pt x="191650" y="55872"/>
                  </a:lnTo>
                  <a:lnTo>
                    <a:pt x="188307" y="57532"/>
                  </a:lnTo>
                  <a:lnTo>
                    <a:pt x="185522" y="60851"/>
                  </a:lnTo>
                  <a:lnTo>
                    <a:pt x="181065" y="61957"/>
                  </a:lnTo>
                  <a:lnTo>
                    <a:pt x="177722" y="64170"/>
                  </a:lnTo>
                  <a:lnTo>
                    <a:pt x="173822" y="66383"/>
                  </a:lnTo>
                  <a:lnTo>
                    <a:pt x="169365" y="67489"/>
                  </a:lnTo>
                  <a:lnTo>
                    <a:pt x="167137" y="68042"/>
                  </a:lnTo>
                  <a:lnTo>
                    <a:pt x="164908" y="69149"/>
                  </a:lnTo>
                  <a:lnTo>
                    <a:pt x="163237" y="70255"/>
                  </a:lnTo>
                  <a:lnTo>
                    <a:pt x="161008" y="70255"/>
                  </a:lnTo>
                  <a:lnTo>
                    <a:pt x="156551" y="72468"/>
                  </a:lnTo>
                  <a:lnTo>
                    <a:pt x="153766" y="74681"/>
                  </a:lnTo>
                  <a:lnTo>
                    <a:pt x="150423" y="74681"/>
                  </a:lnTo>
                  <a:lnTo>
                    <a:pt x="148195" y="75787"/>
                  </a:lnTo>
                  <a:lnTo>
                    <a:pt x="145966" y="75787"/>
                  </a:lnTo>
                  <a:lnTo>
                    <a:pt x="143738" y="76893"/>
                  </a:lnTo>
                  <a:lnTo>
                    <a:pt x="142066" y="78000"/>
                  </a:lnTo>
                  <a:lnTo>
                    <a:pt x="139838" y="78000"/>
                  </a:lnTo>
                  <a:lnTo>
                    <a:pt x="137609" y="78553"/>
                  </a:lnTo>
                  <a:lnTo>
                    <a:pt x="135381" y="79659"/>
                  </a:lnTo>
                  <a:lnTo>
                    <a:pt x="133152" y="79659"/>
                  </a:lnTo>
                  <a:lnTo>
                    <a:pt x="131481" y="80766"/>
                  </a:lnTo>
                  <a:lnTo>
                    <a:pt x="129252" y="80766"/>
                  </a:lnTo>
                  <a:lnTo>
                    <a:pt x="127024" y="81872"/>
                  </a:lnTo>
                  <a:lnTo>
                    <a:pt x="124795" y="81872"/>
                  </a:lnTo>
                  <a:lnTo>
                    <a:pt x="122567" y="82979"/>
                  </a:lnTo>
                  <a:lnTo>
                    <a:pt x="120896" y="82979"/>
                  </a:lnTo>
                  <a:lnTo>
                    <a:pt x="118667" y="84085"/>
                  </a:lnTo>
                  <a:lnTo>
                    <a:pt x="116439" y="84085"/>
                  </a:lnTo>
                  <a:lnTo>
                    <a:pt x="114210" y="85191"/>
                  </a:lnTo>
                  <a:lnTo>
                    <a:pt x="111982" y="85191"/>
                  </a:lnTo>
                  <a:lnTo>
                    <a:pt x="110310" y="86298"/>
                  </a:lnTo>
                  <a:lnTo>
                    <a:pt x="108082" y="86298"/>
                  </a:lnTo>
                  <a:lnTo>
                    <a:pt x="105853" y="86298"/>
                  </a:lnTo>
                  <a:lnTo>
                    <a:pt x="103625" y="86298"/>
                  </a:lnTo>
                  <a:lnTo>
                    <a:pt x="101396" y="87404"/>
                  </a:lnTo>
                  <a:lnTo>
                    <a:pt x="99725" y="87404"/>
                  </a:lnTo>
                  <a:lnTo>
                    <a:pt x="97496" y="87404"/>
                  </a:lnTo>
                  <a:lnTo>
                    <a:pt x="95268" y="87404"/>
                  </a:lnTo>
                  <a:lnTo>
                    <a:pt x="93039" y="88510"/>
                  </a:lnTo>
                  <a:lnTo>
                    <a:pt x="89140" y="88510"/>
                  </a:lnTo>
                  <a:lnTo>
                    <a:pt x="84683" y="89064"/>
                  </a:lnTo>
                  <a:lnTo>
                    <a:pt x="80226" y="89064"/>
                  </a:lnTo>
                  <a:lnTo>
                    <a:pt x="77440" y="89064"/>
                  </a:lnTo>
                  <a:lnTo>
                    <a:pt x="72983" y="89064"/>
                  </a:lnTo>
                  <a:lnTo>
                    <a:pt x="69640" y="90170"/>
                  </a:lnTo>
                  <a:lnTo>
                    <a:pt x="65740" y="90170"/>
                  </a:lnTo>
                  <a:lnTo>
                    <a:pt x="62398" y="90170"/>
                  </a:lnTo>
                  <a:lnTo>
                    <a:pt x="59055" y="90170"/>
                  </a:lnTo>
                  <a:lnTo>
                    <a:pt x="56269" y="90170"/>
                  </a:lnTo>
                  <a:lnTo>
                    <a:pt x="52927" y="89064"/>
                  </a:lnTo>
                  <a:lnTo>
                    <a:pt x="48470" y="88510"/>
                  </a:lnTo>
                  <a:lnTo>
                    <a:pt x="45684" y="88510"/>
                  </a:lnTo>
                  <a:lnTo>
                    <a:pt x="43456" y="88510"/>
                  </a:lnTo>
                  <a:lnTo>
                    <a:pt x="40113" y="88510"/>
                  </a:lnTo>
                  <a:lnTo>
                    <a:pt x="36770" y="87404"/>
                  </a:lnTo>
                  <a:lnTo>
                    <a:pt x="35099" y="87404"/>
                  </a:lnTo>
                  <a:lnTo>
                    <a:pt x="32870" y="87404"/>
                  </a:lnTo>
                  <a:lnTo>
                    <a:pt x="29528" y="87404"/>
                  </a:lnTo>
                  <a:lnTo>
                    <a:pt x="27299" y="86298"/>
                  </a:lnTo>
                  <a:lnTo>
                    <a:pt x="24513" y="86298"/>
                  </a:lnTo>
                  <a:lnTo>
                    <a:pt x="23399" y="86298"/>
                  </a:lnTo>
                  <a:lnTo>
                    <a:pt x="20056" y="86298"/>
                  </a:lnTo>
                  <a:lnTo>
                    <a:pt x="18942" y="85184"/>
                  </a:lnTo>
                  <a:lnTo>
                    <a:pt x="16714" y="85184"/>
                  </a:lnTo>
                  <a:lnTo>
                    <a:pt x="14485" y="85184"/>
                  </a:lnTo>
                  <a:lnTo>
                    <a:pt x="11700" y="85184"/>
                  </a:lnTo>
                  <a:lnTo>
                    <a:pt x="8357" y="84085"/>
                  </a:lnTo>
                  <a:lnTo>
                    <a:pt x="5014" y="84085"/>
                  </a:lnTo>
                  <a:lnTo>
                    <a:pt x="3900" y="84085"/>
                  </a:lnTo>
                  <a:lnTo>
                    <a:pt x="1114" y="82979"/>
                  </a:lnTo>
                  <a:lnTo>
                    <a:pt x="0" y="82979"/>
                  </a:lnTo>
                  <a:lnTo>
                    <a:pt x="21171" y="37617"/>
                  </a:lnTo>
                  <a:lnTo>
                    <a:pt x="163237" y="42042"/>
                  </a:lnTo>
                  <a:lnTo>
                    <a:pt x="236220" y="0"/>
                  </a:lnTo>
                  <a:close/>
                </a:path>
              </a:pathLst>
            </a:custGeom>
            <a:solidFill>
              <a:schemeClr val="folHlink"/>
            </a:solidFill>
            <a:ln>
              <a:noFill/>
            </a:ln>
            <a:effectLst/>
          </p:spPr>
          <p:txBody>
            <a:bodyPr vert="horz" wrap="square" lIns="0" tIns="0" rIns="4445" bIns="2540" numCol="1" spcCol="215900" anchor="t"/>
            <a:lstStyle/>
            <a:p>
              <a:pPr/>
              <a:endParaRPr lang="en-us" cap="none"/>
            </a:p>
          </p:txBody>
        </p:sp>
        <p:sp>
          <p:nvSpPr>
            <p:cNvPr id="33" name="Freeform 94"/>
            <p:cNvSpPr>
              <a:extLst>
                <a:ext uri="smNativeData">
                  <pr:smNativeData xmlns:pr="smNativeData" xmlns="smNativeData" val="SMDATA_15_VcZhaRMAAAAlAAAACwAAAA0AAAAAAAAAAAAAAAAIAAAABA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QiwAAKAXAAD+LAAAWxgAAAAAAAAmAAAACAAAAP//////////"/>
                </a:ext>
              </a:extLst>
            </p:cNvSpPr>
            <p:nvPr/>
          </p:nvSpPr>
          <p:spPr>
            <a:xfrm>
              <a:off x="7194550" y="3840480"/>
              <a:ext cx="119380" cy="118745"/>
            </a:xfrm>
            <a:custGeom>
              <a:avLst/>
              <a:gdLst/>
              <a:ahLst/>
              <a:cxnLst/>
              <a:rect l="0" t="0" r="119380" b="118745"/>
              <a:pathLst>
                <a:path w="119380" h="118745">
                  <a:moveTo>
                    <a:pt x="66135" y="0"/>
                  </a:moveTo>
                  <a:lnTo>
                    <a:pt x="65014" y="0"/>
                  </a:lnTo>
                  <a:lnTo>
                    <a:pt x="61652" y="0"/>
                  </a:lnTo>
                  <a:lnTo>
                    <a:pt x="59410" y="0"/>
                  </a:lnTo>
                  <a:lnTo>
                    <a:pt x="57168" y="0"/>
                  </a:lnTo>
                  <a:lnTo>
                    <a:pt x="54366" y="1104"/>
                  </a:lnTo>
                  <a:lnTo>
                    <a:pt x="52124" y="1104"/>
                  </a:lnTo>
                  <a:lnTo>
                    <a:pt x="48761" y="1104"/>
                  </a:lnTo>
                  <a:lnTo>
                    <a:pt x="45398" y="2209"/>
                  </a:lnTo>
                  <a:lnTo>
                    <a:pt x="43717" y="2209"/>
                  </a:lnTo>
                  <a:lnTo>
                    <a:pt x="40354" y="3313"/>
                  </a:lnTo>
                  <a:lnTo>
                    <a:pt x="36991" y="4418"/>
                  </a:lnTo>
                  <a:lnTo>
                    <a:pt x="33628" y="5523"/>
                  </a:lnTo>
                  <a:lnTo>
                    <a:pt x="30826" y="6627"/>
                  </a:lnTo>
                  <a:lnTo>
                    <a:pt x="28584" y="8836"/>
                  </a:lnTo>
                  <a:lnTo>
                    <a:pt x="25221" y="9941"/>
                  </a:lnTo>
                  <a:lnTo>
                    <a:pt x="22419" y="11598"/>
                  </a:lnTo>
                  <a:lnTo>
                    <a:pt x="20177" y="13807"/>
                  </a:lnTo>
                  <a:lnTo>
                    <a:pt x="17935" y="16016"/>
                  </a:lnTo>
                  <a:lnTo>
                    <a:pt x="15693" y="18224"/>
                  </a:lnTo>
                  <a:lnTo>
                    <a:pt x="13451" y="20435"/>
                  </a:lnTo>
                  <a:lnTo>
                    <a:pt x="11770" y="23196"/>
                  </a:lnTo>
                  <a:lnTo>
                    <a:pt x="10649" y="26509"/>
                  </a:lnTo>
                  <a:lnTo>
                    <a:pt x="9528" y="28719"/>
                  </a:lnTo>
                  <a:lnTo>
                    <a:pt x="7286" y="31481"/>
                  </a:lnTo>
                  <a:lnTo>
                    <a:pt x="6165" y="35899"/>
                  </a:lnTo>
                  <a:lnTo>
                    <a:pt x="5044" y="39213"/>
                  </a:lnTo>
                  <a:lnTo>
                    <a:pt x="3923" y="41974"/>
                  </a:lnTo>
                  <a:lnTo>
                    <a:pt x="2802" y="46393"/>
                  </a:lnTo>
                  <a:lnTo>
                    <a:pt x="1681" y="49707"/>
                  </a:lnTo>
                  <a:lnTo>
                    <a:pt x="1681" y="54677"/>
                  </a:lnTo>
                  <a:lnTo>
                    <a:pt x="1121" y="55782"/>
                  </a:lnTo>
                  <a:lnTo>
                    <a:pt x="0" y="59096"/>
                  </a:lnTo>
                  <a:lnTo>
                    <a:pt x="0" y="60200"/>
                  </a:lnTo>
                  <a:lnTo>
                    <a:pt x="0" y="62962"/>
                  </a:lnTo>
                  <a:lnTo>
                    <a:pt x="0" y="64067"/>
                  </a:lnTo>
                  <a:lnTo>
                    <a:pt x="0" y="66276"/>
                  </a:lnTo>
                  <a:lnTo>
                    <a:pt x="0" y="69590"/>
                  </a:lnTo>
                  <a:lnTo>
                    <a:pt x="0" y="71799"/>
                  </a:lnTo>
                  <a:lnTo>
                    <a:pt x="0" y="75665"/>
                  </a:lnTo>
                  <a:lnTo>
                    <a:pt x="0" y="80083"/>
                  </a:lnTo>
                  <a:lnTo>
                    <a:pt x="0" y="81188"/>
                  </a:lnTo>
                  <a:lnTo>
                    <a:pt x="1121" y="83949"/>
                  </a:lnTo>
                  <a:lnTo>
                    <a:pt x="1681" y="85054"/>
                  </a:lnTo>
                  <a:lnTo>
                    <a:pt x="1681" y="88368"/>
                  </a:lnTo>
                  <a:lnTo>
                    <a:pt x="2802" y="91682"/>
                  </a:lnTo>
                  <a:lnTo>
                    <a:pt x="3923" y="94443"/>
                  </a:lnTo>
                  <a:lnTo>
                    <a:pt x="6165" y="98862"/>
                  </a:lnTo>
                  <a:lnTo>
                    <a:pt x="7286" y="102175"/>
                  </a:lnTo>
                  <a:lnTo>
                    <a:pt x="9528" y="104937"/>
                  </a:lnTo>
                  <a:lnTo>
                    <a:pt x="11770" y="108251"/>
                  </a:lnTo>
                  <a:lnTo>
                    <a:pt x="13451" y="110460"/>
                  </a:lnTo>
                  <a:lnTo>
                    <a:pt x="16814" y="112669"/>
                  </a:lnTo>
                  <a:lnTo>
                    <a:pt x="19056" y="114878"/>
                  </a:lnTo>
                  <a:lnTo>
                    <a:pt x="22419" y="115431"/>
                  </a:lnTo>
                  <a:lnTo>
                    <a:pt x="24100" y="116535"/>
                  </a:lnTo>
                  <a:lnTo>
                    <a:pt x="28584" y="117640"/>
                  </a:lnTo>
                  <a:lnTo>
                    <a:pt x="31947" y="117640"/>
                  </a:lnTo>
                  <a:lnTo>
                    <a:pt x="34749" y="118745"/>
                  </a:lnTo>
                  <a:lnTo>
                    <a:pt x="38112" y="118745"/>
                  </a:lnTo>
                  <a:lnTo>
                    <a:pt x="41475" y="118745"/>
                  </a:lnTo>
                  <a:lnTo>
                    <a:pt x="45398" y="118745"/>
                  </a:lnTo>
                  <a:lnTo>
                    <a:pt x="48761" y="117640"/>
                  </a:lnTo>
                  <a:lnTo>
                    <a:pt x="53245" y="117640"/>
                  </a:lnTo>
                  <a:lnTo>
                    <a:pt x="57168" y="116535"/>
                  </a:lnTo>
                  <a:lnTo>
                    <a:pt x="59410" y="116535"/>
                  </a:lnTo>
                  <a:lnTo>
                    <a:pt x="61652" y="115431"/>
                  </a:lnTo>
                  <a:lnTo>
                    <a:pt x="63894" y="114878"/>
                  </a:lnTo>
                  <a:lnTo>
                    <a:pt x="66135" y="114878"/>
                  </a:lnTo>
                  <a:lnTo>
                    <a:pt x="68938" y="113774"/>
                  </a:lnTo>
                  <a:lnTo>
                    <a:pt x="71180" y="112669"/>
                  </a:lnTo>
                  <a:lnTo>
                    <a:pt x="73422" y="111565"/>
                  </a:lnTo>
                  <a:lnTo>
                    <a:pt x="75663" y="111565"/>
                  </a:lnTo>
                  <a:lnTo>
                    <a:pt x="77345" y="110460"/>
                  </a:lnTo>
                  <a:lnTo>
                    <a:pt x="79587" y="109355"/>
                  </a:lnTo>
                  <a:lnTo>
                    <a:pt x="81829" y="108251"/>
                  </a:lnTo>
                  <a:lnTo>
                    <a:pt x="84070" y="107146"/>
                  </a:lnTo>
                  <a:lnTo>
                    <a:pt x="86312" y="106042"/>
                  </a:lnTo>
                  <a:lnTo>
                    <a:pt x="89115" y="104937"/>
                  </a:lnTo>
                  <a:lnTo>
                    <a:pt x="90236" y="104385"/>
                  </a:lnTo>
                  <a:lnTo>
                    <a:pt x="93598" y="103280"/>
                  </a:lnTo>
                  <a:lnTo>
                    <a:pt x="96961" y="101071"/>
                  </a:lnTo>
                  <a:lnTo>
                    <a:pt x="99764" y="99966"/>
                  </a:lnTo>
                  <a:lnTo>
                    <a:pt x="103126" y="97757"/>
                  </a:lnTo>
                  <a:lnTo>
                    <a:pt x="106489" y="96652"/>
                  </a:lnTo>
                  <a:lnTo>
                    <a:pt x="108731" y="94443"/>
                  </a:lnTo>
                  <a:lnTo>
                    <a:pt x="111533" y="92786"/>
                  </a:lnTo>
                  <a:lnTo>
                    <a:pt x="113775" y="91682"/>
                  </a:lnTo>
                  <a:lnTo>
                    <a:pt x="116017" y="90577"/>
                  </a:lnTo>
                  <a:lnTo>
                    <a:pt x="118259" y="89472"/>
                  </a:lnTo>
                  <a:lnTo>
                    <a:pt x="119380" y="88368"/>
                  </a:lnTo>
                  <a:lnTo>
                    <a:pt x="44838" y="70694"/>
                  </a:lnTo>
                  <a:lnTo>
                    <a:pt x="66135" y="0"/>
                  </a:lnTo>
                  <a:close/>
                </a:path>
              </a:pathLst>
            </a:custGeom>
            <a:solidFill>
              <a:schemeClr val="folHlink"/>
            </a:solidFill>
            <a:ln>
              <a:noFill/>
            </a:ln>
            <a:effectLst/>
          </p:spPr>
          <p:txBody>
            <a:bodyPr vert="horz" wrap="square" lIns="0" tIns="0" rIns="5080" bIns="2540" numCol="1" spcCol="215900" anchor="t"/>
            <a:lstStyle/>
            <a:p>
              <a:pPr/>
              <a:endParaRPr lang="en-us" cap="none"/>
            </a:p>
          </p:txBody>
        </p:sp>
        <p:sp>
          <p:nvSpPr>
            <p:cNvPr id="32" name="Oval 9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Gb/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Gb/AP///wEAAAAAAAAAAAAAAAAAAAAAAAAAAAAAAAAAAAAAAAAAAAAAAAJ/f38AH0l9A8zMzADAwP8Af39/AAAAAAAAAAAAAAAAAAAAAAAAAAAAIQAAABgAAAAUAAAAlSkAAAEWAACkLAAAhRYAAAAgAAAmAAAACAAAAP//////////"/>
                </a:ext>
              </a:extLst>
            </p:cNvSpPr>
            <p:nvPr/>
          </p:nvSpPr>
          <p:spPr>
            <a:xfrm>
              <a:off x="6759575" y="3576955"/>
              <a:ext cx="497205" cy="83820"/>
            </a:xfrm>
            <a:prstGeom prst="ellipse">
              <a:avLst/>
            </a:prstGeom>
            <a:solidFill>
              <a:srgbClr val="0066FF"/>
            </a:solidFill>
            <a:ln>
              <a:noFill/>
            </a:ln>
            <a:effectLst/>
          </p:spPr>
          <p:txBody>
            <a:bodyPr vert="horz" wrap="none" lIns="91440" tIns="45720" rIns="91440" bIns="45720" numCol="1" spcCol="215900" anchor="ctr"/>
            <a:lstStyle/>
            <a:p>
              <a:pPr/>
              <a:endParaRPr lang="en-us" cap="none"/>
            </a:p>
          </p:txBody>
        </p:sp>
        <p:sp>
          <p:nvSpPr>
            <p:cNvPr id="31" name="Freeform 96"/>
            <p:cNvSpPr>
              <a:extLst>
                <a:ext uri="smNativeData">
                  <pr:smNativeData xmlns:pr="smNativeData" xmlns="smNativeData" val="SMDATA_15_VcZhaRMAAAAlAAAACwAAAA0AAAAAAAAAAAAAAAAIAAAABAAAAAAAAAAAAAAAAAAAAAEAAABQAAAAAAAAAAAA4D8AAAAAAADgPwAAAAAAAOA/AAAAAAAA4D8AAAAAAADgPwAAAAAAAOA/AAAAAAAA4D8AAAAAAADgPwAAAAAAAOA/AAAAAAAA4D8CAAAAjAAAAAEAAAAAAAAAzOz/A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zOz/AP///wEAAAAAAAAAAAAAAAAAAAAAAAAAAAAAAAAAAAAAAAAAAAAAAAJ/f38AH0l9A8zMzADAwP8Af39/AAAAAAAAAAAAAAAAAAAAAAAAAAAAIQAAABgAAAAUAAAAcCkAAA4VAAADLQAAHxYAAAAAAAAmAAAACAAAAP//////////"/>
                </a:ext>
              </a:extLst>
            </p:cNvSpPr>
            <p:nvPr/>
          </p:nvSpPr>
          <p:spPr>
            <a:xfrm>
              <a:off x="6736080" y="3422650"/>
              <a:ext cx="581025" cy="173355"/>
            </a:xfrm>
            <a:custGeom>
              <a:avLst/>
              <a:gdLst/>
              <a:ahLst/>
              <a:cxnLst/>
              <a:rect l="0" t="0" r="581025" b="173355"/>
              <a:pathLst>
                <a:path w="581025" h="173355">
                  <a:moveTo>
                    <a:pt x="44608" y="0"/>
                  </a:moveTo>
                  <a:lnTo>
                    <a:pt x="43493" y="0"/>
                  </a:lnTo>
                  <a:lnTo>
                    <a:pt x="40705" y="1122"/>
                  </a:lnTo>
                  <a:lnTo>
                    <a:pt x="39589" y="1683"/>
                  </a:lnTo>
                  <a:lnTo>
                    <a:pt x="37359" y="2805"/>
                  </a:lnTo>
                  <a:lnTo>
                    <a:pt x="35129" y="3927"/>
                  </a:lnTo>
                  <a:lnTo>
                    <a:pt x="32341" y="6171"/>
                  </a:lnTo>
                  <a:lnTo>
                    <a:pt x="28995" y="7293"/>
                  </a:lnTo>
                  <a:lnTo>
                    <a:pt x="26765" y="9523"/>
                  </a:lnTo>
                  <a:lnTo>
                    <a:pt x="23419" y="11781"/>
                  </a:lnTo>
                  <a:lnTo>
                    <a:pt x="21746" y="14586"/>
                  </a:lnTo>
                  <a:lnTo>
                    <a:pt x="18400" y="17932"/>
                  </a:lnTo>
                  <a:lnTo>
                    <a:pt x="15055" y="21318"/>
                  </a:lnTo>
                  <a:lnTo>
                    <a:pt x="13940" y="23000"/>
                  </a:lnTo>
                  <a:lnTo>
                    <a:pt x="11709" y="24123"/>
                  </a:lnTo>
                  <a:lnTo>
                    <a:pt x="11152" y="27489"/>
                  </a:lnTo>
                  <a:lnTo>
                    <a:pt x="10036" y="29734"/>
                  </a:lnTo>
                  <a:lnTo>
                    <a:pt x="7806" y="33100"/>
                  </a:lnTo>
                  <a:lnTo>
                    <a:pt x="5576" y="37027"/>
                  </a:lnTo>
                  <a:lnTo>
                    <a:pt x="4460" y="40393"/>
                  </a:lnTo>
                  <a:lnTo>
                    <a:pt x="3345" y="42636"/>
                  </a:lnTo>
                  <a:lnTo>
                    <a:pt x="2230" y="44320"/>
                  </a:lnTo>
                  <a:lnTo>
                    <a:pt x="2230" y="46564"/>
                  </a:lnTo>
                  <a:lnTo>
                    <a:pt x="1115" y="48808"/>
                  </a:lnTo>
                  <a:lnTo>
                    <a:pt x="1115" y="52174"/>
                  </a:lnTo>
                  <a:lnTo>
                    <a:pt x="1115" y="54418"/>
                  </a:lnTo>
                  <a:lnTo>
                    <a:pt x="1115" y="56101"/>
                  </a:lnTo>
                  <a:lnTo>
                    <a:pt x="0" y="58346"/>
                  </a:lnTo>
                  <a:lnTo>
                    <a:pt x="0" y="60590"/>
                  </a:lnTo>
                  <a:lnTo>
                    <a:pt x="0" y="63956"/>
                  </a:lnTo>
                  <a:lnTo>
                    <a:pt x="0" y="65639"/>
                  </a:lnTo>
                  <a:lnTo>
                    <a:pt x="0" y="67883"/>
                  </a:lnTo>
                  <a:lnTo>
                    <a:pt x="0" y="70127"/>
                  </a:lnTo>
                  <a:lnTo>
                    <a:pt x="0" y="72371"/>
                  </a:lnTo>
                  <a:lnTo>
                    <a:pt x="1115" y="74615"/>
                  </a:lnTo>
                  <a:lnTo>
                    <a:pt x="1115" y="76298"/>
                  </a:lnTo>
                  <a:lnTo>
                    <a:pt x="2230" y="78542"/>
                  </a:lnTo>
                  <a:lnTo>
                    <a:pt x="2230" y="80786"/>
                  </a:lnTo>
                  <a:lnTo>
                    <a:pt x="3345" y="83030"/>
                  </a:lnTo>
                  <a:lnTo>
                    <a:pt x="3345" y="85274"/>
                  </a:lnTo>
                  <a:lnTo>
                    <a:pt x="4460" y="88080"/>
                  </a:lnTo>
                  <a:lnTo>
                    <a:pt x="4460" y="89202"/>
                  </a:lnTo>
                  <a:lnTo>
                    <a:pt x="5576" y="92568"/>
                  </a:lnTo>
                  <a:lnTo>
                    <a:pt x="6691" y="93683"/>
                  </a:lnTo>
                  <a:lnTo>
                    <a:pt x="7806" y="97056"/>
                  </a:lnTo>
                  <a:lnTo>
                    <a:pt x="8921" y="97617"/>
                  </a:lnTo>
                  <a:lnTo>
                    <a:pt x="10036" y="100983"/>
                  </a:lnTo>
                  <a:lnTo>
                    <a:pt x="11709" y="104349"/>
                  </a:lnTo>
                  <a:lnTo>
                    <a:pt x="13940" y="108276"/>
                  </a:lnTo>
                  <a:lnTo>
                    <a:pt x="17285" y="111621"/>
                  </a:lnTo>
                  <a:lnTo>
                    <a:pt x="20631" y="117253"/>
                  </a:lnTo>
                  <a:lnTo>
                    <a:pt x="23419" y="120041"/>
                  </a:lnTo>
                  <a:lnTo>
                    <a:pt x="26765" y="123424"/>
                  </a:lnTo>
                  <a:lnTo>
                    <a:pt x="31225" y="126790"/>
                  </a:lnTo>
                  <a:lnTo>
                    <a:pt x="35129" y="130694"/>
                  </a:lnTo>
                  <a:lnTo>
                    <a:pt x="38474" y="132961"/>
                  </a:lnTo>
                  <a:lnTo>
                    <a:pt x="42935" y="136327"/>
                  </a:lnTo>
                  <a:lnTo>
                    <a:pt x="44608" y="137449"/>
                  </a:lnTo>
                  <a:lnTo>
                    <a:pt x="47954" y="139693"/>
                  </a:lnTo>
                  <a:lnTo>
                    <a:pt x="50184" y="140254"/>
                  </a:lnTo>
                  <a:lnTo>
                    <a:pt x="52414" y="141376"/>
                  </a:lnTo>
                  <a:lnTo>
                    <a:pt x="54087" y="142498"/>
                  </a:lnTo>
                  <a:lnTo>
                    <a:pt x="56318" y="143620"/>
                  </a:lnTo>
                  <a:lnTo>
                    <a:pt x="59663" y="145865"/>
                  </a:lnTo>
                  <a:lnTo>
                    <a:pt x="61894" y="146987"/>
                  </a:lnTo>
                  <a:lnTo>
                    <a:pt x="64124" y="146987"/>
                  </a:lnTo>
                  <a:lnTo>
                    <a:pt x="66912" y="148109"/>
                  </a:lnTo>
                  <a:lnTo>
                    <a:pt x="69143" y="149231"/>
                  </a:lnTo>
                  <a:lnTo>
                    <a:pt x="72488" y="150353"/>
                  </a:lnTo>
                  <a:lnTo>
                    <a:pt x="74719" y="151475"/>
                  </a:lnTo>
                  <a:lnTo>
                    <a:pt x="77507" y="151475"/>
                  </a:lnTo>
                  <a:lnTo>
                    <a:pt x="79737" y="152036"/>
                  </a:lnTo>
                  <a:lnTo>
                    <a:pt x="83083" y="152036"/>
                  </a:lnTo>
                  <a:lnTo>
                    <a:pt x="85871" y="153158"/>
                  </a:lnTo>
                  <a:lnTo>
                    <a:pt x="89216" y="154280"/>
                  </a:lnTo>
                  <a:lnTo>
                    <a:pt x="91447" y="154280"/>
                  </a:lnTo>
                  <a:lnTo>
                    <a:pt x="94792" y="155402"/>
                  </a:lnTo>
                  <a:lnTo>
                    <a:pt x="97580" y="155402"/>
                  </a:lnTo>
                  <a:lnTo>
                    <a:pt x="100926" y="156524"/>
                  </a:lnTo>
                  <a:lnTo>
                    <a:pt x="103157" y="156524"/>
                  </a:lnTo>
                  <a:lnTo>
                    <a:pt x="106502" y="157646"/>
                  </a:lnTo>
                  <a:lnTo>
                    <a:pt x="109290" y="158768"/>
                  </a:lnTo>
                  <a:lnTo>
                    <a:pt x="112636" y="159890"/>
                  </a:lnTo>
                  <a:lnTo>
                    <a:pt x="115980" y="159890"/>
                  </a:lnTo>
                  <a:lnTo>
                    <a:pt x="118768" y="161012"/>
                  </a:lnTo>
                  <a:lnTo>
                    <a:pt x="122115" y="161012"/>
                  </a:lnTo>
                  <a:lnTo>
                    <a:pt x="125461" y="162134"/>
                  </a:lnTo>
                  <a:lnTo>
                    <a:pt x="128805" y="162695"/>
                  </a:lnTo>
                  <a:lnTo>
                    <a:pt x="131593" y="162695"/>
                  </a:lnTo>
                  <a:lnTo>
                    <a:pt x="136054" y="163817"/>
                  </a:lnTo>
                  <a:lnTo>
                    <a:pt x="139401" y="163817"/>
                  </a:lnTo>
                  <a:lnTo>
                    <a:pt x="143303" y="164939"/>
                  </a:lnTo>
                  <a:lnTo>
                    <a:pt x="146650" y="164939"/>
                  </a:lnTo>
                  <a:lnTo>
                    <a:pt x="149994" y="166061"/>
                  </a:lnTo>
                  <a:lnTo>
                    <a:pt x="155014" y="167183"/>
                  </a:lnTo>
                  <a:lnTo>
                    <a:pt x="156129" y="167183"/>
                  </a:lnTo>
                  <a:lnTo>
                    <a:pt x="158359" y="167183"/>
                  </a:lnTo>
                  <a:lnTo>
                    <a:pt x="160590" y="167183"/>
                  </a:lnTo>
                  <a:lnTo>
                    <a:pt x="163378" y="168305"/>
                  </a:lnTo>
                  <a:lnTo>
                    <a:pt x="164493" y="168305"/>
                  </a:lnTo>
                  <a:lnTo>
                    <a:pt x="166724" y="168305"/>
                  </a:lnTo>
                  <a:lnTo>
                    <a:pt x="168954" y="168305"/>
                  </a:lnTo>
                  <a:lnTo>
                    <a:pt x="172300" y="169427"/>
                  </a:lnTo>
                  <a:lnTo>
                    <a:pt x="173972" y="169427"/>
                  </a:lnTo>
                  <a:lnTo>
                    <a:pt x="176203" y="169427"/>
                  </a:lnTo>
                  <a:lnTo>
                    <a:pt x="178433" y="170549"/>
                  </a:lnTo>
                  <a:lnTo>
                    <a:pt x="180664" y="170549"/>
                  </a:lnTo>
                  <a:lnTo>
                    <a:pt x="183452" y="170549"/>
                  </a:lnTo>
                  <a:lnTo>
                    <a:pt x="185682" y="170549"/>
                  </a:lnTo>
                  <a:lnTo>
                    <a:pt x="187913" y="170549"/>
                  </a:lnTo>
                  <a:lnTo>
                    <a:pt x="190143" y="170549"/>
                  </a:lnTo>
                  <a:lnTo>
                    <a:pt x="192373" y="170549"/>
                  </a:lnTo>
                  <a:lnTo>
                    <a:pt x="194046" y="171671"/>
                  </a:lnTo>
                  <a:lnTo>
                    <a:pt x="197392" y="171671"/>
                  </a:lnTo>
                  <a:lnTo>
                    <a:pt x="200738" y="171671"/>
                  </a:lnTo>
                  <a:lnTo>
                    <a:pt x="202968" y="171671"/>
                  </a:lnTo>
                  <a:lnTo>
                    <a:pt x="204641" y="171671"/>
                  </a:lnTo>
                  <a:lnTo>
                    <a:pt x="206871" y="171671"/>
                  </a:lnTo>
                  <a:lnTo>
                    <a:pt x="210217" y="171671"/>
                  </a:lnTo>
                  <a:lnTo>
                    <a:pt x="212447" y="171671"/>
                  </a:lnTo>
                  <a:lnTo>
                    <a:pt x="215235" y="172793"/>
                  </a:lnTo>
                  <a:lnTo>
                    <a:pt x="217466" y="172793"/>
                  </a:lnTo>
                  <a:lnTo>
                    <a:pt x="220811" y="172793"/>
                  </a:lnTo>
                  <a:lnTo>
                    <a:pt x="223042" y="172793"/>
                  </a:lnTo>
                  <a:lnTo>
                    <a:pt x="225830" y="172793"/>
                  </a:lnTo>
                  <a:lnTo>
                    <a:pt x="228060" y="172793"/>
                  </a:lnTo>
                  <a:lnTo>
                    <a:pt x="231406" y="172793"/>
                  </a:lnTo>
                  <a:lnTo>
                    <a:pt x="234751" y="172793"/>
                  </a:lnTo>
                  <a:lnTo>
                    <a:pt x="236424" y="172793"/>
                  </a:lnTo>
                  <a:lnTo>
                    <a:pt x="239770" y="172793"/>
                  </a:lnTo>
                  <a:lnTo>
                    <a:pt x="243116" y="173355"/>
                  </a:lnTo>
                  <a:lnTo>
                    <a:pt x="245346" y="173355"/>
                  </a:lnTo>
                  <a:lnTo>
                    <a:pt x="248134" y="173355"/>
                  </a:lnTo>
                  <a:lnTo>
                    <a:pt x="251480" y="173355"/>
                  </a:lnTo>
                  <a:lnTo>
                    <a:pt x="253710" y="173355"/>
                  </a:lnTo>
                  <a:lnTo>
                    <a:pt x="257056" y="173355"/>
                  </a:lnTo>
                  <a:lnTo>
                    <a:pt x="259844" y="173355"/>
                  </a:lnTo>
                  <a:lnTo>
                    <a:pt x="263189" y="173355"/>
                  </a:lnTo>
                  <a:lnTo>
                    <a:pt x="266535" y="173355"/>
                  </a:lnTo>
                  <a:lnTo>
                    <a:pt x="268765" y="173355"/>
                  </a:lnTo>
                  <a:lnTo>
                    <a:pt x="271553" y="173355"/>
                  </a:lnTo>
                  <a:lnTo>
                    <a:pt x="274899" y="173355"/>
                  </a:lnTo>
                  <a:lnTo>
                    <a:pt x="278245" y="173355"/>
                  </a:lnTo>
                  <a:lnTo>
                    <a:pt x="279917" y="173355"/>
                  </a:lnTo>
                  <a:lnTo>
                    <a:pt x="283263" y="173355"/>
                  </a:lnTo>
                  <a:lnTo>
                    <a:pt x="286609" y="173355"/>
                  </a:lnTo>
                  <a:lnTo>
                    <a:pt x="289954" y="173355"/>
                  </a:lnTo>
                  <a:lnTo>
                    <a:pt x="291627" y="173355"/>
                  </a:lnTo>
                  <a:lnTo>
                    <a:pt x="294973" y="173355"/>
                  </a:lnTo>
                  <a:lnTo>
                    <a:pt x="298318" y="173355"/>
                  </a:lnTo>
                  <a:lnTo>
                    <a:pt x="301107" y="173355"/>
                  </a:lnTo>
                  <a:lnTo>
                    <a:pt x="303337" y="173355"/>
                  </a:lnTo>
                  <a:lnTo>
                    <a:pt x="306683" y="173355"/>
                  </a:lnTo>
                  <a:lnTo>
                    <a:pt x="310028" y="173355"/>
                  </a:lnTo>
                  <a:lnTo>
                    <a:pt x="312816" y="173355"/>
                  </a:lnTo>
                  <a:lnTo>
                    <a:pt x="315047" y="172793"/>
                  </a:lnTo>
                  <a:lnTo>
                    <a:pt x="318392" y="172793"/>
                  </a:lnTo>
                  <a:lnTo>
                    <a:pt x="321738" y="172793"/>
                  </a:lnTo>
                  <a:lnTo>
                    <a:pt x="324526" y="172793"/>
                  </a:lnTo>
                  <a:lnTo>
                    <a:pt x="326756" y="172793"/>
                  </a:lnTo>
                  <a:lnTo>
                    <a:pt x="330102" y="172793"/>
                  </a:lnTo>
                  <a:lnTo>
                    <a:pt x="332890" y="172793"/>
                  </a:lnTo>
                  <a:lnTo>
                    <a:pt x="336236" y="172793"/>
                  </a:lnTo>
                  <a:lnTo>
                    <a:pt x="339581" y="172793"/>
                  </a:lnTo>
                  <a:lnTo>
                    <a:pt x="342927" y="172793"/>
                  </a:lnTo>
                  <a:lnTo>
                    <a:pt x="344600" y="172793"/>
                  </a:lnTo>
                  <a:lnTo>
                    <a:pt x="347945" y="172793"/>
                  </a:lnTo>
                  <a:lnTo>
                    <a:pt x="351291" y="171671"/>
                  </a:lnTo>
                  <a:lnTo>
                    <a:pt x="353521" y="171671"/>
                  </a:lnTo>
                  <a:lnTo>
                    <a:pt x="356309" y="171671"/>
                  </a:lnTo>
                  <a:lnTo>
                    <a:pt x="359655" y="171671"/>
                  </a:lnTo>
                  <a:lnTo>
                    <a:pt x="363001" y="171671"/>
                  </a:lnTo>
                  <a:lnTo>
                    <a:pt x="365231" y="171671"/>
                  </a:lnTo>
                  <a:lnTo>
                    <a:pt x="368019" y="170549"/>
                  </a:lnTo>
                  <a:lnTo>
                    <a:pt x="371365" y="170549"/>
                  </a:lnTo>
                  <a:lnTo>
                    <a:pt x="373595" y="170549"/>
                  </a:lnTo>
                  <a:lnTo>
                    <a:pt x="375826" y="170549"/>
                  </a:lnTo>
                  <a:lnTo>
                    <a:pt x="378614" y="170549"/>
                  </a:lnTo>
                  <a:lnTo>
                    <a:pt x="381959" y="170549"/>
                  </a:lnTo>
                  <a:lnTo>
                    <a:pt x="384190" y="169427"/>
                  </a:lnTo>
                  <a:lnTo>
                    <a:pt x="386978" y="169427"/>
                  </a:lnTo>
                  <a:lnTo>
                    <a:pt x="389208" y="169427"/>
                  </a:lnTo>
                  <a:lnTo>
                    <a:pt x="392554" y="169427"/>
                  </a:lnTo>
                  <a:lnTo>
                    <a:pt x="394784" y="168305"/>
                  </a:lnTo>
                  <a:lnTo>
                    <a:pt x="397015" y="168305"/>
                  </a:lnTo>
                  <a:lnTo>
                    <a:pt x="399803" y="168305"/>
                  </a:lnTo>
                  <a:lnTo>
                    <a:pt x="402033" y="168305"/>
                  </a:lnTo>
                  <a:lnTo>
                    <a:pt x="405379" y="168305"/>
                  </a:lnTo>
                  <a:lnTo>
                    <a:pt x="407609" y="167183"/>
                  </a:lnTo>
                  <a:lnTo>
                    <a:pt x="409282" y="167183"/>
                  </a:lnTo>
                  <a:lnTo>
                    <a:pt x="412628" y="167183"/>
                  </a:lnTo>
                  <a:lnTo>
                    <a:pt x="414858" y="167183"/>
                  </a:lnTo>
                  <a:lnTo>
                    <a:pt x="418204" y="166061"/>
                  </a:lnTo>
                  <a:lnTo>
                    <a:pt x="419876" y="166061"/>
                  </a:lnTo>
                  <a:lnTo>
                    <a:pt x="422107" y="166061"/>
                  </a:lnTo>
                  <a:lnTo>
                    <a:pt x="425453" y="164939"/>
                  </a:lnTo>
                  <a:lnTo>
                    <a:pt x="427683" y="164939"/>
                  </a:lnTo>
                  <a:lnTo>
                    <a:pt x="429913" y="164939"/>
                  </a:lnTo>
                  <a:lnTo>
                    <a:pt x="431586" y="164939"/>
                  </a:lnTo>
                  <a:lnTo>
                    <a:pt x="433817" y="163817"/>
                  </a:lnTo>
                  <a:lnTo>
                    <a:pt x="436047" y="163817"/>
                  </a:lnTo>
                  <a:lnTo>
                    <a:pt x="439393" y="163817"/>
                  </a:lnTo>
                  <a:lnTo>
                    <a:pt x="441066" y="163817"/>
                  </a:lnTo>
                  <a:lnTo>
                    <a:pt x="443296" y="162695"/>
                  </a:lnTo>
                  <a:lnTo>
                    <a:pt x="445526" y="162695"/>
                  </a:lnTo>
                  <a:lnTo>
                    <a:pt x="447757" y="162695"/>
                  </a:lnTo>
                  <a:lnTo>
                    <a:pt x="451102" y="162695"/>
                  </a:lnTo>
                  <a:lnTo>
                    <a:pt x="451660" y="162137"/>
                  </a:lnTo>
                  <a:lnTo>
                    <a:pt x="455006" y="162137"/>
                  </a:lnTo>
                  <a:lnTo>
                    <a:pt x="457236" y="161012"/>
                  </a:lnTo>
                  <a:lnTo>
                    <a:pt x="459466" y="161012"/>
                  </a:lnTo>
                  <a:lnTo>
                    <a:pt x="463370" y="161012"/>
                  </a:lnTo>
                  <a:lnTo>
                    <a:pt x="467831" y="159890"/>
                  </a:lnTo>
                  <a:lnTo>
                    <a:pt x="468946" y="159890"/>
                  </a:lnTo>
                  <a:lnTo>
                    <a:pt x="472291" y="158768"/>
                  </a:lnTo>
                  <a:lnTo>
                    <a:pt x="472849" y="158768"/>
                  </a:lnTo>
                  <a:lnTo>
                    <a:pt x="476195" y="158768"/>
                  </a:lnTo>
                  <a:lnTo>
                    <a:pt x="479540" y="157646"/>
                  </a:lnTo>
                  <a:lnTo>
                    <a:pt x="483444" y="156524"/>
                  </a:lnTo>
                  <a:lnTo>
                    <a:pt x="486789" y="155402"/>
                  </a:lnTo>
                  <a:lnTo>
                    <a:pt x="491250" y="155402"/>
                  </a:lnTo>
                  <a:lnTo>
                    <a:pt x="494038" y="154280"/>
                  </a:lnTo>
                  <a:lnTo>
                    <a:pt x="497384" y="153158"/>
                  </a:lnTo>
                  <a:lnTo>
                    <a:pt x="501845" y="152036"/>
                  </a:lnTo>
                  <a:lnTo>
                    <a:pt x="505190" y="152036"/>
                  </a:lnTo>
                  <a:lnTo>
                    <a:pt x="507978" y="151475"/>
                  </a:lnTo>
                  <a:lnTo>
                    <a:pt x="510209" y="150353"/>
                  </a:lnTo>
                  <a:lnTo>
                    <a:pt x="513554" y="149231"/>
                  </a:lnTo>
                  <a:lnTo>
                    <a:pt x="516342" y="148109"/>
                  </a:lnTo>
                  <a:lnTo>
                    <a:pt x="519688" y="146987"/>
                  </a:lnTo>
                  <a:lnTo>
                    <a:pt x="521918" y="146987"/>
                  </a:lnTo>
                  <a:lnTo>
                    <a:pt x="525264" y="145865"/>
                  </a:lnTo>
                  <a:lnTo>
                    <a:pt x="528052" y="144743"/>
                  </a:lnTo>
                  <a:lnTo>
                    <a:pt x="530282" y="143620"/>
                  </a:lnTo>
                  <a:lnTo>
                    <a:pt x="532513" y="142498"/>
                  </a:lnTo>
                  <a:lnTo>
                    <a:pt x="534743" y="141376"/>
                  </a:lnTo>
                  <a:lnTo>
                    <a:pt x="537531" y="141376"/>
                  </a:lnTo>
                  <a:lnTo>
                    <a:pt x="539762" y="139693"/>
                  </a:lnTo>
                  <a:lnTo>
                    <a:pt x="541992" y="138571"/>
                  </a:lnTo>
                  <a:lnTo>
                    <a:pt x="544223" y="137449"/>
                  </a:lnTo>
                  <a:lnTo>
                    <a:pt x="546453" y="136327"/>
                  </a:lnTo>
                  <a:lnTo>
                    <a:pt x="549241" y="134083"/>
                  </a:lnTo>
                  <a:lnTo>
                    <a:pt x="553702" y="131839"/>
                  </a:lnTo>
                  <a:lnTo>
                    <a:pt x="555932" y="129034"/>
                  </a:lnTo>
                  <a:lnTo>
                    <a:pt x="558720" y="125668"/>
                  </a:lnTo>
                  <a:lnTo>
                    <a:pt x="562066" y="122322"/>
                  </a:lnTo>
                  <a:lnTo>
                    <a:pt x="564296" y="118936"/>
                  </a:lnTo>
                  <a:lnTo>
                    <a:pt x="566527" y="116131"/>
                  </a:lnTo>
                  <a:lnTo>
                    <a:pt x="568757" y="111642"/>
                  </a:lnTo>
                  <a:lnTo>
                    <a:pt x="569315" y="109398"/>
                  </a:lnTo>
                  <a:lnTo>
                    <a:pt x="570430" y="107715"/>
                  </a:lnTo>
                  <a:lnTo>
                    <a:pt x="571545" y="105471"/>
                  </a:lnTo>
                  <a:lnTo>
                    <a:pt x="572660" y="103227"/>
                  </a:lnTo>
                  <a:lnTo>
                    <a:pt x="573776" y="100983"/>
                  </a:lnTo>
                  <a:lnTo>
                    <a:pt x="573776" y="98738"/>
                  </a:lnTo>
                  <a:lnTo>
                    <a:pt x="574891" y="97056"/>
                  </a:lnTo>
                  <a:lnTo>
                    <a:pt x="576006" y="93690"/>
                  </a:lnTo>
                  <a:lnTo>
                    <a:pt x="576006" y="91446"/>
                  </a:lnTo>
                  <a:lnTo>
                    <a:pt x="577121" y="88080"/>
                  </a:lnTo>
                  <a:lnTo>
                    <a:pt x="577121" y="86396"/>
                  </a:lnTo>
                  <a:lnTo>
                    <a:pt x="578236" y="84152"/>
                  </a:lnTo>
                  <a:lnTo>
                    <a:pt x="578236" y="80786"/>
                  </a:lnTo>
                  <a:lnTo>
                    <a:pt x="579352" y="78542"/>
                  </a:lnTo>
                  <a:lnTo>
                    <a:pt x="579352" y="76298"/>
                  </a:lnTo>
                  <a:lnTo>
                    <a:pt x="579909" y="73493"/>
                  </a:lnTo>
                  <a:lnTo>
                    <a:pt x="579909" y="71249"/>
                  </a:lnTo>
                  <a:lnTo>
                    <a:pt x="579909" y="67883"/>
                  </a:lnTo>
                  <a:lnTo>
                    <a:pt x="579909" y="65639"/>
                  </a:lnTo>
                  <a:lnTo>
                    <a:pt x="579909" y="63956"/>
                  </a:lnTo>
                  <a:lnTo>
                    <a:pt x="579909" y="60590"/>
                  </a:lnTo>
                  <a:lnTo>
                    <a:pt x="579909" y="58346"/>
                  </a:lnTo>
                  <a:lnTo>
                    <a:pt x="579909" y="56101"/>
                  </a:lnTo>
                  <a:lnTo>
                    <a:pt x="581025" y="53296"/>
                  </a:lnTo>
                  <a:lnTo>
                    <a:pt x="579909" y="51052"/>
                  </a:lnTo>
                  <a:lnTo>
                    <a:pt x="579909" y="48808"/>
                  </a:lnTo>
                  <a:lnTo>
                    <a:pt x="579909" y="46564"/>
                  </a:lnTo>
                  <a:lnTo>
                    <a:pt x="579909" y="44320"/>
                  </a:lnTo>
                  <a:lnTo>
                    <a:pt x="579909" y="41515"/>
                  </a:lnTo>
                  <a:lnTo>
                    <a:pt x="579352" y="39270"/>
                  </a:lnTo>
                  <a:lnTo>
                    <a:pt x="579352" y="37027"/>
                  </a:lnTo>
                  <a:lnTo>
                    <a:pt x="579352" y="35905"/>
                  </a:lnTo>
                  <a:lnTo>
                    <a:pt x="577121" y="31978"/>
                  </a:lnTo>
                  <a:lnTo>
                    <a:pt x="576006" y="28611"/>
                  </a:lnTo>
                  <a:lnTo>
                    <a:pt x="573776" y="24123"/>
                  </a:lnTo>
                  <a:lnTo>
                    <a:pt x="571545" y="22440"/>
                  </a:lnTo>
                  <a:lnTo>
                    <a:pt x="569315" y="19074"/>
                  </a:lnTo>
                  <a:lnTo>
                    <a:pt x="567642" y="15708"/>
                  </a:lnTo>
                  <a:lnTo>
                    <a:pt x="564296" y="13464"/>
                  </a:lnTo>
                  <a:lnTo>
                    <a:pt x="562066" y="11781"/>
                  </a:lnTo>
                  <a:lnTo>
                    <a:pt x="558720" y="9537"/>
                  </a:lnTo>
                  <a:lnTo>
                    <a:pt x="557047" y="8415"/>
                  </a:lnTo>
                  <a:lnTo>
                    <a:pt x="553702" y="7293"/>
                  </a:lnTo>
                  <a:lnTo>
                    <a:pt x="550356" y="6171"/>
                  </a:lnTo>
                  <a:lnTo>
                    <a:pt x="547568" y="5049"/>
                  </a:lnTo>
                  <a:lnTo>
                    <a:pt x="544223" y="3927"/>
                  </a:lnTo>
                  <a:lnTo>
                    <a:pt x="540877" y="3927"/>
                  </a:lnTo>
                  <a:lnTo>
                    <a:pt x="537531" y="3927"/>
                  </a:lnTo>
                  <a:lnTo>
                    <a:pt x="534743" y="3927"/>
                  </a:lnTo>
                  <a:lnTo>
                    <a:pt x="530282" y="3927"/>
                  </a:lnTo>
                  <a:lnTo>
                    <a:pt x="526937" y="3927"/>
                  </a:lnTo>
                  <a:lnTo>
                    <a:pt x="524149" y="5049"/>
                  </a:lnTo>
                  <a:lnTo>
                    <a:pt x="520803" y="5049"/>
                  </a:lnTo>
                  <a:lnTo>
                    <a:pt x="516342" y="6171"/>
                  </a:lnTo>
                  <a:lnTo>
                    <a:pt x="513554" y="7293"/>
                  </a:lnTo>
                  <a:lnTo>
                    <a:pt x="511324" y="8415"/>
                  </a:lnTo>
                  <a:lnTo>
                    <a:pt x="507978" y="9537"/>
                  </a:lnTo>
                  <a:lnTo>
                    <a:pt x="505190" y="10659"/>
                  </a:lnTo>
                  <a:lnTo>
                    <a:pt x="502960" y="11781"/>
                  </a:lnTo>
                  <a:lnTo>
                    <a:pt x="500729" y="12342"/>
                  </a:lnTo>
                  <a:lnTo>
                    <a:pt x="497384" y="12342"/>
                  </a:lnTo>
                  <a:lnTo>
                    <a:pt x="496268" y="14586"/>
                  </a:lnTo>
                  <a:lnTo>
                    <a:pt x="494038" y="14586"/>
                  </a:lnTo>
                  <a:lnTo>
                    <a:pt x="493480" y="15708"/>
                  </a:lnTo>
                  <a:lnTo>
                    <a:pt x="44608" y="0"/>
                  </a:lnTo>
                  <a:close/>
                </a:path>
              </a:pathLst>
            </a:custGeom>
            <a:solidFill>
              <a:srgbClr val="CCECFF"/>
            </a:solidFill>
            <a:ln w="9525" cap="flat" cmpd="sng" algn="ctr">
              <a:solidFill>
                <a:schemeClr val="tx1"/>
              </a:solidFill>
              <a:prstDash val="solid"/>
              <a:headEnd type="none"/>
              <a:tailEnd type="none"/>
            </a:ln>
            <a:effectLst/>
          </p:spPr>
          <p:txBody>
            <a:bodyPr vert="horz" wrap="square" lIns="0" tIns="0" rIns="5080" bIns="2540" numCol="1" spcCol="215900" anchor="t"/>
            <a:lstStyle/>
            <a:p>
              <a:pPr/>
              <a:endParaRPr lang="en-us" cap="none"/>
            </a:p>
          </p:txBody>
        </p:sp>
        <p:sp>
          <p:nvSpPr>
            <p:cNvPr id="30" name="Freeform 97"/>
            <p:cNvSpPr>
              <a:extLst>
                <a:ext uri="smNativeData">
                  <pr:smNativeData xmlns:pr="smNativeData" xmlns="smNativeData" val="SMDATA_15_VcZhaRMAAAAlAAAACwAAAA0AAAAAAAAAAAAAAAAIAAAAAwAAAAAAAAAAAAAAAAAAAAEAAABQAAAAAAAAAAAA4D8AAAAAAADg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Lw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tikAAM0UAAC9LAAAVxUAAAAAAAAmAAAACAAAAP//////////"/>
                </a:ext>
              </a:extLst>
            </p:cNvSpPr>
            <p:nvPr/>
          </p:nvSpPr>
          <p:spPr>
            <a:xfrm>
              <a:off x="6780530" y="3381375"/>
              <a:ext cx="492125" cy="87630"/>
            </a:xfrm>
            <a:custGeom>
              <a:avLst/>
              <a:gdLst/>
              <a:ahLst/>
              <a:cxnLst/>
              <a:rect l="0" t="0" r="492125" b="87630"/>
              <a:pathLst>
                <a:path w="492125" h="87630">
                  <a:moveTo>
                    <a:pt x="242722" y="87630"/>
                  </a:moveTo>
                  <a:lnTo>
                    <a:pt x="248846" y="87630"/>
                  </a:lnTo>
                  <a:lnTo>
                    <a:pt x="255526" y="87630"/>
                  </a:lnTo>
                  <a:lnTo>
                    <a:pt x="260536" y="87630"/>
                  </a:lnTo>
                  <a:lnTo>
                    <a:pt x="266660" y="87630"/>
                  </a:lnTo>
                  <a:lnTo>
                    <a:pt x="273340" y="86499"/>
                  </a:lnTo>
                  <a:lnTo>
                    <a:pt x="278351" y="86499"/>
                  </a:lnTo>
                  <a:lnTo>
                    <a:pt x="285031" y="86499"/>
                  </a:lnTo>
                  <a:lnTo>
                    <a:pt x="291155" y="86499"/>
                  </a:lnTo>
                  <a:lnTo>
                    <a:pt x="297835" y="85934"/>
                  </a:lnTo>
                  <a:lnTo>
                    <a:pt x="302846" y="85934"/>
                  </a:lnTo>
                  <a:lnTo>
                    <a:pt x="308413" y="85934"/>
                  </a:lnTo>
                  <a:lnTo>
                    <a:pt x="314536" y="85934"/>
                  </a:lnTo>
                  <a:lnTo>
                    <a:pt x="320103" y="84803"/>
                  </a:lnTo>
                  <a:lnTo>
                    <a:pt x="326227" y="84803"/>
                  </a:lnTo>
                  <a:lnTo>
                    <a:pt x="331237" y="83673"/>
                  </a:lnTo>
                  <a:lnTo>
                    <a:pt x="337918" y="83673"/>
                  </a:lnTo>
                  <a:lnTo>
                    <a:pt x="342928" y="82542"/>
                  </a:lnTo>
                  <a:lnTo>
                    <a:pt x="348495" y="82542"/>
                  </a:lnTo>
                  <a:lnTo>
                    <a:pt x="353506" y="81411"/>
                  </a:lnTo>
                  <a:lnTo>
                    <a:pt x="359073" y="81411"/>
                  </a:lnTo>
                  <a:lnTo>
                    <a:pt x="364083" y="80280"/>
                  </a:lnTo>
                  <a:lnTo>
                    <a:pt x="369650" y="80280"/>
                  </a:lnTo>
                  <a:lnTo>
                    <a:pt x="374104" y="79150"/>
                  </a:lnTo>
                  <a:lnTo>
                    <a:pt x="380227" y="79150"/>
                  </a:lnTo>
                  <a:lnTo>
                    <a:pt x="384681" y="78019"/>
                  </a:lnTo>
                  <a:lnTo>
                    <a:pt x="389691" y="78019"/>
                  </a:lnTo>
                  <a:lnTo>
                    <a:pt x="394145" y="76888"/>
                  </a:lnTo>
                  <a:lnTo>
                    <a:pt x="399155" y="76888"/>
                  </a:lnTo>
                  <a:lnTo>
                    <a:pt x="403609" y="75192"/>
                  </a:lnTo>
                  <a:lnTo>
                    <a:pt x="407506" y="75192"/>
                  </a:lnTo>
                  <a:lnTo>
                    <a:pt x="411959" y="74061"/>
                  </a:lnTo>
                  <a:lnTo>
                    <a:pt x="416970" y="74061"/>
                  </a:lnTo>
                  <a:lnTo>
                    <a:pt x="421423" y="72931"/>
                  </a:lnTo>
                  <a:lnTo>
                    <a:pt x="424763" y="71800"/>
                  </a:lnTo>
                  <a:lnTo>
                    <a:pt x="428660" y="70669"/>
                  </a:lnTo>
                  <a:lnTo>
                    <a:pt x="433114" y="70669"/>
                  </a:lnTo>
                  <a:lnTo>
                    <a:pt x="436454" y="69539"/>
                  </a:lnTo>
                  <a:lnTo>
                    <a:pt x="440351" y="68408"/>
                  </a:lnTo>
                  <a:lnTo>
                    <a:pt x="443691" y="68408"/>
                  </a:lnTo>
                  <a:lnTo>
                    <a:pt x="448145" y="67277"/>
                  </a:lnTo>
                  <a:lnTo>
                    <a:pt x="450929" y="66147"/>
                  </a:lnTo>
                  <a:lnTo>
                    <a:pt x="454269" y="65016"/>
                  </a:lnTo>
                  <a:lnTo>
                    <a:pt x="457609" y="64450"/>
                  </a:lnTo>
                  <a:lnTo>
                    <a:pt x="460392" y="64450"/>
                  </a:lnTo>
                  <a:lnTo>
                    <a:pt x="463733" y="63320"/>
                  </a:lnTo>
                  <a:lnTo>
                    <a:pt x="467073" y="62189"/>
                  </a:lnTo>
                  <a:lnTo>
                    <a:pt x="469300" y="61058"/>
                  </a:lnTo>
                  <a:lnTo>
                    <a:pt x="472083" y="61058"/>
                  </a:lnTo>
                  <a:lnTo>
                    <a:pt x="473197" y="59928"/>
                  </a:lnTo>
                  <a:lnTo>
                    <a:pt x="476537" y="58797"/>
                  </a:lnTo>
                  <a:lnTo>
                    <a:pt x="477650" y="57666"/>
                  </a:lnTo>
                  <a:lnTo>
                    <a:pt x="480990" y="56535"/>
                  </a:lnTo>
                  <a:lnTo>
                    <a:pt x="483774" y="54274"/>
                  </a:lnTo>
                  <a:lnTo>
                    <a:pt x="487114" y="53709"/>
                  </a:lnTo>
                  <a:lnTo>
                    <a:pt x="489341" y="51447"/>
                  </a:lnTo>
                  <a:lnTo>
                    <a:pt x="490454" y="49186"/>
                  </a:lnTo>
                  <a:lnTo>
                    <a:pt x="491568" y="48055"/>
                  </a:lnTo>
                  <a:lnTo>
                    <a:pt x="492125" y="45794"/>
                  </a:lnTo>
                  <a:lnTo>
                    <a:pt x="491568" y="44663"/>
                  </a:lnTo>
                  <a:lnTo>
                    <a:pt x="490454" y="42967"/>
                  </a:lnTo>
                  <a:lnTo>
                    <a:pt x="489341" y="40706"/>
                  </a:lnTo>
                  <a:lnTo>
                    <a:pt x="487114" y="38444"/>
                  </a:lnTo>
                  <a:lnTo>
                    <a:pt x="483774" y="36183"/>
                  </a:lnTo>
                  <a:lnTo>
                    <a:pt x="480990" y="35052"/>
                  </a:lnTo>
                  <a:lnTo>
                    <a:pt x="477650" y="32791"/>
                  </a:lnTo>
                  <a:lnTo>
                    <a:pt x="476537" y="32791"/>
                  </a:lnTo>
                  <a:lnTo>
                    <a:pt x="473197" y="32225"/>
                  </a:lnTo>
                  <a:lnTo>
                    <a:pt x="472083" y="31095"/>
                  </a:lnTo>
                  <a:lnTo>
                    <a:pt x="469300" y="29964"/>
                  </a:lnTo>
                  <a:lnTo>
                    <a:pt x="467073" y="28833"/>
                  </a:lnTo>
                  <a:lnTo>
                    <a:pt x="463733" y="27702"/>
                  </a:lnTo>
                  <a:lnTo>
                    <a:pt x="460392" y="26572"/>
                  </a:lnTo>
                  <a:lnTo>
                    <a:pt x="457609" y="25441"/>
                  </a:lnTo>
                  <a:lnTo>
                    <a:pt x="454269" y="24310"/>
                  </a:lnTo>
                  <a:lnTo>
                    <a:pt x="450929" y="23180"/>
                  </a:lnTo>
                  <a:lnTo>
                    <a:pt x="448145" y="23180"/>
                  </a:lnTo>
                  <a:lnTo>
                    <a:pt x="443691" y="21483"/>
                  </a:lnTo>
                  <a:lnTo>
                    <a:pt x="440351" y="21483"/>
                  </a:lnTo>
                  <a:lnTo>
                    <a:pt x="436454" y="20353"/>
                  </a:lnTo>
                  <a:lnTo>
                    <a:pt x="433114" y="19222"/>
                  </a:lnTo>
                  <a:lnTo>
                    <a:pt x="428660" y="18091"/>
                  </a:lnTo>
                  <a:lnTo>
                    <a:pt x="425877" y="16961"/>
                  </a:lnTo>
                  <a:lnTo>
                    <a:pt x="421423" y="16961"/>
                  </a:lnTo>
                  <a:lnTo>
                    <a:pt x="416970" y="15830"/>
                  </a:lnTo>
                  <a:lnTo>
                    <a:pt x="413073" y="14699"/>
                  </a:lnTo>
                  <a:lnTo>
                    <a:pt x="408619" y="13569"/>
                  </a:lnTo>
                  <a:lnTo>
                    <a:pt x="403609" y="12438"/>
                  </a:lnTo>
                  <a:lnTo>
                    <a:pt x="399155" y="12438"/>
                  </a:lnTo>
                  <a:lnTo>
                    <a:pt x="394145" y="11307"/>
                  </a:lnTo>
                  <a:lnTo>
                    <a:pt x="389691" y="10742"/>
                  </a:lnTo>
                  <a:lnTo>
                    <a:pt x="384681" y="9611"/>
                  </a:lnTo>
                  <a:lnTo>
                    <a:pt x="380227" y="9611"/>
                  </a:lnTo>
                  <a:lnTo>
                    <a:pt x="374660" y="8480"/>
                  </a:lnTo>
                  <a:lnTo>
                    <a:pt x="369650" y="7350"/>
                  </a:lnTo>
                  <a:lnTo>
                    <a:pt x="364083" y="7350"/>
                  </a:lnTo>
                  <a:lnTo>
                    <a:pt x="360186" y="6219"/>
                  </a:lnTo>
                  <a:lnTo>
                    <a:pt x="353506" y="6219"/>
                  </a:lnTo>
                  <a:lnTo>
                    <a:pt x="348495" y="5088"/>
                  </a:lnTo>
                  <a:lnTo>
                    <a:pt x="342928" y="3957"/>
                  </a:lnTo>
                  <a:lnTo>
                    <a:pt x="339031" y="3957"/>
                  </a:lnTo>
                  <a:lnTo>
                    <a:pt x="332351" y="2827"/>
                  </a:lnTo>
                  <a:lnTo>
                    <a:pt x="327341" y="2827"/>
                  </a:lnTo>
                  <a:lnTo>
                    <a:pt x="320660" y="1696"/>
                  </a:lnTo>
                  <a:lnTo>
                    <a:pt x="315650" y="1696"/>
                  </a:lnTo>
                  <a:lnTo>
                    <a:pt x="309526" y="565"/>
                  </a:lnTo>
                  <a:lnTo>
                    <a:pt x="303959" y="565"/>
                  </a:lnTo>
                  <a:lnTo>
                    <a:pt x="297835" y="565"/>
                  </a:lnTo>
                  <a:lnTo>
                    <a:pt x="292268" y="565"/>
                  </a:lnTo>
                  <a:lnTo>
                    <a:pt x="286145" y="0"/>
                  </a:lnTo>
                  <a:lnTo>
                    <a:pt x="280578" y="0"/>
                  </a:lnTo>
                  <a:lnTo>
                    <a:pt x="274454" y="0"/>
                  </a:lnTo>
                  <a:lnTo>
                    <a:pt x="267773" y="0"/>
                  </a:lnTo>
                  <a:lnTo>
                    <a:pt x="261650" y="0"/>
                  </a:lnTo>
                  <a:lnTo>
                    <a:pt x="256083" y="0"/>
                  </a:lnTo>
                  <a:lnTo>
                    <a:pt x="249959" y="0"/>
                  </a:lnTo>
                  <a:lnTo>
                    <a:pt x="244949" y="0"/>
                  </a:lnTo>
                  <a:lnTo>
                    <a:pt x="238268" y="0"/>
                  </a:lnTo>
                  <a:lnTo>
                    <a:pt x="232144" y="0"/>
                  </a:lnTo>
                  <a:lnTo>
                    <a:pt x="224351" y="0"/>
                  </a:lnTo>
                  <a:lnTo>
                    <a:pt x="219340" y="0"/>
                  </a:lnTo>
                  <a:lnTo>
                    <a:pt x="213217" y="0"/>
                  </a:lnTo>
                  <a:lnTo>
                    <a:pt x="206536" y="0"/>
                  </a:lnTo>
                  <a:lnTo>
                    <a:pt x="201526" y="0"/>
                  </a:lnTo>
                  <a:lnTo>
                    <a:pt x="194845" y="565"/>
                  </a:lnTo>
                  <a:lnTo>
                    <a:pt x="189835" y="565"/>
                  </a:lnTo>
                  <a:lnTo>
                    <a:pt x="183155" y="565"/>
                  </a:lnTo>
                  <a:lnTo>
                    <a:pt x="178144" y="565"/>
                  </a:lnTo>
                  <a:lnTo>
                    <a:pt x="171464" y="1696"/>
                  </a:lnTo>
                  <a:lnTo>
                    <a:pt x="166454" y="1696"/>
                  </a:lnTo>
                  <a:lnTo>
                    <a:pt x="159773" y="2827"/>
                  </a:lnTo>
                  <a:lnTo>
                    <a:pt x="154763" y="2827"/>
                  </a:lnTo>
                  <a:lnTo>
                    <a:pt x="149196" y="3957"/>
                  </a:lnTo>
                  <a:lnTo>
                    <a:pt x="144185" y="3957"/>
                  </a:lnTo>
                  <a:lnTo>
                    <a:pt x="138618" y="3957"/>
                  </a:lnTo>
                  <a:lnTo>
                    <a:pt x="133608" y="5088"/>
                  </a:lnTo>
                  <a:lnTo>
                    <a:pt x="128041" y="6219"/>
                  </a:lnTo>
                  <a:lnTo>
                    <a:pt x="123027" y="6219"/>
                  </a:lnTo>
                  <a:lnTo>
                    <a:pt x="117464" y="7350"/>
                  </a:lnTo>
                  <a:lnTo>
                    <a:pt x="112453" y="7350"/>
                  </a:lnTo>
                  <a:lnTo>
                    <a:pt x="108000" y="8480"/>
                  </a:lnTo>
                  <a:lnTo>
                    <a:pt x="102989" y="8480"/>
                  </a:lnTo>
                  <a:lnTo>
                    <a:pt x="98536" y="9611"/>
                  </a:lnTo>
                  <a:lnTo>
                    <a:pt x="93526" y="10742"/>
                  </a:lnTo>
                  <a:lnTo>
                    <a:pt x="89072" y="10742"/>
                  </a:lnTo>
                  <a:lnTo>
                    <a:pt x="84618" y="11307"/>
                  </a:lnTo>
                  <a:lnTo>
                    <a:pt x="79608" y="12438"/>
                  </a:lnTo>
                  <a:lnTo>
                    <a:pt x="75154" y="12438"/>
                  </a:lnTo>
                  <a:lnTo>
                    <a:pt x="72371" y="14699"/>
                  </a:lnTo>
                  <a:lnTo>
                    <a:pt x="66802" y="14699"/>
                  </a:lnTo>
                  <a:lnTo>
                    <a:pt x="63461" y="15830"/>
                  </a:lnTo>
                  <a:lnTo>
                    <a:pt x="59567" y="15830"/>
                  </a:lnTo>
                  <a:lnTo>
                    <a:pt x="56226" y="16961"/>
                  </a:lnTo>
                  <a:lnTo>
                    <a:pt x="52330" y="18091"/>
                  </a:lnTo>
                  <a:lnTo>
                    <a:pt x="47876" y="19222"/>
                  </a:lnTo>
                  <a:lnTo>
                    <a:pt x="44536" y="19222"/>
                  </a:lnTo>
                  <a:lnTo>
                    <a:pt x="41195" y="20353"/>
                  </a:lnTo>
                  <a:lnTo>
                    <a:pt x="38412" y="21483"/>
                  </a:lnTo>
                  <a:lnTo>
                    <a:pt x="35072" y="22049"/>
                  </a:lnTo>
                  <a:lnTo>
                    <a:pt x="31732" y="23180"/>
                  </a:lnTo>
                  <a:lnTo>
                    <a:pt x="28948" y="24310"/>
                  </a:lnTo>
                  <a:lnTo>
                    <a:pt x="25608" y="24310"/>
                  </a:lnTo>
                  <a:lnTo>
                    <a:pt x="23381" y="25441"/>
                  </a:lnTo>
                  <a:lnTo>
                    <a:pt x="21154" y="26572"/>
                  </a:lnTo>
                  <a:lnTo>
                    <a:pt x="19484" y="27702"/>
                  </a:lnTo>
                  <a:lnTo>
                    <a:pt x="17257" y="28833"/>
                  </a:lnTo>
                  <a:lnTo>
                    <a:pt x="15030" y="28833"/>
                  </a:lnTo>
                  <a:lnTo>
                    <a:pt x="11690" y="29964"/>
                  </a:lnTo>
                  <a:lnTo>
                    <a:pt x="10577" y="31095"/>
                  </a:lnTo>
                  <a:lnTo>
                    <a:pt x="7793" y="32225"/>
                  </a:lnTo>
                  <a:lnTo>
                    <a:pt x="4453" y="33921"/>
                  </a:lnTo>
                  <a:lnTo>
                    <a:pt x="2226" y="36183"/>
                  </a:lnTo>
                  <a:lnTo>
                    <a:pt x="1113" y="37313"/>
                  </a:lnTo>
                  <a:lnTo>
                    <a:pt x="0" y="39575"/>
                  </a:lnTo>
                  <a:lnTo>
                    <a:pt x="0" y="41836"/>
                  </a:lnTo>
                  <a:lnTo>
                    <a:pt x="0" y="42967"/>
                  </a:lnTo>
                  <a:lnTo>
                    <a:pt x="1113" y="44663"/>
                  </a:lnTo>
                  <a:lnTo>
                    <a:pt x="2226" y="45794"/>
                  </a:lnTo>
                  <a:lnTo>
                    <a:pt x="4453" y="48055"/>
                  </a:lnTo>
                  <a:lnTo>
                    <a:pt x="6680" y="50317"/>
                  </a:lnTo>
                  <a:lnTo>
                    <a:pt x="10577" y="52578"/>
                  </a:lnTo>
                  <a:lnTo>
                    <a:pt x="11690" y="52578"/>
                  </a:lnTo>
                  <a:lnTo>
                    <a:pt x="13917" y="53709"/>
                  </a:lnTo>
                  <a:lnTo>
                    <a:pt x="16144" y="54274"/>
                  </a:lnTo>
                  <a:lnTo>
                    <a:pt x="19484" y="56535"/>
                  </a:lnTo>
                  <a:lnTo>
                    <a:pt x="21154" y="56535"/>
                  </a:lnTo>
                  <a:lnTo>
                    <a:pt x="23381" y="57666"/>
                  </a:lnTo>
                  <a:lnTo>
                    <a:pt x="25608" y="58797"/>
                  </a:lnTo>
                  <a:lnTo>
                    <a:pt x="28948" y="59928"/>
                  </a:lnTo>
                  <a:lnTo>
                    <a:pt x="31732" y="61058"/>
                  </a:lnTo>
                  <a:lnTo>
                    <a:pt x="35072" y="62189"/>
                  </a:lnTo>
                  <a:lnTo>
                    <a:pt x="37299" y="62189"/>
                  </a:lnTo>
                  <a:lnTo>
                    <a:pt x="41195" y="64450"/>
                  </a:lnTo>
                  <a:lnTo>
                    <a:pt x="44536" y="64450"/>
                  </a:lnTo>
                  <a:lnTo>
                    <a:pt x="47876" y="65016"/>
                  </a:lnTo>
                  <a:lnTo>
                    <a:pt x="51216" y="66147"/>
                  </a:lnTo>
                  <a:lnTo>
                    <a:pt x="55112" y="67277"/>
                  </a:lnTo>
                  <a:lnTo>
                    <a:pt x="58452" y="68408"/>
                  </a:lnTo>
                  <a:lnTo>
                    <a:pt x="62907" y="69539"/>
                  </a:lnTo>
                  <a:lnTo>
                    <a:pt x="66802" y="70669"/>
                  </a:lnTo>
                  <a:lnTo>
                    <a:pt x="71257" y="71800"/>
                  </a:lnTo>
                  <a:lnTo>
                    <a:pt x="75154" y="71800"/>
                  </a:lnTo>
                  <a:lnTo>
                    <a:pt x="79608" y="72931"/>
                  </a:lnTo>
                  <a:lnTo>
                    <a:pt x="84062" y="74061"/>
                  </a:lnTo>
                  <a:lnTo>
                    <a:pt x="87958" y="75192"/>
                  </a:lnTo>
                  <a:lnTo>
                    <a:pt x="92412" y="75192"/>
                  </a:lnTo>
                  <a:lnTo>
                    <a:pt x="97422" y="75758"/>
                  </a:lnTo>
                  <a:lnTo>
                    <a:pt x="101876" y="76888"/>
                  </a:lnTo>
                  <a:lnTo>
                    <a:pt x="106886" y="78019"/>
                  </a:lnTo>
                  <a:lnTo>
                    <a:pt x="111340" y="78019"/>
                  </a:lnTo>
                  <a:lnTo>
                    <a:pt x="116346" y="79150"/>
                  </a:lnTo>
                  <a:lnTo>
                    <a:pt x="120804" y="79150"/>
                  </a:lnTo>
                  <a:lnTo>
                    <a:pt x="127484" y="80280"/>
                  </a:lnTo>
                  <a:lnTo>
                    <a:pt x="131381" y="81411"/>
                  </a:lnTo>
                  <a:lnTo>
                    <a:pt x="136948" y="81411"/>
                  </a:lnTo>
                  <a:lnTo>
                    <a:pt x="141959" y="82542"/>
                  </a:lnTo>
                  <a:lnTo>
                    <a:pt x="148639" y="83673"/>
                  </a:lnTo>
                  <a:lnTo>
                    <a:pt x="153649" y="83673"/>
                  </a:lnTo>
                  <a:lnTo>
                    <a:pt x="159216" y="83673"/>
                  </a:lnTo>
                  <a:lnTo>
                    <a:pt x="164227" y="83673"/>
                  </a:lnTo>
                  <a:lnTo>
                    <a:pt x="170350" y="84803"/>
                  </a:lnTo>
                  <a:lnTo>
                    <a:pt x="175917" y="84803"/>
                  </a:lnTo>
                  <a:lnTo>
                    <a:pt x="182041" y="85934"/>
                  </a:lnTo>
                  <a:lnTo>
                    <a:pt x="187608" y="85934"/>
                  </a:lnTo>
                  <a:lnTo>
                    <a:pt x="193732" y="86499"/>
                  </a:lnTo>
                  <a:lnTo>
                    <a:pt x="199299" y="86499"/>
                  </a:lnTo>
                  <a:lnTo>
                    <a:pt x="205423" y="86499"/>
                  </a:lnTo>
                  <a:lnTo>
                    <a:pt x="212103" y="86499"/>
                  </a:lnTo>
                  <a:lnTo>
                    <a:pt x="218227" y="86499"/>
                  </a:lnTo>
                  <a:lnTo>
                    <a:pt x="223794" y="86499"/>
                  </a:lnTo>
                  <a:lnTo>
                    <a:pt x="229918" y="87630"/>
                  </a:lnTo>
                  <a:lnTo>
                    <a:pt x="236041" y="87630"/>
                  </a:lnTo>
                  <a:lnTo>
                    <a:pt x="242722" y="87630"/>
                  </a:lnTo>
                  <a:close/>
                </a:path>
              </a:pathLst>
            </a:custGeom>
            <a:solidFill>
              <a:schemeClr val="hlink"/>
            </a:solidFill>
            <a:ln w="9525" cap="flat" cmpd="sng" algn="ctr">
              <a:solidFill>
                <a:schemeClr val="tx1"/>
              </a:solidFill>
              <a:prstDash val="solid"/>
              <a:headEnd type="none"/>
              <a:tailEnd type="none"/>
            </a:ln>
            <a:effectLst/>
          </p:spPr>
          <p:txBody>
            <a:bodyPr vert="horz" wrap="square" lIns="0" tIns="0" rIns="5080" bIns="1905" numCol="1" spcCol="215900" anchor="t"/>
            <a:lstStyle/>
            <a:p>
              <a:pPr/>
              <a:endParaRPr lang="en-us" cap="none"/>
            </a:p>
          </p:txBody>
        </p:sp>
        <p:sp>
          <p:nvSpPr>
            <p:cNvPr id="29" name="Freeform 98"/>
            <p:cNvSpPr>
              <a:extLst>
                <a:ext uri="smNativeData">
                  <pr:smNativeData xmlns:pr="smNativeData" xmlns="smNativeData" val="SMDATA_15_VcZhaRMAAAAlAAAACwAAAA0AAAAAAAAAAAAAAAAIAAAAAw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SWSV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tikAANUUAAAyKwAAVxUAAAAAAAAmAAAACAAAAP//////////"/>
                </a:ext>
              </a:extLst>
            </p:cNvSpPr>
            <p:nvPr/>
          </p:nvSpPr>
          <p:spPr>
            <a:xfrm>
              <a:off x="6780530" y="3386455"/>
              <a:ext cx="241300" cy="82550"/>
            </a:xfrm>
            <a:custGeom>
              <a:avLst/>
              <a:gdLst/>
              <a:ahLst/>
              <a:cxnLst/>
              <a:rect l="0" t="0" r="241300" b="82550"/>
              <a:pathLst>
                <a:path w="241300" h="82550">
                  <a:moveTo>
                    <a:pt x="148747" y="0"/>
                  </a:moveTo>
                  <a:lnTo>
                    <a:pt x="148196" y="0"/>
                  </a:lnTo>
                  <a:lnTo>
                    <a:pt x="145992" y="0"/>
                  </a:lnTo>
                  <a:lnTo>
                    <a:pt x="143788" y="0"/>
                  </a:lnTo>
                  <a:lnTo>
                    <a:pt x="140483" y="1116"/>
                  </a:lnTo>
                  <a:lnTo>
                    <a:pt x="138279" y="1116"/>
                  </a:lnTo>
                  <a:lnTo>
                    <a:pt x="136626" y="1116"/>
                  </a:lnTo>
                  <a:lnTo>
                    <a:pt x="134423" y="1116"/>
                  </a:lnTo>
                  <a:lnTo>
                    <a:pt x="132219" y="2231"/>
                  </a:lnTo>
                  <a:lnTo>
                    <a:pt x="130016" y="2231"/>
                  </a:lnTo>
                  <a:lnTo>
                    <a:pt x="127261" y="2231"/>
                  </a:lnTo>
                  <a:lnTo>
                    <a:pt x="125057" y="2231"/>
                  </a:lnTo>
                  <a:lnTo>
                    <a:pt x="121752" y="3347"/>
                  </a:lnTo>
                  <a:lnTo>
                    <a:pt x="118446" y="3347"/>
                  </a:lnTo>
                  <a:lnTo>
                    <a:pt x="115692" y="3347"/>
                  </a:lnTo>
                  <a:lnTo>
                    <a:pt x="112386" y="3347"/>
                  </a:lnTo>
                  <a:lnTo>
                    <a:pt x="110183" y="4462"/>
                  </a:lnTo>
                  <a:lnTo>
                    <a:pt x="105775" y="4462"/>
                  </a:lnTo>
                  <a:lnTo>
                    <a:pt x="103021" y="4462"/>
                  </a:lnTo>
                  <a:lnTo>
                    <a:pt x="99715" y="5578"/>
                  </a:lnTo>
                  <a:lnTo>
                    <a:pt x="96410" y="6693"/>
                  </a:lnTo>
                  <a:lnTo>
                    <a:pt x="92553" y="6693"/>
                  </a:lnTo>
                  <a:lnTo>
                    <a:pt x="89248" y="6693"/>
                  </a:lnTo>
                  <a:lnTo>
                    <a:pt x="85942" y="7251"/>
                  </a:lnTo>
                  <a:lnTo>
                    <a:pt x="83188" y="7251"/>
                  </a:lnTo>
                  <a:lnTo>
                    <a:pt x="78781" y="8367"/>
                  </a:lnTo>
                  <a:lnTo>
                    <a:pt x="75475" y="8367"/>
                  </a:lnTo>
                  <a:lnTo>
                    <a:pt x="72721" y="9482"/>
                  </a:lnTo>
                  <a:lnTo>
                    <a:pt x="69415" y="10598"/>
                  </a:lnTo>
                  <a:lnTo>
                    <a:pt x="65008" y="10598"/>
                  </a:lnTo>
                  <a:lnTo>
                    <a:pt x="62253" y="11713"/>
                  </a:lnTo>
                  <a:lnTo>
                    <a:pt x="58948" y="12829"/>
                  </a:lnTo>
                  <a:lnTo>
                    <a:pt x="54540" y="12829"/>
                  </a:lnTo>
                  <a:lnTo>
                    <a:pt x="51786" y="13944"/>
                  </a:lnTo>
                  <a:lnTo>
                    <a:pt x="48480" y="15060"/>
                  </a:lnTo>
                  <a:lnTo>
                    <a:pt x="45175" y="15060"/>
                  </a:lnTo>
                  <a:lnTo>
                    <a:pt x="41869" y="16175"/>
                  </a:lnTo>
                  <a:lnTo>
                    <a:pt x="39115" y="17291"/>
                  </a:lnTo>
                  <a:lnTo>
                    <a:pt x="35809" y="17849"/>
                  </a:lnTo>
                  <a:lnTo>
                    <a:pt x="32504" y="17849"/>
                  </a:lnTo>
                  <a:lnTo>
                    <a:pt x="30851" y="18964"/>
                  </a:lnTo>
                  <a:lnTo>
                    <a:pt x="27546" y="20080"/>
                  </a:lnTo>
                  <a:lnTo>
                    <a:pt x="25342" y="21195"/>
                  </a:lnTo>
                  <a:lnTo>
                    <a:pt x="22037" y="21195"/>
                  </a:lnTo>
                  <a:lnTo>
                    <a:pt x="20384" y="23426"/>
                  </a:lnTo>
                  <a:lnTo>
                    <a:pt x="18180" y="23426"/>
                  </a:lnTo>
                  <a:lnTo>
                    <a:pt x="15976" y="24542"/>
                  </a:lnTo>
                  <a:lnTo>
                    <a:pt x="13773" y="24542"/>
                  </a:lnTo>
                  <a:lnTo>
                    <a:pt x="11569" y="26773"/>
                  </a:lnTo>
                  <a:lnTo>
                    <a:pt x="8815" y="27889"/>
                  </a:lnTo>
                  <a:lnTo>
                    <a:pt x="5509" y="29562"/>
                  </a:lnTo>
                  <a:lnTo>
                    <a:pt x="2204" y="30677"/>
                  </a:lnTo>
                  <a:lnTo>
                    <a:pt x="1102" y="32908"/>
                  </a:lnTo>
                  <a:lnTo>
                    <a:pt x="0" y="35140"/>
                  </a:lnTo>
                  <a:lnTo>
                    <a:pt x="1102" y="37371"/>
                  </a:lnTo>
                  <a:lnTo>
                    <a:pt x="1102" y="39044"/>
                  </a:lnTo>
                  <a:lnTo>
                    <a:pt x="2204" y="41275"/>
                  </a:lnTo>
                  <a:lnTo>
                    <a:pt x="4407" y="43506"/>
                  </a:lnTo>
                  <a:lnTo>
                    <a:pt x="7713" y="45737"/>
                  </a:lnTo>
                  <a:lnTo>
                    <a:pt x="10467" y="47968"/>
                  </a:lnTo>
                  <a:lnTo>
                    <a:pt x="13773" y="49084"/>
                  </a:lnTo>
                  <a:lnTo>
                    <a:pt x="15976" y="49642"/>
                  </a:lnTo>
                  <a:lnTo>
                    <a:pt x="18180" y="50757"/>
                  </a:lnTo>
                  <a:lnTo>
                    <a:pt x="20384" y="51873"/>
                  </a:lnTo>
                  <a:lnTo>
                    <a:pt x="22037" y="52988"/>
                  </a:lnTo>
                  <a:lnTo>
                    <a:pt x="25342" y="54104"/>
                  </a:lnTo>
                  <a:lnTo>
                    <a:pt x="27546" y="55219"/>
                  </a:lnTo>
                  <a:lnTo>
                    <a:pt x="29749" y="56335"/>
                  </a:lnTo>
                  <a:lnTo>
                    <a:pt x="32504" y="57450"/>
                  </a:lnTo>
                  <a:lnTo>
                    <a:pt x="34708" y="57450"/>
                  </a:lnTo>
                  <a:lnTo>
                    <a:pt x="36911" y="58566"/>
                  </a:lnTo>
                  <a:lnTo>
                    <a:pt x="40217" y="59681"/>
                  </a:lnTo>
                  <a:lnTo>
                    <a:pt x="42971" y="60239"/>
                  </a:lnTo>
                  <a:lnTo>
                    <a:pt x="45175" y="60239"/>
                  </a:lnTo>
                  <a:lnTo>
                    <a:pt x="47379" y="61355"/>
                  </a:lnTo>
                  <a:lnTo>
                    <a:pt x="50684" y="62470"/>
                  </a:lnTo>
                  <a:lnTo>
                    <a:pt x="53439" y="63586"/>
                  </a:lnTo>
                  <a:lnTo>
                    <a:pt x="55642" y="63586"/>
                  </a:lnTo>
                  <a:lnTo>
                    <a:pt x="58948" y="64701"/>
                  </a:lnTo>
                  <a:lnTo>
                    <a:pt x="61151" y="65817"/>
                  </a:lnTo>
                  <a:lnTo>
                    <a:pt x="63906" y="66932"/>
                  </a:lnTo>
                  <a:lnTo>
                    <a:pt x="66110" y="66932"/>
                  </a:lnTo>
                  <a:lnTo>
                    <a:pt x="69415" y="66932"/>
                  </a:lnTo>
                  <a:lnTo>
                    <a:pt x="71619" y="68048"/>
                  </a:lnTo>
                  <a:lnTo>
                    <a:pt x="73822" y="69164"/>
                  </a:lnTo>
                  <a:lnTo>
                    <a:pt x="75475" y="69164"/>
                  </a:lnTo>
                  <a:lnTo>
                    <a:pt x="77679" y="69164"/>
                  </a:lnTo>
                  <a:lnTo>
                    <a:pt x="79882" y="70279"/>
                  </a:lnTo>
                  <a:lnTo>
                    <a:pt x="83188" y="70279"/>
                  </a:lnTo>
                  <a:lnTo>
                    <a:pt x="84841" y="70279"/>
                  </a:lnTo>
                  <a:lnTo>
                    <a:pt x="87044" y="70837"/>
                  </a:lnTo>
                  <a:lnTo>
                    <a:pt x="90350" y="70837"/>
                  </a:lnTo>
                  <a:lnTo>
                    <a:pt x="92553" y="71952"/>
                  </a:lnTo>
                  <a:lnTo>
                    <a:pt x="94757" y="71952"/>
                  </a:lnTo>
                  <a:lnTo>
                    <a:pt x="96410" y="73068"/>
                  </a:lnTo>
                  <a:lnTo>
                    <a:pt x="99715" y="73068"/>
                  </a:lnTo>
                  <a:lnTo>
                    <a:pt x="101919" y="74183"/>
                  </a:lnTo>
                  <a:lnTo>
                    <a:pt x="104123" y="74183"/>
                  </a:lnTo>
                  <a:lnTo>
                    <a:pt x="106877" y="74183"/>
                  </a:lnTo>
                  <a:lnTo>
                    <a:pt x="109081" y="74183"/>
                  </a:lnTo>
                  <a:lnTo>
                    <a:pt x="112386" y="75299"/>
                  </a:lnTo>
                  <a:lnTo>
                    <a:pt x="114590" y="75299"/>
                  </a:lnTo>
                  <a:lnTo>
                    <a:pt x="117345" y="75299"/>
                  </a:lnTo>
                  <a:lnTo>
                    <a:pt x="119548" y="76415"/>
                  </a:lnTo>
                  <a:lnTo>
                    <a:pt x="122854" y="76415"/>
                  </a:lnTo>
                  <a:lnTo>
                    <a:pt x="126159" y="76415"/>
                  </a:lnTo>
                  <a:lnTo>
                    <a:pt x="128914" y="76415"/>
                  </a:lnTo>
                  <a:lnTo>
                    <a:pt x="131117" y="76415"/>
                  </a:lnTo>
                  <a:lnTo>
                    <a:pt x="135525" y="77530"/>
                  </a:lnTo>
                  <a:lnTo>
                    <a:pt x="138279" y="77530"/>
                  </a:lnTo>
                  <a:lnTo>
                    <a:pt x="141585" y="77530"/>
                  </a:lnTo>
                  <a:lnTo>
                    <a:pt x="144890" y="77530"/>
                  </a:lnTo>
                  <a:lnTo>
                    <a:pt x="148747" y="78646"/>
                  </a:lnTo>
                  <a:lnTo>
                    <a:pt x="152052" y="78646"/>
                  </a:lnTo>
                  <a:lnTo>
                    <a:pt x="155358" y="78646"/>
                  </a:lnTo>
                  <a:lnTo>
                    <a:pt x="159214" y="78646"/>
                  </a:lnTo>
                  <a:lnTo>
                    <a:pt x="162519" y="78646"/>
                  </a:lnTo>
                  <a:lnTo>
                    <a:pt x="165825" y="78646"/>
                  </a:lnTo>
                  <a:lnTo>
                    <a:pt x="169681" y="79761"/>
                  </a:lnTo>
                  <a:lnTo>
                    <a:pt x="174089" y="79761"/>
                  </a:lnTo>
                  <a:lnTo>
                    <a:pt x="178496" y="80877"/>
                  </a:lnTo>
                  <a:lnTo>
                    <a:pt x="181250" y="80877"/>
                  </a:lnTo>
                  <a:lnTo>
                    <a:pt x="185658" y="80877"/>
                  </a:lnTo>
                  <a:lnTo>
                    <a:pt x="188963" y="80877"/>
                  </a:lnTo>
                  <a:lnTo>
                    <a:pt x="192820" y="80877"/>
                  </a:lnTo>
                  <a:lnTo>
                    <a:pt x="197227" y="80877"/>
                  </a:lnTo>
                  <a:lnTo>
                    <a:pt x="200532" y="80877"/>
                  </a:lnTo>
                  <a:lnTo>
                    <a:pt x="204389" y="81434"/>
                  </a:lnTo>
                  <a:lnTo>
                    <a:pt x="207694" y="81434"/>
                  </a:lnTo>
                  <a:lnTo>
                    <a:pt x="211000" y="81434"/>
                  </a:lnTo>
                  <a:lnTo>
                    <a:pt x="214856" y="81434"/>
                  </a:lnTo>
                  <a:lnTo>
                    <a:pt x="218162" y="81434"/>
                  </a:lnTo>
                  <a:lnTo>
                    <a:pt x="221467" y="81434"/>
                  </a:lnTo>
                  <a:lnTo>
                    <a:pt x="223120" y="81434"/>
                  </a:lnTo>
                  <a:lnTo>
                    <a:pt x="226425" y="81434"/>
                  </a:lnTo>
                  <a:lnTo>
                    <a:pt x="228629" y="81434"/>
                  </a:lnTo>
                  <a:lnTo>
                    <a:pt x="231934" y="82550"/>
                  </a:lnTo>
                  <a:lnTo>
                    <a:pt x="233587" y="82550"/>
                  </a:lnTo>
                  <a:lnTo>
                    <a:pt x="234689" y="82550"/>
                  </a:lnTo>
                  <a:lnTo>
                    <a:pt x="236893" y="82550"/>
                  </a:lnTo>
                  <a:lnTo>
                    <a:pt x="239096" y="82550"/>
                  </a:lnTo>
                  <a:lnTo>
                    <a:pt x="241300" y="82550"/>
                  </a:lnTo>
                  <a:lnTo>
                    <a:pt x="239096" y="81434"/>
                  </a:lnTo>
                  <a:lnTo>
                    <a:pt x="234689" y="80877"/>
                  </a:lnTo>
                  <a:lnTo>
                    <a:pt x="231934" y="79761"/>
                  </a:lnTo>
                  <a:lnTo>
                    <a:pt x="229731" y="78646"/>
                  </a:lnTo>
                  <a:lnTo>
                    <a:pt x="226425" y="78646"/>
                  </a:lnTo>
                  <a:lnTo>
                    <a:pt x="224222" y="77530"/>
                  </a:lnTo>
                  <a:lnTo>
                    <a:pt x="221467" y="76415"/>
                  </a:lnTo>
                  <a:lnTo>
                    <a:pt x="218162" y="76415"/>
                  </a:lnTo>
                  <a:lnTo>
                    <a:pt x="214856" y="75299"/>
                  </a:lnTo>
                  <a:lnTo>
                    <a:pt x="212102" y="74183"/>
                  </a:lnTo>
                  <a:lnTo>
                    <a:pt x="208796" y="73068"/>
                  </a:lnTo>
                  <a:lnTo>
                    <a:pt x="205491" y="71952"/>
                  </a:lnTo>
                  <a:lnTo>
                    <a:pt x="201083" y="70837"/>
                  </a:lnTo>
                  <a:lnTo>
                    <a:pt x="198329" y="70279"/>
                  </a:lnTo>
                  <a:lnTo>
                    <a:pt x="193921" y="69164"/>
                  </a:lnTo>
                  <a:lnTo>
                    <a:pt x="190616" y="68048"/>
                  </a:lnTo>
                  <a:lnTo>
                    <a:pt x="186760" y="66932"/>
                  </a:lnTo>
                  <a:lnTo>
                    <a:pt x="182352" y="65817"/>
                  </a:lnTo>
                  <a:lnTo>
                    <a:pt x="179598" y="65817"/>
                  </a:lnTo>
                  <a:lnTo>
                    <a:pt x="175190" y="64701"/>
                  </a:lnTo>
                  <a:lnTo>
                    <a:pt x="171885" y="63586"/>
                  </a:lnTo>
                  <a:lnTo>
                    <a:pt x="168029" y="61355"/>
                  </a:lnTo>
                  <a:lnTo>
                    <a:pt x="164723" y="61355"/>
                  </a:lnTo>
                  <a:lnTo>
                    <a:pt x="160316" y="60239"/>
                  </a:lnTo>
                  <a:lnTo>
                    <a:pt x="157561" y="59681"/>
                  </a:lnTo>
                  <a:lnTo>
                    <a:pt x="153154" y="58566"/>
                  </a:lnTo>
                  <a:lnTo>
                    <a:pt x="149848" y="58566"/>
                  </a:lnTo>
                  <a:lnTo>
                    <a:pt x="147094" y="57450"/>
                  </a:lnTo>
                  <a:lnTo>
                    <a:pt x="143788" y="56335"/>
                  </a:lnTo>
                  <a:lnTo>
                    <a:pt x="140483" y="55219"/>
                  </a:lnTo>
                  <a:lnTo>
                    <a:pt x="137728" y="55219"/>
                  </a:lnTo>
                  <a:lnTo>
                    <a:pt x="133321" y="52988"/>
                  </a:lnTo>
                  <a:lnTo>
                    <a:pt x="131117" y="52988"/>
                  </a:lnTo>
                  <a:lnTo>
                    <a:pt x="127812" y="51873"/>
                  </a:lnTo>
                  <a:lnTo>
                    <a:pt x="126159" y="50757"/>
                  </a:lnTo>
                  <a:lnTo>
                    <a:pt x="123955" y="49642"/>
                  </a:lnTo>
                  <a:lnTo>
                    <a:pt x="120650" y="49084"/>
                  </a:lnTo>
                  <a:lnTo>
                    <a:pt x="118446" y="47968"/>
                  </a:lnTo>
                  <a:lnTo>
                    <a:pt x="116243" y="47968"/>
                  </a:lnTo>
                  <a:lnTo>
                    <a:pt x="112386" y="44622"/>
                  </a:lnTo>
                  <a:lnTo>
                    <a:pt x="110183" y="43506"/>
                  </a:lnTo>
                  <a:lnTo>
                    <a:pt x="106877" y="41275"/>
                  </a:lnTo>
                  <a:lnTo>
                    <a:pt x="104123" y="39044"/>
                  </a:lnTo>
                  <a:lnTo>
                    <a:pt x="103021" y="36255"/>
                  </a:lnTo>
                  <a:lnTo>
                    <a:pt x="101919" y="35140"/>
                  </a:lnTo>
                  <a:lnTo>
                    <a:pt x="100817" y="31793"/>
                  </a:lnTo>
                  <a:lnTo>
                    <a:pt x="100817" y="29562"/>
                  </a:lnTo>
                  <a:lnTo>
                    <a:pt x="101919" y="27889"/>
                  </a:lnTo>
                  <a:lnTo>
                    <a:pt x="103021" y="25657"/>
                  </a:lnTo>
                  <a:lnTo>
                    <a:pt x="105224" y="22311"/>
                  </a:lnTo>
                  <a:lnTo>
                    <a:pt x="106877" y="20080"/>
                  </a:lnTo>
                  <a:lnTo>
                    <a:pt x="110183" y="17849"/>
                  </a:lnTo>
                  <a:lnTo>
                    <a:pt x="113488" y="16175"/>
                  </a:lnTo>
                  <a:lnTo>
                    <a:pt x="116243" y="12829"/>
                  </a:lnTo>
                  <a:lnTo>
                    <a:pt x="120650" y="11713"/>
                  </a:lnTo>
                  <a:lnTo>
                    <a:pt x="125057" y="9482"/>
                  </a:lnTo>
                  <a:lnTo>
                    <a:pt x="128914" y="7251"/>
                  </a:lnTo>
                  <a:lnTo>
                    <a:pt x="132219" y="6693"/>
                  </a:lnTo>
                  <a:lnTo>
                    <a:pt x="136626" y="4462"/>
                  </a:lnTo>
                  <a:lnTo>
                    <a:pt x="139381" y="3347"/>
                  </a:lnTo>
                  <a:lnTo>
                    <a:pt x="142687" y="2231"/>
                  </a:lnTo>
                  <a:lnTo>
                    <a:pt x="144890" y="1116"/>
                  </a:lnTo>
                  <a:lnTo>
                    <a:pt x="147094" y="1116"/>
                  </a:lnTo>
                  <a:lnTo>
                    <a:pt x="148196" y="0"/>
                  </a:lnTo>
                  <a:lnTo>
                    <a:pt x="148747" y="0"/>
                  </a:lnTo>
                  <a:close/>
                </a:path>
              </a:pathLst>
            </a:custGeom>
            <a:solidFill>
              <a:schemeClr val="folHlink"/>
            </a:solidFill>
            <a:ln>
              <a:noFill/>
            </a:ln>
            <a:effectLst/>
          </p:spPr>
          <p:txBody>
            <a:bodyPr vert="horz" wrap="square" lIns="0" tIns="0" rIns="5080" bIns="1905" numCol="1" spcCol="215900" anchor="t"/>
            <a:lstStyle/>
            <a:p>
              <a:pPr/>
              <a:endParaRPr lang="en-us" cap="none"/>
            </a:p>
          </p:txBody>
        </p:sp>
        <p:sp>
          <p:nvSpPr>
            <p:cNvPr id="28" name="Freeform 99"/>
            <p:cNvSpPr>
              <a:extLst>
                <a:ext uri="smNativeData">
                  <pr:smNativeData xmlns:pr="smNativeData" xmlns="smNativeData" val="SMDATA_15_VcZhaRMAAAAlAAAACwAAAA0AAAAAAAAAAAAAAAAIAAAABAAAAAAAAAAAAAAAAAAAAAEAAABQAAAAAAAAAAAA4D8AAAAAAADgPwAAAAAAAOA/AAAAAAAA4D8AAAAAAADgPwAAAAAAAOA/AAAAAAAA4D8AAAAAAADgPwAAAAAAAOA/AAAAAAAA4D8CAAAAjAAAAAEAAAAAAAAA////C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A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H0l9A8zMzADAwP8Af39/AAAAAAAAAAAAAAAAAAAAAAAAAAAAIQAAABgAAAAUAAAAvyoAAEAVAADsLAAADRYAAAAAAAAmAAAACAAAAP//////////"/>
                </a:ext>
              </a:extLst>
            </p:cNvSpPr>
            <p:nvPr/>
          </p:nvSpPr>
          <p:spPr>
            <a:xfrm>
              <a:off x="6948805" y="3454400"/>
              <a:ext cx="353695" cy="130175"/>
            </a:xfrm>
            <a:custGeom>
              <a:avLst/>
              <a:gdLst/>
              <a:ahLst/>
              <a:cxnLst/>
              <a:rect l="0" t="0" r="353695" b="130175"/>
              <a:pathLst>
                <a:path w="353695" h="130175">
                  <a:moveTo>
                    <a:pt x="347031" y="75748"/>
                  </a:moveTo>
                  <a:lnTo>
                    <a:pt x="344810" y="78553"/>
                  </a:lnTo>
                  <a:lnTo>
                    <a:pt x="343700" y="81920"/>
                  </a:lnTo>
                  <a:lnTo>
                    <a:pt x="342034" y="83042"/>
                  </a:lnTo>
                  <a:lnTo>
                    <a:pt x="339813" y="86409"/>
                  </a:lnTo>
                  <a:lnTo>
                    <a:pt x="337592" y="86970"/>
                  </a:lnTo>
                  <a:lnTo>
                    <a:pt x="335371" y="88092"/>
                  </a:lnTo>
                  <a:lnTo>
                    <a:pt x="332595" y="89214"/>
                  </a:lnTo>
                  <a:lnTo>
                    <a:pt x="329263" y="90336"/>
                  </a:lnTo>
                  <a:lnTo>
                    <a:pt x="327042" y="90336"/>
                  </a:lnTo>
                  <a:lnTo>
                    <a:pt x="324821" y="90336"/>
                  </a:lnTo>
                  <a:lnTo>
                    <a:pt x="322600" y="90336"/>
                  </a:lnTo>
                  <a:lnTo>
                    <a:pt x="320935" y="91459"/>
                  </a:lnTo>
                  <a:lnTo>
                    <a:pt x="317603" y="91459"/>
                  </a:lnTo>
                  <a:lnTo>
                    <a:pt x="315382" y="91459"/>
                  </a:lnTo>
                  <a:lnTo>
                    <a:pt x="312051" y="92581"/>
                  </a:lnTo>
                  <a:lnTo>
                    <a:pt x="310385" y="93703"/>
                  </a:lnTo>
                  <a:lnTo>
                    <a:pt x="307053" y="93703"/>
                  </a:lnTo>
                  <a:lnTo>
                    <a:pt x="303722" y="94825"/>
                  </a:lnTo>
                  <a:lnTo>
                    <a:pt x="299835" y="94825"/>
                  </a:lnTo>
                  <a:lnTo>
                    <a:pt x="296504" y="95947"/>
                  </a:lnTo>
                  <a:lnTo>
                    <a:pt x="292062" y="97631"/>
                  </a:lnTo>
                  <a:lnTo>
                    <a:pt x="289285" y="98753"/>
                  </a:lnTo>
                  <a:lnTo>
                    <a:pt x="283733" y="99875"/>
                  </a:lnTo>
                  <a:lnTo>
                    <a:pt x="280401" y="102120"/>
                  </a:lnTo>
                  <a:lnTo>
                    <a:pt x="277625" y="102120"/>
                  </a:lnTo>
                  <a:lnTo>
                    <a:pt x="275404" y="103242"/>
                  </a:lnTo>
                  <a:lnTo>
                    <a:pt x="273183" y="103242"/>
                  </a:lnTo>
                  <a:lnTo>
                    <a:pt x="270962" y="104364"/>
                  </a:lnTo>
                  <a:lnTo>
                    <a:pt x="267075" y="105486"/>
                  </a:lnTo>
                  <a:lnTo>
                    <a:pt x="262633" y="107731"/>
                  </a:lnTo>
                  <a:lnTo>
                    <a:pt x="260412" y="107731"/>
                  </a:lnTo>
                  <a:lnTo>
                    <a:pt x="258191" y="108292"/>
                  </a:lnTo>
                  <a:lnTo>
                    <a:pt x="256526" y="108292"/>
                  </a:lnTo>
                  <a:lnTo>
                    <a:pt x="254305" y="109414"/>
                  </a:lnTo>
                  <a:lnTo>
                    <a:pt x="250973" y="110536"/>
                  </a:lnTo>
                  <a:lnTo>
                    <a:pt x="247642" y="111658"/>
                  </a:lnTo>
                  <a:lnTo>
                    <a:pt x="243755" y="112780"/>
                  </a:lnTo>
                  <a:lnTo>
                    <a:pt x="240423" y="113903"/>
                  </a:lnTo>
                  <a:lnTo>
                    <a:pt x="237092" y="115025"/>
                  </a:lnTo>
                  <a:lnTo>
                    <a:pt x="233205" y="116147"/>
                  </a:lnTo>
                  <a:lnTo>
                    <a:pt x="229873" y="117269"/>
                  </a:lnTo>
                  <a:lnTo>
                    <a:pt x="226542" y="118391"/>
                  </a:lnTo>
                  <a:lnTo>
                    <a:pt x="223766" y="119514"/>
                  </a:lnTo>
                  <a:lnTo>
                    <a:pt x="220434" y="120075"/>
                  </a:lnTo>
                  <a:lnTo>
                    <a:pt x="217103" y="120075"/>
                  </a:lnTo>
                  <a:lnTo>
                    <a:pt x="214326" y="121197"/>
                  </a:lnTo>
                  <a:lnTo>
                    <a:pt x="209884" y="121197"/>
                  </a:lnTo>
                  <a:lnTo>
                    <a:pt x="206553" y="122319"/>
                  </a:lnTo>
                  <a:lnTo>
                    <a:pt x="202666" y="122319"/>
                  </a:lnTo>
                  <a:lnTo>
                    <a:pt x="199335" y="123441"/>
                  </a:lnTo>
                  <a:lnTo>
                    <a:pt x="194893" y="123441"/>
                  </a:lnTo>
                  <a:lnTo>
                    <a:pt x="191006" y="124564"/>
                  </a:lnTo>
                  <a:lnTo>
                    <a:pt x="188785" y="124564"/>
                  </a:lnTo>
                  <a:lnTo>
                    <a:pt x="186564" y="124564"/>
                  </a:lnTo>
                  <a:lnTo>
                    <a:pt x="184343" y="124564"/>
                  </a:lnTo>
                  <a:lnTo>
                    <a:pt x="182677" y="125686"/>
                  </a:lnTo>
                  <a:lnTo>
                    <a:pt x="180456" y="125686"/>
                  </a:lnTo>
                  <a:lnTo>
                    <a:pt x="178235" y="125686"/>
                  </a:lnTo>
                  <a:lnTo>
                    <a:pt x="174904" y="126808"/>
                  </a:lnTo>
                  <a:lnTo>
                    <a:pt x="173793" y="126808"/>
                  </a:lnTo>
                  <a:lnTo>
                    <a:pt x="171017" y="126808"/>
                  </a:lnTo>
                  <a:lnTo>
                    <a:pt x="167685" y="126808"/>
                  </a:lnTo>
                  <a:lnTo>
                    <a:pt x="165464" y="126808"/>
                  </a:lnTo>
                  <a:lnTo>
                    <a:pt x="163243" y="127930"/>
                  </a:lnTo>
                  <a:lnTo>
                    <a:pt x="160467" y="127930"/>
                  </a:lnTo>
                  <a:lnTo>
                    <a:pt x="158246" y="127930"/>
                  </a:lnTo>
                  <a:lnTo>
                    <a:pt x="154915" y="127930"/>
                  </a:lnTo>
                  <a:lnTo>
                    <a:pt x="152694" y="127930"/>
                  </a:lnTo>
                  <a:lnTo>
                    <a:pt x="148807" y="127930"/>
                  </a:lnTo>
                  <a:lnTo>
                    <a:pt x="146586" y="127930"/>
                  </a:lnTo>
                  <a:lnTo>
                    <a:pt x="142144" y="127930"/>
                  </a:lnTo>
                  <a:lnTo>
                    <a:pt x="140478" y="127930"/>
                  </a:lnTo>
                  <a:lnTo>
                    <a:pt x="137147" y="127930"/>
                  </a:lnTo>
                  <a:lnTo>
                    <a:pt x="133815" y="127930"/>
                  </a:lnTo>
                  <a:lnTo>
                    <a:pt x="130484" y="127930"/>
                  </a:lnTo>
                  <a:lnTo>
                    <a:pt x="127707" y="129052"/>
                  </a:lnTo>
                  <a:lnTo>
                    <a:pt x="124376" y="129052"/>
                  </a:lnTo>
                  <a:lnTo>
                    <a:pt x="121044" y="129052"/>
                  </a:lnTo>
                  <a:lnTo>
                    <a:pt x="118268" y="129052"/>
                  </a:lnTo>
                  <a:lnTo>
                    <a:pt x="114936" y="129052"/>
                  </a:lnTo>
                  <a:lnTo>
                    <a:pt x="111605" y="129052"/>
                  </a:lnTo>
                  <a:lnTo>
                    <a:pt x="108273" y="129052"/>
                  </a:lnTo>
                  <a:lnTo>
                    <a:pt x="105497" y="129052"/>
                  </a:lnTo>
                  <a:lnTo>
                    <a:pt x="103276" y="129052"/>
                  </a:lnTo>
                  <a:lnTo>
                    <a:pt x="98833" y="129052"/>
                  </a:lnTo>
                  <a:lnTo>
                    <a:pt x="96058" y="129052"/>
                  </a:lnTo>
                  <a:lnTo>
                    <a:pt x="92726" y="129052"/>
                  </a:lnTo>
                  <a:lnTo>
                    <a:pt x="90505" y="129052"/>
                  </a:lnTo>
                  <a:lnTo>
                    <a:pt x="86619" y="129052"/>
                  </a:lnTo>
                  <a:lnTo>
                    <a:pt x="83287" y="129052"/>
                  </a:lnTo>
                  <a:lnTo>
                    <a:pt x="79956" y="129052"/>
                  </a:lnTo>
                  <a:lnTo>
                    <a:pt x="76624" y="129052"/>
                  </a:lnTo>
                  <a:lnTo>
                    <a:pt x="73848" y="129052"/>
                  </a:lnTo>
                  <a:lnTo>
                    <a:pt x="71627" y="129052"/>
                  </a:lnTo>
                  <a:lnTo>
                    <a:pt x="68295" y="129052"/>
                  </a:lnTo>
                  <a:lnTo>
                    <a:pt x="65519" y="129052"/>
                  </a:lnTo>
                  <a:lnTo>
                    <a:pt x="62187" y="129052"/>
                  </a:lnTo>
                  <a:lnTo>
                    <a:pt x="59967" y="129052"/>
                  </a:lnTo>
                  <a:lnTo>
                    <a:pt x="56634" y="129052"/>
                  </a:lnTo>
                  <a:lnTo>
                    <a:pt x="54968" y="130175"/>
                  </a:lnTo>
                  <a:lnTo>
                    <a:pt x="51638" y="129052"/>
                  </a:lnTo>
                  <a:lnTo>
                    <a:pt x="48306" y="129052"/>
                  </a:lnTo>
                  <a:lnTo>
                    <a:pt x="44975" y="129052"/>
                  </a:lnTo>
                  <a:lnTo>
                    <a:pt x="43309" y="129052"/>
                  </a:lnTo>
                  <a:lnTo>
                    <a:pt x="39978" y="129052"/>
                  </a:lnTo>
                  <a:lnTo>
                    <a:pt x="37757" y="129052"/>
                  </a:lnTo>
                  <a:lnTo>
                    <a:pt x="35536" y="129052"/>
                  </a:lnTo>
                  <a:lnTo>
                    <a:pt x="33315" y="129052"/>
                  </a:lnTo>
                  <a:lnTo>
                    <a:pt x="30538" y="129052"/>
                  </a:lnTo>
                  <a:lnTo>
                    <a:pt x="28317" y="129052"/>
                  </a:lnTo>
                  <a:lnTo>
                    <a:pt x="26096" y="129052"/>
                  </a:lnTo>
                  <a:lnTo>
                    <a:pt x="23875" y="129052"/>
                  </a:lnTo>
                  <a:lnTo>
                    <a:pt x="22210" y="129052"/>
                  </a:lnTo>
                  <a:lnTo>
                    <a:pt x="19989" y="129052"/>
                  </a:lnTo>
                  <a:lnTo>
                    <a:pt x="17768" y="129052"/>
                  </a:lnTo>
                  <a:lnTo>
                    <a:pt x="16657" y="129052"/>
                  </a:lnTo>
                  <a:lnTo>
                    <a:pt x="12215" y="129052"/>
                  </a:lnTo>
                  <a:lnTo>
                    <a:pt x="9439" y="129052"/>
                  </a:lnTo>
                  <a:lnTo>
                    <a:pt x="6107" y="129052"/>
                  </a:lnTo>
                  <a:lnTo>
                    <a:pt x="4997" y="129052"/>
                  </a:lnTo>
                  <a:lnTo>
                    <a:pt x="1110" y="129052"/>
                  </a:lnTo>
                  <a:lnTo>
                    <a:pt x="0" y="127930"/>
                  </a:lnTo>
                  <a:lnTo>
                    <a:pt x="0" y="126808"/>
                  </a:lnTo>
                  <a:lnTo>
                    <a:pt x="1665" y="125686"/>
                  </a:lnTo>
                  <a:lnTo>
                    <a:pt x="3886" y="124564"/>
                  </a:lnTo>
                  <a:lnTo>
                    <a:pt x="6107" y="124564"/>
                  </a:lnTo>
                  <a:lnTo>
                    <a:pt x="8328" y="123441"/>
                  </a:lnTo>
                  <a:lnTo>
                    <a:pt x="11660" y="123441"/>
                  </a:lnTo>
                  <a:lnTo>
                    <a:pt x="13326" y="122319"/>
                  </a:lnTo>
                  <a:lnTo>
                    <a:pt x="17768" y="122319"/>
                  </a:lnTo>
                  <a:lnTo>
                    <a:pt x="21099" y="121197"/>
                  </a:lnTo>
                  <a:lnTo>
                    <a:pt x="24986" y="120075"/>
                  </a:lnTo>
                  <a:lnTo>
                    <a:pt x="27207" y="120075"/>
                  </a:lnTo>
                  <a:lnTo>
                    <a:pt x="29428" y="119514"/>
                  </a:lnTo>
                  <a:lnTo>
                    <a:pt x="32759" y="119514"/>
                  </a:lnTo>
                  <a:lnTo>
                    <a:pt x="34425" y="119514"/>
                  </a:lnTo>
                  <a:lnTo>
                    <a:pt x="36646" y="119514"/>
                  </a:lnTo>
                  <a:lnTo>
                    <a:pt x="38867" y="118391"/>
                  </a:lnTo>
                  <a:lnTo>
                    <a:pt x="42199" y="118391"/>
                  </a:lnTo>
                  <a:lnTo>
                    <a:pt x="44420" y="118391"/>
                  </a:lnTo>
                  <a:lnTo>
                    <a:pt x="46085" y="117269"/>
                  </a:lnTo>
                  <a:lnTo>
                    <a:pt x="49417" y="117269"/>
                  </a:lnTo>
                  <a:lnTo>
                    <a:pt x="51638" y="116147"/>
                  </a:lnTo>
                  <a:lnTo>
                    <a:pt x="54968" y="116147"/>
                  </a:lnTo>
                  <a:lnTo>
                    <a:pt x="56634" y="116147"/>
                  </a:lnTo>
                  <a:lnTo>
                    <a:pt x="59967" y="115025"/>
                  </a:lnTo>
                  <a:lnTo>
                    <a:pt x="62187" y="115025"/>
                  </a:lnTo>
                  <a:lnTo>
                    <a:pt x="65519" y="115025"/>
                  </a:lnTo>
                  <a:lnTo>
                    <a:pt x="68295" y="115025"/>
                  </a:lnTo>
                  <a:lnTo>
                    <a:pt x="71627" y="113903"/>
                  </a:lnTo>
                  <a:lnTo>
                    <a:pt x="73848" y="113903"/>
                  </a:lnTo>
                  <a:lnTo>
                    <a:pt x="76624" y="113903"/>
                  </a:lnTo>
                  <a:lnTo>
                    <a:pt x="79956" y="113903"/>
                  </a:lnTo>
                  <a:lnTo>
                    <a:pt x="83287" y="112780"/>
                  </a:lnTo>
                  <a:lnTo>
                    <a:pt x="86619" y="112780"/>
                  </a:lnTo>
                  <a:lnTo>
                    <a:pt x="89395" y="112780"/>
                  </a:lnTo>
                  <a:lnTo>
                    <a:pt x="91616" y="111658"/>
                  </a:lnTo>
                  <a:lnTo>
                    <a:pt x="94946" y="111658"/>
                  </a:lnTo>
                  <a:lnTo>
                    <a:pt x="97724" y="111658"/>
                  </a:lnTo>
                  <a:lnTo>
                    <a:pt x="101055" y="111658"/>
                  </a:lnTo>
                  <a:lnTo>
                    <a:pt x="104387" y="110536"/>
                  </a:lnTo>
                  <a:lnTo>
                    <a:pt x="107718" y="110536"/>
                  </a:lnTo>
                  <a:lnTo>
                    <a:pt x="109384" y="110536"/>
                  </a:lnTo>
                  <a:lnTo>
                    <a:pt x="113826" y="110536"/>
                  </a:lnTo>
                  <a:lnTo>
                    <a:pt x="116047" y="109414"/>
                  </a:lnTo>
                  <a:lnTo>
                    <a:pt x="118823" y="109414"/>
                  </a:lnTo>
                  <a:lnTo>
                    <a:pt x="122155" y="109414"/>
                  </a:lnTo>
                  <a:lnTo>
                    <a:pt x="125486" y="109414"/>
                  </a:lnTo>
                  <a:lnTo>
                    <a:pt x="128818" y="108292"/>
                  </a:lnTo>
                  <a:lnTo>
                    <a:pt x="131594" y="108292"/>
                  </a:lnTo>
                  <a:lnTo>
                    <a:pt x="133815" y="108292"/>
                  </a:lnTo>
                  <a:lnTo>
                    <a:pt x="138257" y="108292"/>
                  </a:lnTo>
                  <a:lnTo>
                    <a:pt x="140478" y="107731"/>
                  </a:lnTo>
                  <a:lnTo>
                    <a:pt x="143254" y="107731"/>
                  </a:lnTo>
                  <a:lnTo>
                    <a:pt x="145475" y="106608"/>
                  </a:lnTo>
                  <a:lnTo>
                    <a:pt x="148807" y="106608"/>
                  </a:lnTo>
                  <a:lnTo>
                    <a:pt x="151028" y="105486"/>
                  </a:lnTo>
                  <a:lnTo>
                    <a:pt x="153804" y="105486"/>
                  </a:lnTo>
                  <a:lnTo>
                    <a:pt x="156025" y="104364"/>
                  </a:lnTo>
                  <a:lnTo>
                    <a:pt x="159357" y="104364"/>
                  </a:lnTo>
                  <a:lnTo>
                    <a:pt x="161578" y="103242"/>
                  </a:lnTo>
                  <a:lnTo>
                    <a:pt x="164354" y="103242"/>
                  </a:lnTo>
                  <a:lnTo>
                    <a:pt x="166575" y="102120"/>
                  </a:lnTo>
                  <a:lnTo>
                    <a:pt x="169906" y="102120"/>
                  </a:lnTo>
                  <a:lnTo>
                    <a:pt x="172127" y="100997"/>
                  </a:lnTo>
                  <a:lnTo>
                    <a:pt x="174904" y="100997"/>
                  </a:lnTo>
                  <a:lnTo>
                    <a:pt x="177124" y="99875"/>
                  </a:lnTo>
                  <a:lnTo>
                    <a:pt x="180456" y="99875"/>
                  </a:lnTo>
                  <a:lnTo>
                    <a:pt x="182677" y="98753"/>
                  </a:lnTo>
                  <a:lnTo>
                    <a:pt x="184343" y="97631"/>
                  </a:lnTo>
                  <a:lnTo>
                    <a:pt x="186564" y="97070"/>
                  </a:lnTo>
                  <a:lnTo>
                    <a:pt x="189895" y="97070"/>
                  </a:lnTo>
                  <a:lnTo>
                    <a:pt x="192116" y="95947"/>
                  </a:lnTo>
                  <a:lnTo>
                    <a:pt x="193782" y="94825"/>
                  </a:lnTo>
                  <a:lnTo>
                    <a:pt x="196003" y="93703"/>
                  </a:lnTo>
                  <a:lnTo>
                    <a:pt x="199335" y="93703"/>
                  </a:lnTo>
                  <a:lnTo>
                    <a:pt x="200445" y="92581"/>
                  </a:lnTo>
                  <a:lnTo>
                    <a:pt x="203777" y="91459"/>
                  </a:lnTo>
                  <a:lnTo>
                    <a:pt x="205441" y="90336"/>
                  </a:lnTo>
                  <a:lnTo>
                    <a:pt x="207663" y="90336"/>
                  </a:lnTo>
                  <a:lnTo>
                    <a:pt x="209884" y="89214"/>
                  </a:lnTo>
                  <a:lnTo>
                    <a:pt x="212105" y="88092"/>
                  </a:lnTo>
                  <a:lnTo>
                    <a:pt x="215437" y="86970"/>
                  </a:lnTo>
                  <a:lnTo>
                    <a:pt x="217103" y="86970"/>
                  </a:lnTo>
                  <a:lnTo>
                    <a:pt x="220434" y="85287"/>
                  </a:lnTo>
                  <a:lnTo>
                    <a:pt x="224876" y="83042"/>
                  </a:lnTo>
                  <a:lnTo>
                    <a:pt x="228763" y="80798"/>
                  </a:lnTo>
                  <a:lnTo>
                    <a:pt x="233205" y="78553"/>
                  </a:lnTo>
                  <a:lnTo>
                    <a:pt x="236537" y="76309"/>
                  </a:lnTo>
                  <a:lnTo>
                    <a:pt x="240423" y="75748"/>
                  </a:lnTo>
                  <a:lnTo>
                    <a:pt x="244865" y="73503"/>
                  </a:lnTo>
                  <a:lnTo>
                    <a:pt x="248752" y="71259"/>
                  </a:lnTo>
                  <a:lnTo>
                    <a:pt x="252084" y="69015"/>
                  </a:lnTo>
                  <a:lnTo>
                    <a:pt x="255415" y="67892"/>
                  </a:lnTo>
                  <a:lnTo>
                    <a:pt x="258191" y="65087"/>
                  </a:lnTo>
                  <a:lnTo>
                    <a:pt x="262633" y="63965"/>
                  </a:lnTo>
                  <a:lnTo>
                    <a:pt x="265965" y="61720"/>
                  </a:lnTo>
                  <a:lnTo>
                    <a:pt x="268741" y="60598"/>
                  </a:lnTo>
                  <a:lnTo>
                    <a:pt x="272073" y="58354"/>
                  </a:lnTo>
                  <a:lnTo>
                    <a:pt x="275404" y="57232"/>
                  </a:lnTo>
                  <a:lnTo>
                    <a:pt x="278736" y="54987"/>
                  </a:lnTo>
                  <a:lnTo>
                    <a:pt x="281512" y="53304"/>
                  </a:lnTo>
                  <a:lnTo>
                    <a:pt x="283733" y="51060"/>
                  </a:lnTo>
                  <a:lnTo>
                    <a:pt x="287064" y="48815"/>
                  </a:lnTo>
                  <a:lnTo>
                    <a:pt x="290396" y="46571"/>
                  </a:lnTo>
                  <a:lnTo>
                    <a:pt x="293172" y="44326"/>
                  </a:lnTo>
                  <a:lnTo>
                    <a:pt x="295393" y="41521"/>
                  </a:lnTo>
                  <a:lnTo>
                    <a:pt x="298725" y="40399"/>
                  </a:lnTo>
                  <a:lnTo>
                    <a:pt x="301501" y="37032"/>
                  </a:lnTo>
                  <a:lnTo>
                    <a:pt x="303722" y="34788"/>
                  </a:lnTo>
                  <a:lnTo>
                    <a:pt x="307053" y="33104"/>
                  </a:lnTo>
                  <a:lnTo>
                    <a:pt x="310385" y="29737"/>
                  </a:lnTo>
                  <a:lnTo>
                    <a:pt x="312051" y="27493"/>
                  </a:lnTo>
                  <a:lnTo>
                    <a:pt x="314272" y="25249"/>
                  </a:lnTo>
                  <a:lnTo>
                    <a:pt x="317603" y="23005"/>
                  </a:lnTo>
                  <a:lnTo>
                    <a:pt x="319824" y="21320"/>
                  </a:lnTo>
                  <a:lnTo>
                    <a:pt x="322045" y="19099"/>
                  </a:lnTo>
                  <a:lnTo>
                    <a:pt x="323711" y="16832"/>
                  </a:lnTo>
                  <a:lnTo>
                    <a:pt x="325932" y="14588"/>
                  </a:lnTo>
                  <a:lnTo>
                    <a:pt x="328153" y="12344"/>
                  </a:lnTo>
                  <a:lnTo>
                    <a:pt x="332595" y="8416"/>
                  </a:lnTo>
                  <a:lnTo>
                    <a:pt x="335371" y="6172"/>
                  </a:lnTo>
                  <a:lnTo>
                    <a:pt x="338703" y="2805"/>
                  </a:lnTo>
                  <a:lnTo>
                    <a:pt x="340924" y="1122"/>
                  </a:lnTo>
                  <a:lnTo>
                    <a:pt x="343700" y="0"/>
                  </a:lnTo>
                  <a:lnTo>
                    <a:pt x="345921" y="1122"/>
                  </a:lnTo>
                  <a:lnTo>
                    <a:pt x="347031" y="1122"/>
                  </a:lnTo>
                  <a:lnTo>
                    <a:pt x="348142" y="2805"/>
                  </a:lnTo>
                  <a:lnTo>
                    <a:pt x="349252" y="5049"/>
                  </a:lnTo>
                  <a:lnTo>
                    <a:pt x="351473" y="9538"/>
                  </a:lnTo>
                  <a:lnTo>
                    <a:pt x="351473" y="10660"/>
                  </a:lnTo>
                  <a:lnTo>
                    <a:pt x="351473" y="12344"/>
                  </a:lnTo>
                  <a:lnTo>
                    <a:pt x="351473" y="15710"/>
                  </a:lnTo>
                  <a:lnTo>
                    <a:pt x="352584" y="17955"/>
                  </a:lnTo>
                  <a:lnTo>
                    <a:pt x="352584" y="20199"/>
                  </a:lnTo>
                  <a:lnTo>
                    <a:pt x="352584" y="23005"/>
                  </a:lnTo>
                  <a:lnTo>
                    <a:pt x="352584" y="26371"/>
                  </a:lnTo>
                  <a:lnTo>
                    <a:pt x="353695" y="29737"/>
                  </a:lnTo>
                  <a:lnTo>
                    <a:pt x="352584" y="33104"/>
                  </a:lnTo>
                  <a:lnTo>
                    <a:pt x="352584" y="35910"/>
                  </a:lnTo>
                  <a:lnTo>
                    <a:pt x="352584" y="38154"/>
                  </a:lnTo>
                  <a:lnTo>
                    <a:pt x="352584" y="41521"/>
                  </a:lnTo>
                  <a:lnTo>
                    <a:pt x="352584" y="44326"/>
                  </a:lnTo>
                  <a:lnTo>
                    <a:pt x="352584" y="47693"/>
                  </a:lnTo>
                  <a:lnTo>
                    <a:pt x="351473" y="51060"/>
                  </a:lnTo>
                  <a:lnTo>
                    <a:pt x="351473" y="54426"/>
                  </a:lnTo>
                  <a:lnTo>
                    <a:pt x="351473" y="57232"/>
                  </a:lnTo>
                  <a:lnTo>
                    <a:pt x="350363" y="59476"/>
                  </a:lnTo>
                  <a:lnTo>
                    <a:pt x="350363" y="62843"/>
                  </a:lnTo>
                  <a:lnTo>
                    <a:pt x="349252" y="65648"/>
                  </a:lnTo>
                  <a:lnTo>
                    <a:pt x="349252" y="67892"/>
                  </a:lnTo>
                  <a:lnTo>
                    <a:pt x="348142" y="70137"/>
                  </a:lnTo>
                  <a:lnTo>
                    <a:pt x="348142" y="73503"/>
                  </a:lnTo>
                  <a:lnTo>
                    <a:pt x="347031" y="75748"/>
                  </a:lnTo>
                  <a:close/>
                </a:path>
              </a:pathLst>
            </a:custGeom>
            <a:solidFill>
              <a:schemeClr val="bg1"/>
            </a:solidFill>
            <a:ln>
              <a:noFill/>
            </a:ln>
            <a:effectLst/>
          </p:spPr>
          <p:txBody>
            <a:bodyPr vert="horz" wrap="square" lIns="0" tIns="0" rIns="5080" bIns="2540" numCol="1" spcCol="215900" anchor="t"/>
            <a:lstStyle/>
            <a:p>
              <a:pPr/>
              <a:endParaRPr lang="en-us" cap="none"/>
            </a:p>
          </p:txBody>
        </p:sp>
        <p:sp>
          <p:nvSpPr>
            <p:cNvPr id="27" name="Freeform 100"/>
            <p:cNvSpPr>
              <a:extLst>
                <a:ext uri="smNativeData">
                  <pr:smNativeData xmlns:pr="smNativeData" xmlns="smNativeData" val="SMDATA_15_VcZhaRMAAAAlAAAACwAAAA0AAAAAAAAAAAAAAAAHAAAABAAAAAAAAAAAAAAAAAAAAAEAAABQAAAAAAAAAAAA4D8AAAAAAADg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Is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eCgAAAwXAABdKgAAMxgAAAAAAAAmAAAACAAAAP//////////"/>
                </a:ext>
              </a:extLst>
            </p:cNvSpPr>
            <p:nvPr/>
          </p:nvSpPr>
          <p:spPr>
            <a:xfrm>
              <a:off x="6578600" y="3746500"/>
              <a:ext cx="307975" cy="187325"/>
            </a:xfrm>
            <a:custGeom>
              <a:avLst/>
              <a:gdLst/>
              <a:ahLst/>
              <a:cxnLst/>
              <a:rect l="0" t="0" r="307975" b="187325"/>
              <a:pathLst>
                <a:path w="307975" h="187325">
                  <a:moveTo>
                    <a:pt x="144241" y="0"/>
                  </a:moveTo>
                  <a:lnTo>
                    <a:pt x="143127" y="0"/>
                  </a:lnTo>
                  <a:lnTo>
                    <a:pt x="139786" y="0"/>
                  </a:lnTo>
                  <a:lnTo>
                    <a:pt x="137558" y="0"/>
                  </a:lnTo>
                  <a:lnTo>
                    <a:pt x="135887" y="0"/>
                  </a:lnTo>
                  <a:lnTo>
                    <a:pt x="132546" y="0"/>
                  </a:lnTo>
                  <a:lnTo>
                    <a:pt x="129204" y="1111"/>
                  </a:lnTo>
                  <a:lnTo>
                    <a:pt x="125306" y="1111"/>
                  </a:lnTo>
                  <a:lnTo>
                    <a:pt x="120850" y="1111"/>
                  </a:lnTo>
                  <a:lnTo>
                    <a:pt x="118623" y="1111"/>
                  </a:lnTo>
                  <a:lnTo>
                    <a:pt x="117509" y="1111"/>
                  </a:lnTo>
                  <a:lnTo>
                    <a:pt x="114724" y="2223"/>
                  </a:lnTo>
                  <a:lnTo>
                    <a:pt x="113611" y="2223"/>
                  </a:lnTo>
                  <a:lnTo>
                    <a:pt x="110269" y="2223"/>
                  </a:lnTo>
                  <a:lnTo>
                    <a:pt x="108041" y="2223"/>
                  </a:lnTo>
                  <a:lnTo>
                    <a:pt x="105814" y="3335"/>
                  </a:lnTo>
                  <a:lnTo>
                    <a:pt x="103029" y="3335"/>
                  </a:lnTo>
                  <a:lnTo>
                    <a:pt x="100801" y="3335"/>
                  </a:lnTo>
                  <a:lnTo>
                    <a:pt x="98574" y="4446"/>
                  </a:lnTo>
                  <a:lnTo>
                    <a:pt x="96346" y="5558"/>
                  </a:lnTo>
                  <a:lnTo>
                    <a:pt x="93562" y="5558"/>
                  </a:lnTo>
                  <a:lnTo>
                    <a:pt x="90220" y="5558"/>
                  </a:lnTo>
                  <a:lnTo>
                    <a:pt x="87992" y="6670"/>
                  </a:lnTo>
                  <a:lnTo>
                    <a:pt x="84651" y="6670"/>
                  </a:lnTo>
                  <a:lnTo>
                    <a:pt x="82980" y="7226"/>
                  </a:lnTo>
                  <a:lnTo>
                    <a:pt x="80752" y="7226"/>
                  </a:lnTo>
                  <a:lnTo>
                    <a:pt x="77411" y="8337"/>
                  </a:lnTo>
                  <a:lnTo>
                    <a:pt x="74069" y="8337"/>
                  </a:lnTo>
                  <a:lnTo>
                    <a:pt x="71842" y="9449"/>
                  </a:lnTo>
                  <a:lnTo>
                    <a:pt x="70171" y="10561"/>
                  </a:lnTo>
                  <a:lnTo>
                    <a:pt x="66830" y="10561"/>
                  </a:lnTo>
                  <a:lnTo>
                    <a:pt x="64602" y="11673"/>
                  </a:lnTo>
                  <a:lnTo>
                    <a:pt x="62373" y="12784"/>
                  </a:lnTo>
                  <a:lnTo>
                    <a:pt x="59590" y="13896"/>
                  </a:lnTo>
                  <a:lnTo>
                    <a:pt x="57362" y="15008"/>
                  </a:lnTo>
                  <a:lnTo>
                    <a:pt x="55132" y="16119"/>
                  </a:lnTo>
                  <a:lnTo>
                    <a:pt x="52907" y="17231"/>
                  </a:lnTo>
                  <a:lnTo>
                    <a:pt x="50679" y="17787"/>
                  </a:lnTo>
                  <a:lnTo>
                    <a:pt x="47891" y="18899"/>
                  </a:lnTo>
                  <a:lnTo>
                    <a:pt x="45667" y="18899"/>
                  </a:lnTo>
                  <a:lnTo>
                    <a:pt x="43439" y="20010"/>
                  </a:lnTo>
                  <a:lnTo>
                    <a:pt x="39541" y="23346"/>
                  </a:lnTo>
                  <a:lnTo>
                    <a:pt x="35084" y="25569"/>
                  </a:lnTo>
                  <a:lnTo>
                    <a:pt x="31744" y="27793"/>
                  </a:lnTo>
                  <a:lnTo>
                    <a:pt x="28959" y="30578"/>
                  </a:lnTo>
                  <a:lnTo>
                    <a:pt x="25618" y="33919"/>
                  </a:lnTo>
                  <a:lnTo>
                    <a:pt x="23390" y="37242"/>
                  </a:lnTo>
                  <a:lnTo>
                    <a:pt x="20049" y="40021"/>
                  </a:lnTo>
                  <a:lnTo>
                    <a:pt x="18378" y="43356"/>
                  </a:lnTo>
                  <a:lnTo>
                    <a:pt x="16150" y="46692"/>
                  </a:lnTo>
                  <a:lnTo>
                    <a:pt x="13922" y="49471"/>
                  </a:lnTo>
                  <a:lnTo>
                    <a:pt x="11695" y="52806"/>
                  </a:lnTo>
                  <a:lnTo>
                    <a:pt x="10581" y="56139"/>
                  </a:lnTo>
                  <a:lnTo>
                    <a:pt x="8353" y="59477"/>
                  </a:lnTo>
                  <a:lnTo>
                    <a:pt x="7796" y="62256"/>
                  </a:lnTo>
                  <a:lnTo>
                    <a:pt x="6683" y="64479"/>
                  </a:lnTo>
                  <a:lnTo>
                    <a:pt x="4455" y="67814"/>
                  </a:lnTo>
                  <a:lnTo>
                    <a:pt x="3341" y="70594"/>
                  </a:lnTo>
                  <a:lnTo>
                    <a:pt x="3341" y="73929"/>
                  </a:lnTo>
                  <a:lnTo>
                    <a:pt x="2227" y="76152"/>
                  </a:lnTo>
                  <a:lnTo>
                    <a:pt x="1113" y="79488"/>
                  </a:lnTo>
                  <a:lnTo>
                    <a:pt x="1113" y="82267"/>
                  </a:lnTo>
                  <a:lnTo>
                    <a:pt x="1113" y="85602"/>
                  </a:lnTo>
                  <a:lnTo>
                    <a:pt x="0" y="87825"/>
                  </a:lnTo>
                  <a:lnTo>
                    <a:pt x="0" y="91161"/>
                  </a:lnTo>
                  <a:lnTo>
                    <a:pt x="0" y="92828"/>
                  </a:lnTo>
                  <a:lnTo>
                    <a:pt x="0" y="96163"/>
                  </a:lnTo>
                  <a:lnTo>
                    <a:pt x="0" y="98387"/>
                  </a:lnTo>
                  <a:lnTo>
                    <a:pt x="1113" y="101722"/>
                  </a:lnTo>
                  <a:lnTo>
                    <a:pt x="2227" y="103390"/>
                  </a:lnTo>
                  <a:lnTo>
                    <a:pt x="3341" y="106725"/>
                  </a:lnTo>
                  <a:lnTo>
                    <a:pt x="3341" y="108948"/>
                  </a:lnTo>
                  <a:lnTo>
                    <a:pt x="4455" y="112283"/>
                  </a:lnTo>
                  <a:lnTo>
                    <a:pt x="5569" y="113951"/>
                  </a:lnTo>
                  <a:lnTo>
                    <a:pt x="6683" y="117286"/>
                  </a:lnTo>
                  <a:lnTo>
                    <a:pt x="7796" y="119510"/>
                  </a:lnTo>
                  <a:lnTo>
                    <a:pt x="9467" y="122845"/>
                  </a:lnTo>
                  <a:lnTo>
                    <a:pt x="10581" y="124512"/>
                  </a:lnTo>
                  <a:lnTo>
                    <a:pt x="12809" y="127847"/>
                  </a:lnTo>
                  <a:lnTo>
                    <a:pt x="15036" y="130074"/>
                  </a:lnTo>
                  <a:lnTo>
                    <a:pt x="16150" y="132294"/>
                  </a:lnTo>
                  <a:lnTo>
                    <a:pt x="18378" y="134522"/>
                  </a:lnTo>
                  <a:lnTo>
                    <a:pt x="20049" y="137297"/>
                  </a:lnTo>
                  <a:lnTo>
                    <a:pt x="22276" y="138409"/>
                  </a:lnTo>
                  <a:lnTo>
                    <a:pt x="24504" y="141744"/>
                  </a:lnTo>
                  <a:lnTo>
                    <a:pt x="27843" y="142856"/>
                  </a:lnTo>
                  <a:lnTo>
                    <a:pt x="29516" y="145635"/>
                  </a:lnTo>
                  <a:lnTo>
                    <a:pt x="31744" y="146747"/>
                  </a:lnTo>
                  <a:lnTo>
                    <a:pt x="35084" y="148970"/>
                  </a:lnTo>
                  <a:lnTo>
                    <a:pt x="37313" y="151199"/>
                  </a:lnTo>
                  <a:lnTo>
                    <a:pt x="40098" y="153417"/>
                  </a:lnTo>
                  <a:lnTo>
                    <a:pt x="42324" y="154529"/>
                  </a:lnTo>
                  <a:lnTo>
                    <a:pt x="45667" y="156196"/>
                  </a:lnTo>
                  <a:lnTo>
                    <a:pt x="47891" y="158420"/>
                  </a:lnTo>
                  <a:lnTo>
                    <a:pt x="51793" y="159531"/>
                  </a:lnTo>
                  <a:lnTo>
                    <a:pt x="54020" y="161758"/>
                  </a:lnTo>
                  <a:lnTo>
                    <a:pt x="57362" y="162867"/>
                  </a:lnTo>
                  <a:lnTo>
                    <a:pt x="60703" y="165090"/>
                  </a:lnTo>
                  <a:lnTo>
                    <a:pt x="63488" y="166202"/>
                  </a:lnTo>
                  <a:lnTo>
                    <a:pt x="66830" y="166758"/>
                  </a:lnTo>
                  <a:lnTo>
                    <a:pt x="70171" y="168981"/>
                  </a:lnTo>
                  <a:lnTo>
                    <a:pt x="74069" y="170093"/>
                  </a:lnTo>
                  <a:lnTo>
                    <a:pt x="77411" y="172316"/>
                  </a:lnTo>
                  <a:lnTo>
                    <a:pt x="80752" y="173428"/>
                  </a:lnTo>
                  <a:lnTo>
                    <a:pt x="84651" y="174540"/>
                  </a:lnTo>
                  <a:lnTo>
                    <a:pt x="87992" y="175651"/>
                  </a:lnTo>
                  <a:lnTo>
                    <a:pt x="91334" y="177319"/>
                  </a:lnTo>
                  <a:lnTo>
                    <a:pt x="94118" y="178431"/>
                  </a:lnTo>
                  <a:lnTo>
                    <a:pt x="98574" y="179542"/>
                  </a:lnTo>
                  <a:lnTo>
                    <a:pt x="103029" y="180654"/>
                  </a:lnTo>
                  <a:lnTo>
                    <a:pt x="106928" y="181766"/>
                  </a:lnTo>
                  <a:lnTo>
                    <a:pt x="110269" y="182878"/>
                  </a:lnTo>
                  <a:lnTo>
                    <a:pt x="114724" y="183989"/>
                  </a:lnTo>
                  <a:lnTo>
                    <a:pt x="116395" y="183989"/>
                  </a:lnTo>
                  <a:lnTo>
                    <a:pt x="118623" y="183989"/>
                  </a:lnTo>
                  <a:lnTo>
                    <a:pt x="120850" y="183989"/>
                  </a:lnTo>
                  <a:lnTo>
                    <a:pt x="123078" y="185101"/>
                  </a:lnTo>
                  <a:lnTo>
                    <a:pt x="125306" y="185101"/>
                  </a:lnTo>
                  <a:lnTo>
                    <a:pt x="126977" y="186213"/>
                  </a:lnTo>
                  <a:lnTo>
                    <a:pt x="129204" y="186213"/>
                  </a:lnTo>
                  <a:lnTo>
                    <a:pt x="131432" y="186213"/>
                  </a:lnTo>
                  <a:lnTo>
                    <a:pt x="133660" y="186213"/>
                  </a:lnTo>
                  <a:lnTo>
                    <a:pt x="135887" y="186213"/>
                  </a:lnTo>
                  <a:lnTo>
                    <a:pt x="137558" y="187325"/>
                  </a:lnTo>
                  <a:lnTo>
                    <a:pt x="139786" y="187325"/>
                  </a:lnTo>
                  <a:lnTo>
                    <a:pt x="142013" y="187325"/>
                  </a:lnTo>
                  <a:lnTo>
                    <a:pt x="144241" y="187325"/>
                  </a:lnTo>
                  <a:lnTo>
                    <a:pt x="146469" y="187325"/>
                  </a:lnTo>
                  <a:lnTo>
                    <a:pt x="148139" y="187325"/>
                  </a:lnTo>
                  <a:lnTo>
                    <a:pt x="150367" y="187325"/>
                  </a:lnTo>
                  <a:lnTo>
                    <a:pt x="152595" y="187325"/>
                  </a:lnTo>
                  <a:lnTo>
                    <a:pt x="155936" y="187325"/>
                  </a:lnTo>
                  <a:lnTo>
                    <a:pt x="157607" y="187325"/>
                  </a:lnTo>
                  <a:lnTo>
                    <a:pt x="159835" y="187325"/>
                  </a:lnTo>
                  <a:lnTo>
                    <a:pt x="162062" y="187325"/>
                  </a:lnTo>
                  <a:lnTo>
                    <a:pt x="164290" y="187325"/>
                  </a:lnTo>
                  <a:lnTo>
                    <a:pt x="166518" y="187325"/>
                  </a:lnTo>
                  <a:lnTo>
                    <a:pt x="168745" y="187325"/>
                  </a:lnTo>
                  <a:lnTo>
                    <a:pt x="170415" y="187325"/>
                  </a:lnTo>
                  <a:lnTo>
                    <a:pt x="172644" y="187325"/>
                  </a:lnTo>
                  <a:lnTo>
                    <a:pt x="175985" y="187325"/>
                  </a:lnTo>
                  <a:lnTo>
                    <a:pt x="179327" y="186213"/>
                  </a:lnTo>
                  <a:lnTo>
                    <a:pt x="183225" y="186213"/>
                  </a:lnTo>
                  <a:lnTo>
                    <a:pt x="185453" y="186213"/>
                  </a:lnTo>
                  <a:lnTo>
                    <a:pt x="187680" y="186213"/>
                  </a:lnTo>
                  <a:lnTo>
                    <a:pt x="189908" y="186213"/>
                  </a:lnTo>
                  <a:lnTo>
                    <a:pt x="191579" y="186213"/>
                  </a:lnTo>
                  <a:lnTo>
                    <a:pt x="196034" y="185101"/>
                  </a:lnTo>
                  <a:lnTo>
                    <a:pt x="200490" y="183989"/>
                  </a:lnTo>
                  <a:lnTo>
                    <a:pt x="203274" y="183989"/>
                  </a:lnTo>
                  <a:lnTo>
                    <a:pt x="207729" y="182878"/>
                  </a:lnTo>
                  <a:lnTo>
                    <a:pt x="211071" y="181766"/>
                  </a:lnTo>
                  <a:lnTo>
                    <a:pt x="214969" y="181766"/>
                  </a:lnTo>
                  <a:lnTo>
                    <a:pt x="218311" y="180654"/>
                  </a:lnTo>
                  <a:lnTo>
                    <a:pt x="222209" y="180654"/>
                  </a:lnTo>
                  <a:lnTo>
                    <a:pt x="225551" y="178431"/>
                  </a:lnTo>
                  <a:lnTo>
                    <a:pt x="228892" y="178431"/>
                  </a:lnTo>
                  <a:lnTo>
                    <a:pt x="232234" y="177319"/>
                  </a:lnTo>
                  <a:lnTo>
                    <a:pt x="235018" y="177319"/>
                  </a:lnTo>
                  <a:lnTo>
                    <a:pt x="237246" y="175651"/>
                  </a:lnTo>
                  <a:lnTo>
                    <a:pt x="239474" y="174540"/>
                  </a:lnTo>
                  <a:lnTo>
                    <a:pt x="242815" y="173428"/>
                  </a:lnTo>
                  <a:lnTo>
                    <a:pt x="244486" y="172316"/>
                  </a:lnTo>
                  <a:lnTo>
                    <a:pt x="247827" y="170093"/>
                  </a:lnTo>
                  <a:lnTo>
                    <a:pt x="250055" y="168981"/>
                  </a:lnTo>
                  <a:lnTo>
                    <a:pt x="252283" y="166753"/>
                  </a:lnTo>
                  <a:lnTo>
                    <a:pt x="254510" y="166202"/>
                  </a:lnTo>
                  <a:lnTo>
                    <a:pt x="256181" y="165090"/>
                  </a:lnTo>
                  <a:lnTo>
                    <a:pt x="258409" y="162862"/>
                  </a:lnTo>
                  <a:lnTo>
                    <a:pt x="260637" y="160634"/>
                  </a:lnTo>
                  <a:lnTo>
                    <a:pt x="262864" y="159531"/>
                  </a:lnTo>
                  <a:lnTo>
                    <a:pt x="266763" y="156196"/>
                  </a:lnTo>
                  <a:lnTo>
                    <a:pt x="271218" y="152305"/>
                  </a:lnTo>
                  <a:lnTo>
                    <a:pt x="274559" y="147858"/>
                  </a:lnTo>
                  <a:lnTo>
                    <a:pt x="277344" y="145073"/>
                  </a:lnTo>
                  <a:lnTo>
                    <a:pt x="280686" y="140632"/>
                  </a:lnTo>
                  <a:lnTo>
                    <a:pt x="284027" y="136185"/>
                  </a:lnTo>
                  <a:lnTo>
                    <a:pt x="285141" y="134518"/>
                  </a:lnTo>
                  <a:lnTo>
                    <a:pt x="286255" y="132294"/>
                  </a:lnTo>
                  <a:lnTo>
                    <a:pt x="286812" y="130071"/>
                  </a:lnTo>
                  <a:lnTo>
                    <a:pt x="289039" y="127844"/>
                  </a:lnTo>
                  <a:lnTo>
                    <a:pt x="291267" y="123956"/>
                  </a:lnTo>
                  <a:lnTo>
                    <a:pt x="293495" y="119510"/>
                  </a:lnTo>
                  <a:lnTo>
                    <a:pt x="294608" y="117286"/>
                  </a:lnTo>
                  <a:lnTo>
                    <a:pt x="295722" y="115063"/>
                  </a:lnTo>
                  <a:lnTo>
                    <a:pt x="296836" y="113395"/>
                  </a:lnTo>
                  <a:lnTo>
                    <a:pt x="297393" y="111172"/>
                  </a:lnTo>
                  <a:lnTo>
                    <a:pt x="299621" y="106725"/>
                  </a:lnTo>
                  <a:lnTo>
                    <a:pt x="301848" y="102834"/>
                  </a:lnTo>
                  <a:lnTo>
                    <a:pt x="304076" y="98387"/>
                  </a:lnTo>
                  <a:lnTo>
                    <a:pt x="305190" y="95052"/>
                  </a:lnTo>
                  <a:lnTo>
                    <a:pt x="306304" y="92272"/>
                  </a:lnTo>
                  <a:lnTo>
                    <a:pt x="307418" y="88937"/>
                  </a:lnTo>
                  <a:lnTo>
                    <a:pt x="307975" y="84490"/>
                  </a:lnTo>
                  <a:lnTo>
                    <a:pt x="307975" y="82267"/>
                  </a:lnTo>
                  <a:lnTo>
                    <a:pt x="307975" y="80599"/>
                  </a:lnTo>
                  <a:lnTo>
                    <a:pt x="307975" y="78376"/>
                  </a:lnTo>
                  <a:lnTo>
                    <a:pt x="307418" y="76152"/>
                  </a:lnTo>
                  <a:lnTo>
                    <a:pt x="306304" y="75038"/>
                  </a:lnTo>
                  <a:lnTo>
                    <a:pt x="304076" y="73929"/>
                  </a:lnTo>
                  <a:lnTo>
                    <a:pt x="301848" y="73929"/>
                  </a:lnTo>
                  <a:lnTo>
                    <a:pt x="299621" y="73929"/>
                  </a:lnTo>
                  <a:lnTo>
                    <a:pt x="296836" y="73929"/>
                  </a:lnTo>
                  <a:lnTo>
                    <a:pt x="293495" y="75041"/>
                  </a:lnTo>
                  <a:lnTo>
                    <a:pt x="289039" y="76152"/>
                  </a:lnTo>
                  <a:lnTo>
                    <a:pt x="286812" y="77264"/>
                  </a:lnTo>
                  <a:lnTo>
                    <a:pt x="285141" y="78376"/>
                  </a:lnTo>
                  <a:lnTo>
                    <a:pt x="282913" y="78376"/>
                  </a:lnTo>
                  <a:lnTo>
                    <a:pt x="280686" y="79488"/>
                  </a:lnTo>
                  <a:lnTo>
                    <a:pt x="277344" y="80599"/>
                  </a:lnTo>
                  <a:lnTo>
                    <a:pt x="275673" y="80599"/>
                  </a:lnTo>
                  <a:lnTo>
                    <a:pt x="273446" y="81155"/>
                  </a:lnTo>
                  <a:lnTo>
                    <a:pt x="271218" y="83383"/>
                  </a:lnTo>
                  <a:lnTo>
                    <a:pt x="267876" y="83383"/>
                  </a:lnTo>
                  <a:lnTo>
                    <a:pt x="265092" y="84490"/>
                  </a:lnTo>
                  <a:lnTo>
                    <a:pt x="261750" y="85602"/>
                  </a:lnTo>
                  <a:lnTo>
                    <a:pt x="259523" y="86714"/>
                  </a:lnTo>
                  <a:lnTo>
                    <a:pt x="255067" y="87825"/>
                  </a:lnTo>
                  <a:lnTo>
                    <a:pt x="252283" y="88937"/>
                  </a:lnTo>
                  <a:lnTo>
                    <a:pt x="248941" y="88937"/>
                  </a:lnTo>
                  <a:lnTo>
                    <a:pt x="246714" y="90049"/>
                  </a:lnTo>
                  <a:lnTo>
                    <a:pt x="242815" y="91161"/>
                  </a:lnTo>
                  <a:lnTo>
                    <a:pt x="239474" y="92272"/>
                  </a:lnTo>
                  <a:lnTo>
                    <a:pt x="236132" y="92828"/>
                  </a:lnTo>
                  <a:lnTo>
                    <a:pt x="232234" y="93940"/>
                  </a:lnTo>
                  <a:lnTo>
                    <a:pt x="228892" y="93940"/>
                  </a:lnTo>
                  <a:lnTo>
                    <a:pt x="225551" y="95052"/>
                  </a:lnTo>
                  <a:lnTo>
                    <a:pt x="222209" y="96163"/>
                  </a:lnTo>
                  <a:lnTo>
                    <a:pt x="218311" y="96163"/>
                  </a:lnTo>
                  <a:lnTo>
                    <a:pt x="213856" y="97275"/>
                  </a:lnTo>
                  <a:lnTo>
                    <a:pt x="211071" y="97275"/>
                  </a:lnTo>
                  <a:lnTo>
                    <a:pt x="207729" y="97275"/>
                  </a:lnTo>
                  <a:lnTo>
                    <a:pt x="206616" y="97275"/>
                  </a:lnTo>
                  <a:lnTo>
                    <a:pt x="203274" y="97275"/>
                  </a:lnTo>
                  <a:lnTo>
                    <a:pt x="202160" y="97275"/>
                  </a:lnTo>
                  <a:lnTo>
                    <a:pt x="200490" y="97275"/>
                  </a:lnTo>
                  <a:lnTo>
                    <a:pt x="197148" y="97275"/>
                  </a:lnTo>
                  <a:lnTo>
                    <a:pt x="194920" y="97275"/>
                  </a:lnTo>
                  <a:lnTo>
                    <a:pt x="192693" y="97275"/>
                  </a:lnTo>
                  <a:lnTo>
                    <a:pt x="190465" y="97275"/>
                  </a:lnTo>
                  <a:lnTo>
                    <a:pt x="188794" y="97275"/>
                  </a:lnTo>
                  <a:lnTo>
                    <a:pt x="186567" y="97275"/>
                  </a:lnTo>
                  <a:lnTo>
                    <a:pt x="184339" y="97275"/>
                  </a:lnTo>
                  <a:lnTo>
                    <a:pt x="182111" y="96163"/>
                  </a:lnTo>
                  <a:lnTo>
                    <a:pt x="179884" y="96163"/>
                  </a:lnTo>
                  <a:lnTo>
                    <a:pt x="177098" y="96163"/>
                  </a:lnTo>
                  <a:lnTo>
                    <a:pt x="174871" y="95052"/>
                  </a:lnTo>
                  <a:lnTo>
                    <a:pt x="172644" y="95052"/>
                  </a:lnTo>
                  <a:lnTo>
                    <a:pt x="170415" y="95052"/>
                  </a:lnTo>
                  <a:lnTo>
                    <a:pt x="168745" y="93940"/>
                  </a:lnTo>
                  <a:lnTo>
                    <a:pt x="165404" y="93940"/>
                  </a:lnTo>
                  <a:lnTo>
                    <a:pt x="163176" y="92828"/>
                  </a:lnTo>
                  <a:lnTo>
                    <a:pt x="160948" y="92828"/>
                  </a:lnTo>
                  <a:lnTo>
                    <a:pt x="158721" y="92828"/>
                  </a:lnTo>
                  <a:lnTo>
                    <a:pt x="157049" y="92272"/>
                  </a:lnTo>
                  <a:lnTo>
                    <a:pt x="154822" y="92272"/>
                  </a:lnTo>
                  <a:lnTo>
                    <a:pt x="151481" y="91161"/>
                  </a:lnTo>
                  <a:lnTo>
                    <a:pt x="149253" y="91161"/>
                  </a:lnTo>
                  <a:lnTo>
                    <a:pt x="147026" y="90049"/>
                  </a:lnTo>
                  <a:lnTo>
                    <a:pt x="145355" y="88937"/>
                  </a:lnTo>
                  <a:lnTo>
                    <a:pt x="143127" y="88937"/>
                  </a:lnTo>
                  <a:lnTo>
                    <a:pt x="139786" y="87825"/>
                  </a:lnTo>
                  <a:lnTo>
                    <a:pt x="137558" y="87825"/>
                  </a:lnTo>
                  <a:lnTo>
                    <a:pt x="135887" y="86714"/>
                  </a:lnTo>
                  <a:lnTo>
                    <a:pt x="133660" y="85602"/>
                  </a:lnTo>
                  <a:lnTo>
                    <a:pt x="131432" y="84490"/>
                  </a:lnTo>
                  <a:lnTo>
                    <a:pt x="129204" y="84490"/>
                  </a:lnTo>
                  <a:lnTo>
                    <a:pt x="126977" y="83379"/>
                  </a:lnTo>
                  <a:lnTo>
                    <a:pt x="124192" y="82267"/>
                  </a:lnTo>
                  <a:lnTo>
                    <a:pt x="123078" y="81153"/>
                  </a:lnTo>
                  <a:lnTo>
                    <a:pt x="120850" y="81153"/>
                  </a:lnTo>
                  <a:lnTo>
                    <a:pt x="116395" y="79488"/>
                  </a:lnTo>
                  <a:lnTo>
                    <a:pt x="113611" y="78376"/>
                  </a:lnTo>
                  <a:lnTo>
                    <a:pt x="109155" y="76152"/>
                  </a:lnTo>
                  <a:lnTo>
                    <a:pt x="105814" y="73929"/>
                  </a:lnTo>
                  <a:lnTo>
                    <a:pt x="101915" y="71706"/>
                  </a:lnTo>
                  <a:lnTo>
                    <a:pt x="98574" y="70038"/>
                  </a:lnTo>
                  <a:lnTo>
                    <a:pt x="95232" y="67814"/>
                  </a:lnTo>
                  <a:lnTo>
                    <a:pt x="93562" y="66703"/>
                  </a:lnTo>
                  <a:lnTo>
                    <a:pt x="90220" y="64479"/>
                  </a:lnTo>
                  <a:lnTo>
                    <a:pt x="89106" y="62256"/>
                  </a:lnTo>
                  <a:lnTo>
                    <a:pt x="85765" y="59477"/>
                  </a:lnTo>
                  <a:lnTo>
                    <a:pt x="84651" y="57253"/>
                  </a:lnTo>
                  <a:lnTo>
                    <a:pt x="83537" y="55029"/>
                  </a:lnTo>
                  <a:lnTo>
                    <a:pt x="83537" y="52806"/>
                  </a:lnTo>
                  <a:lnTo>
                    <a:pt x="83537" y="49471"/>
                  </a:lnTo>
                  <a:lnTo>
                    <a:pt x="84651" y="47804"/>
                  </a:lnTo>
                  <a:lnTo>
                    <a:pt x="85765" y="44468"/>
                  </a:lnTo>
                  <a:lnTo>
                    <a:pt x="86879" y="42245"/>
                  </a:lnTo>
                  <a:lnTo>
                    <a:pt x="89106" y="38910"/>
                  </a:lnTo>
                  <a:lnTo>
                    <a:pt x="91334" y="37242"/>
                  </a:lnTo>
                  <a:lnTo>
                    <a:pt x="93562" y="33907"/>
                  </a:lnTo>
                  <a:lnTo>
                    <a:pt x="96346" y="31684"/>
                  </a:lnTo>
                  <a:lnTo>
                    <a:pt x="98574" y="29456"/>
                  </a:lnTo>
                  <a:lnTo>
                    <a:pt x="101915" y="26681"/>
                  </a:lnTo>
                  <a:lnTo>
                    <a:pt x="104143" y="24453"/>
                  </a:lnTo>
                  <a:lnTo>
                    <a:pt x="108041" y="22234"/>
                  </a:lnTo>
                  <a:lnTo>
                    <a:pt x="111383" y="18892"/>
                  </a:lnTo>
                  <a:lnTo>
                    <a:pt x="114724" y="17231"/>
                  </a:lnTo>
                  <a:lnTo>
                    <a:pt x="117509" y="15008"/>
                  </a:lnTo>
                  <a:lnTo>
                    <a:pt x="120850" y="12784"/>
                  </a:lnTo>
                  <a:lnTo>
                    <a:pt x="123078" y="10556"/>
                  </a:lnTo>
                  <a:lnTo>
                    <a:pt x="125863" y="8337"/>
                  </a:lnTo>
                  <a:lnTo>
                    <a:pt x="129204" y="7226"/>
                  </a:lnTo>
                  <a:lnTo>
                    <a:pt x="132546" y="6670"/>
                  </a:lnTo>
                  <a:lnTo>
                    <a:pt x="134773" y="4443"/>
                  </a:lnTo>
                  <a:lnTo>
                    <a:pt x="137558" y="3335"/>
                  </a:lnTo>
                  <a:lnTo>
                    <a:pt x="138672" y="2221"/>
                  </a:lnTo>
                  <a:lnTo>
                    <a:pt x="140899" y="1111"/>
                  </a:lnTo>
                  <a:lnTo>
                    <a:pt x="143127" y="0"/>
                  </a:lnTo>
                  <a:lnTo>
                    <a:pt x="144241" y="0"/>
                  </a:lnTo>
                  <a:close/>
                </a:path>
              </a:pathLst>
            </a:custGeom>
            <a:solidFill>
              <a:schemeClr val="hlink"/>
            </a:solidFill>
            <a:ln w="9525" cap="flat" cmpd="sng" algn="ctr">
              <a:solidFill>
                <a:schemeClr val="tx1"/>
              </a:solidFill>
              <a:prstDash val="solid"/>
              <a:headEnd type="none"/>
              <a:tailEnd type="none"/>
            </a:ln>
            <a:effectLst/>
          </p:spPr>
          <p:txBody>
            <a:bodyPr vert="horz" wrap="square" lIns="0" tIns="0" rIns="4445" bIns="2540" numCol="1" spcCol="215900" anchor="t"/>
            <a:lstStyle/>
            <a:p>
              <a:pPr/>
              <a:endParaRPr lang="en-us" cap="none"/>
            </a:p>
          </p:txBody>
        </p:sp>
        <p:sp>
          <p:nvSpPr>
            <p:cNvPr id="26" name="Freeform 101"/>
            <p:cNvSpPr>
              <a:extLst>
                <a:ext uri="smNativeData">
                  <pr:smNativeData xmlns:pr="smNativeData" xmlns="smNativeData" val="SMDATA_15_VcZhaRMAAAAlAAAACwAAAA0AAAAAAAAAAAAAAAAIAAAABA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oSwAABkXAAAALQAAsRcAAAAAAAAmAAAACAAAAP//////////"/>
                </a:ext>
              </a:extLst>
            </p:cNvSpPr>
            <p:nvPr/>
          </p:nvSpPr>
          <p:spPr>
            <a:xfrm>
              <a:off x="7254875" y="3754755"/>
              <a:ext cx="60325" cy="96520"/>
            </a:xfrm>
            <a:custGeom>
              <a:avLst/>
              <a:gdLst/>
              <a:ahLst/>
              <a:cxnLst/>
              <a:rect l="0" t="0" r="60325" b="96520"/>
              <a:pathLst>
                <a:path w="60325" h="96520">
                  <a:moveTo>
                    <a:pt x="0" y="0"/>
                  </a:moveTo>
                  <a:lnTo>
                    <a:pt x="1117" y="1103"/>
                  </a:lnTo>
                  <a:lnTo>
                    <a:pt x="3351" y="2206"/>
                  </a:lnTo>
                  <a:lnTo>
                    <a:pt x="5585" y="3309"/>
                  </a:lnTo>
                  <a:lnTo>
                    <a:pt x="8378" y="4412"/>
                  </a:lnTo>
                  <a:lnTo>
                    <a:pt x="12846" y="7722"/>
                  </a:lnTo>
                  <a:lnTo>
                    <a:pt x="13964" y="8825"/>
                  </a:lnTo>
                  <a:lnTo>
                    <a:pt x="16198" y="9928"/>
                  </a:lnTo>
                  <a:lnTo>
                    <a:pt x="17874" y="10479"/>
                  </a:lnTo>
                  <a:lnTo>
                    <a:pt x="20108" y="12685"/>
                  </a:lnTo>
                  <a:lnTo>
                    <a:pt x="22342" y="13789"/>
                  </a:lnTo>
                  <a:lnTo>
                    <a:pt x="24576" y="14892"/>
                  </a:lnTo>
                  <a:lnTo>
                    <a:pt x="26811" y="15995"/>
                  </a:lnTo>
                  <a:lnTo>
                    <a:pt x="28486" y="18201"/>
                  </a:lnTo>
                  <a:lnTo>
                    <a:pt x="30721" y="19304"/>
                  </a:lnTo>
                  <a:lnTo>
                    <a:pt x="32955" y="20959"/>
                  </a:lnTo>
                  <a:lnTo>
                    <a:pt x="35189" y="22062"/>
                  </a:lnTo>
                  <a:lnTo>
                    <a:pt x="37423" y="24268"/>
                  </a:lnTo>
                  <a:lnTo>
                    <a:pt x="40216" y="27577"/>
                  </a:lnTo>
                  <a:lnTo>
                    <a:pt x="44685" y="31438"/>
                  </a:lnTo>
                  <a:lnTo>
                    <a:pt x="48036" y="34747"/>
                  </a:lnTo>
                  <a:lnTo>
                    <a:pt x="50829" y="38056"/>
                  </a:lnTo>
                  <a:lnTo>
                    <a:pt x="53063" y="41366"/>
                  </a:lnTo>
                  <a:lnTo>
                    <a:pt x="55297" y="44123"/>
                  </a:lnTo>
                  <a:lnTo>
                    <a:pt x="57532" y="48536"/>
                  </a:lnTo>
                  <a:lnTo>
                    <a:pt x="58649" y="51845"/>
                  </a:lnTo>
                  <a:lnTo>
                    <a:pt x="59766" y="55706"/>
                  </a:lnTo>
                  <a:lnTo>
                    <a:pt x="60325" y="59015"/>
                  </a:lnTo>
                  <a:lnTo>
                    <a:pt x="60325" y="62324"/>
                  </a:lnTo>
                  <a:lnTo>
                    <a:pt x="60325" y="66185"/>
                  </a:lnTo>
                  <a:lnTo>
                    <a:pt x="60325" y="69494"/>
                  </a:lnTo>
                  <a:lnTo>
                    <a:pt x="59766" y="72804"/>
                  </a:lnTo>
                  <a:lnTo>
                    <a:pt x="58649" y="75561"/>
                  </a:lnTo>
                  <a:lnTo>
                    <a:pt x="57532" y="77768"/>
                  </a:lnTo>
                  <a:lnTo>
                    <a:pt x="55297" y="81077"/>
                  </a:lnTo>
                  <a:lnTo>
                    <a:pt x="54180" y="83283"/>
                  </a:lnTo>
                  <a:lnTo>
                    <a:pt x="51946" y="84938"/>
                  </a:lnTo>
                  <a:lnTo>
                    <a:pt x="49153" y="87144"/>
                  </a:lnTo>
                  <a:lnTo>
                    <a:pt x="45802" y="88247"/>
                  </a:lnTo>
                  <a:lnTo>
                    <a:pt x="42450" y="89350"/>
                  </a:lnTo>
                  <a:lnTo>
                    <a:pt x="39099" y="89350"/>
                  </a:lnTo>
                  <a:lnTo>
                    <a:pt x="35189" y="91556"/>
                  </a:lnTo>
                  <a:lnTo>
                    <a:pt x="30721" y="91556"/>
                  </a:lnTo>
                  <a:lnTo>
                    <a:pt x="26811" y="92659"/>
                  </a:lnTo>
                  <a:lnTo>
                    <a:pt x="22342" y="93762"/>
                  </a:lnTo>
                  <a:lnTo>
                    <a:pt x="18991" y="93762"/>
                  </a:lnTo>
                  <a:lnTo>
                    <a:pt x="15079" y="94865"/>
                  </a:lnTo>
                  <a:lnTo>
                    <a:pt x="10612" y="94865"/>
                  </a:lnTo>
                  <a:lnTo>
                    <a:pt x="7261" y="95417"/>
                  </a:lnTo>
                  <a:lnTo>
                    <a:pt x="5585" y="95417"/>
                  </a:lnTo>
                  <a:lnTo>
                    <a:pt x="2234" y="95417"/>
                  </a:lnTo>
                  <a:lnTo>
                    <a:pt x="1117" y="96520"/>
                  </a:lnTo>
                  <a:lnTo>
                    <a:pt x="0" y="96520"/>
                  </a:lnTo>
                  <a:lnTo>
                    <a:pt x="0" y="95417"/>
                  </a:lnTo>
                  <a:lnTo>
                    <a:pt x="0" y="94865"/>
                  </a:lnTo>
                  <a:lnTo>
                    <a:pt x="0" y="92659"/>
                  </a:lnTo>
                  <a:lnTo>
                    <a:pt x="1117" y="90453"/>
                  </a:lnTo>
                  <a:lnTo>
                    <a:pt x="1117" y="86041"/>
                  </a:lnTo>
                  <a:lnTo>
                    <a:pt x="2234" y="83283"/>
                  </a:lnTo>
                  <a:lnTo>
                    <a:pt x="2234" y="81077"/>
                  </a:lnTo>
                  <a:lnTo>
                    <a:pt x="2234" y="78871"/>
                  </a:lnTo>
                  <a:lnTo>
                    <a:pt x="2234" y="76664"/>
                  </a:lnTo>
                  <a:lnTo>
                    <a:pt x="3351" y="74458"/>
                  </a:lnTo>
                  <a:lnTo>
                    <a:pt x="3351" y="71701"/>
                  </a:lnTo>
                  <a:lnTo>
                    <a:pt x="3351" y="69494"/>
                  </a:lnTo>
                  <a:lnTo>
                    <a:pt x="3351" y="67288"/>
                  </a:lnTo>
                  <a:lnTo>
                    <a:pt x="3351" y="63979"/>
                  </a:lnTo>
                  <a:lnTo>
                    <a:pt x="3351" y="62324"/>
                  </a:lnTo>
                  <a:lnTo>
                    <a:pt x="3351" y="59015"/>
                  </a:lnTo>
                  <a:lnTo>
                    <a:pt x="4468" y="56809"/>
                  </a:lnTo>
                  <a:lnTo>
                    <a:pt x="4468" y="54603"/>
                  </a:lnTo>
                  <a:lnTo>
                    <a:pt x="4468" y="51845"/>
                  </a:lnTo>
                  <a:lnTo>
                    <a:pt x="4468" y="49639"/>
                  </a:lnTo>
                  <a:lnTo>
                    <a:pt x="4468" y="47433"/>
                  </a:lnTo>
                  <a:lnTo>
                    <a:pt x="5585" y="45227"/>
                  </a:lnTo>
                  <a:lnTo>
                    <a:pt x="5585" y="43020"/>
                  </a:lnTo>
                  <a:lnTo>
                    <a:pt x="5585" y="40263"/>
                  </a:lnTo>
                  <a:lnTo>
                    <a:pt x="5585" y="38056"/>
                  </a:lnTo>
                  <a:lnTo>
                    <a:pt x="5585" y="36953"/>
                  </a:lnTo>
                  <a:lnTo>
                    <a:pt x="4468" y="32541"/>
                  </a:lnTo>
                  <a:lnTo>
                    <a:pt x="4468" y="28680"/>
                  </a:lnTo>
                  <a:lnTo>
                    <a:pt x="3351" y="25371"/>
                  </a:lnTo>
                  <a:lnTo>
                    <a:pt x="3351" y="22062"/>
                  </a:lnTo>
                  <a:lnTo>
                    <a:pt x="2234" y="18201"/>
                  </a:lnTo>
                  <a:lnTo>
                    <a:pt x="2234" y="15995"/>
                  </a:lnTo>
                  <a:lnTo>
                    <a:pt x="2234" y="12685"/>
                  </a:lnTo>
                  <a:lnTo>
                    <a:pt x="2234" y="10479"/>
                  </a:lnTo>
                  <a:lnTo>
                    <a:pt x="1117" y="7722"/>
                  </a:lnTo>
                  <a:lnTo>
                    <a:pt x="1117" y="6619"/>
                  </a:lnTo>
                  <a:lnTo>
                    <a:pt x="0" y="4412"/>
                  </a:lnTo>
                  <a:lnTo>
                    <a:pt x="0" y="3309"/>
                  </a:lnTo>
                  <a:lnTo>
                    <a:pt x="0" y="1103"/>
                  </a:lnTo>
                  <a:lnTo>
                    <a:pt x="0" y="0"/>
                  </a:lnTo>
                  <a:close/>
                </a:path>
              </a:pathLst>
            </a:custGeom>
            <a:solidFill>
              <a:schemeClr val="folHlink"/>
            </a:solidFill>
            <a:ln>
              <a:noFill/>
            </a:ln>
            <a:effectLst/>
          </p:spPr>
          <p:txBody>
            <a:bodyPr vert="horz" wrap="square" lIns="0" tIns="0" rIns="5080" bIns="2540" numCol="1" spcCol="215900" anchor="t"/>
            <a:lstStyle/>
            <a:p>
              <a:pPr/>
              <a:endParaRPr lang="en-us" cap="none"/>
            </a:p>
          </p:txBody>
        </p:sp>
        <p:sp>
          <p:nvSpPr>
            <p:cNvPr id="25" name="Freeform 102"/>
            <p:cNvSpPr>
              <a:extLst>
                <a:ext uri="smNativeData">
                  <pr:smNativeData xmlns:pr="smNativeData" xmlns="smNativeData" val="SMDATA_15_VcZhaRMAAAAlAAAACwAAAA0AAAAAAAAAAAAAAAAIAAAABAAAAAAAAAAAAAAAAAAAAAEAAABQAAAAAAAAAAAA4D8AAAAAAADg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WywAABkXAABQLQAAPRgAAAAAAAAmAAAACAAAAP//////////"/>
                </a:ext>
              </a:extLst>
            </p:cNvSpPr>
            <p:nvPr/>
          </p:nvSpPr>
          <p:spPr>
            <a:xfrm>
              <a:off x="7210425" y="3754755"/>
              <a:ext cx="155575" cy="185420"/>
            </a:xfrm>
            <a:custGeom>
              <a:avLst/>
              <a:gdLst/>
              <a:ahLst/>
              <a:cxnLst/>
              <a:rect l="0" t="0" r="155575" b="185420"/>
              <a:pathLst>
                <a:path w="155575" h="185420">
                  <a:moveTo>
                    <a:pt x="44134" y="0"/>
                  </a:moveTo>
                  <a:lnTo>
                    <a:pt x="46341" y="0"/>
                  </a:lnTo>
                  <a:lnTo>
                    <a:pt x="48548" y="0"/>
                  </a:lnTo>
                  <a:lnTo>
                    <a:pt x="52410" y="1107"/>
                  </a:lnTo>
                  <a:lnTo>
                    <a:pt x="54616" y="1107"/>
                  </a:lnTo>
                  <a:lnTo>
                    <a:pt x="56823" y="1107"/>
                  </a:lnTo>
                  <a:lnTo>
                    <a:pt x="59030" y="1107"/>
                  </a:lnTo>
                  <a:lnTo>
                    <a:pt x="61788" y="2214"/>
                  </a:lnTo>
                  <a:lnTo>
                    <a:pt x="63995" y="2214"/>
                  </a:lnTo>
                  <a:lnTo>
                    <a:pt x="67305" y="3321"/>
                  </a:lnTo>
                  <a:lnTo>
                    <a:pt x="70615" y="3321"/>
                  </a:lnTo>
                  <a:lnTo>
                    <a:pt x="73374" y="4428"/>
                  </a:lnTo>
                  <a:lnTo>
                    <a:pt x="75580" y="5535"/>
                  </a:lnTo>
                  <a:lnTo>
                    <a:pt x="78890" y="6642"/>
                  </a:lnTo>
                  <a:lnTo>
                    <a:pt x="82752" y="6642"/>
                  </a:lnTo>
                  <a:lnTo>
                    <a:pt x="86062" y="7749"/>
                  </a:lnTo>
                  <a:lnTo>
                    <a:pt x="89372" y="8856"/>
                  </a:lnTo>
                  <a:lnTo>
                    <a:pt x="92682" y="9963"/>
                  </a:lnTo>
                  <a:lnTo>
                    <a:pt x="95441" y="10516"/>
                  </a:lnTo>
                  <a:lnTo>
                    <a:pt x="99854" y="11623"/>
                  </a:lnTo>
                  <a:lnTo>
                    <a:pt x="103164" y="12730"/>
                  </a:lnTo>
                  <a:lnTo>
                    <a:pt x="104820" y="14944"/>
                  </a:lnTo>
                  <a:lnTo>
                    <a:pt x="108130" y="16051"/>
                  </a:lnTo>
                  <a:lnTo>
                    <a:pt x="112543" y="18265"/>
                  </a:lnTo>
                  <a:lnTo>
                    <a:pt x="115302" y="19372"/>
                  </a:lnTo>
                  <a:lnTo>
                    <a:pt x="118612" y="21033"/>
                  </a:lnTo>
                  <a:lnTo>
                    <a:pt x="120818" y="23239"/>
                  </a:lnTo>
                  <a:lnTo>
                    <a:pt x="124128" y="25461"/>
                  </a:lnTo>
                  <a:lnTo>
                    <a:pt x="125784" y="27675"/>
                  </a:lnTo>
                  <a:lnTo>
                    <a:pt x="129094" y="29889"/>
                  </a:lnTo>
                  <a:lnTo>
                    <a:pt x="131300" y="31549"/>
                  </a:lnTo>
                  <a:lnTo>
                    <a:pt x="133507" y="34870"/>
                  </a:lnTo>
                  <a:lnTo>
                    <a:pt x="135714" y="37077"/>
                  </a:lnTo>
                  <a:lnTo>
                    <a:pt x="137369" y="39298"/>
                  </a:lnTo>
                  <a:lnTo>
                    <a:pt x="139576" y="42065"/>
                  </a:lnTo>
                  <a:lnTo>
                    <a:pt x="140679" y="45386"/>
                  </a:lnTo>
                  <a:lnTo>
                    <a:pt x="142886" y="47593"/>
                  </a:lnTo>
                  <a:lnTo>
                    <a:pt x="143989" y="50921"/>
                  </a:lnTo>
                  <a:lnTo>
                    <a:pt x="145092" y="53689"/>
                  </a:lnTo>
                  <a:lnTo>
                    <a:pt x="146748" y="57010"/>
                  </a:lnTo>
                  <a:lnTo>
                    <a:pt x="147851" y="60331"/>
                  </a:lnTo>
                  <a:lnTo>
                    <a:pt x="148954" y="63098"/>
                  </a:lnTo>
                  <a:lnTo>
                    <a:pt x="150058" y="66419"/>
                  </a:lnTo>
                  <a:lnTo>
                    <a:pt x="151161" y="69740"/>
                  </a:lnTo>
                  <a:lnTo>
                    <a:pt x="152264" y="73061"/>
                  </a:lnTo>
                  <a:lnTo>
                    <a:pt x="152264" y="75828"/>
                  </a:lnTo>
                  <a:lnTo>
                    <a:pt x="153368" y="78042"/>
                  </a:lnTo>
                  <a:lnTo>
                    <a:pt x="153368" y="82470"/>
                  </a:lnTo>
                  <a:lnTo>
                    <a:pt x="154471" y="84684"/>
                  </a:lnTo>
                  <a:lnTo>
                    <a:pt x="154471" y="87452"/>
                  </a:lnTo>
                  <a:lnTo>
                    <a:pt x="155575" y="90773"/>
                  </a:lnTo>
                  <a:lnTo>
                    <a:pt x="155575" y="94094"/>
                  </a:lnTo>
                  <a:lnTo>
                    <a:pt x="155575" y="96861"/>
                  </a:lnTo>
                  <a:lnTo>
                    <a:pt x="155575" y="100182"/>
                  </a:lnTo>
                  <a:lnTo>
                    <a:pt x="155575" y="102396"/>
                  </a:lnTo>
                  <a:lnTo>
                    <a:pt x="155575" y="105717"/>
                  </a:lnTo>
                  <a:lnTo>
                    <a:pt x="155575" y="108485"/>
                  </a:lnTo>
                  <a:lnTo>
                    <a:pt x="155575" y="110699"/>
                  </a:lnTo>
                  <a:lnTo>
                    <a:pt x="155575" y="114019"/>
                  </a:lnTo>
                  <a:lnTo>
                    <a:pt x="155575" y="116787"/>
                  </a:lnTo>
                  <a:lnTo>
                    <a:pt x="154471" y="121215"/>
                  </a:lnTo>
                  <a:lnTo>
                    <a:pt x="153368" y="125643"/>
                  </a:lnTo>
                  <a:lnTo>
                    <a:pt x="152264" y="128410"/>
                  </a:lnTo>
                  <a:lnTo>
                    <a:pt x="151161" y="132838"/>
                  </a:lnTo>
                  <a:lnTo>
                    <a:pt x="150058" y="135052"/>
                  </a:lnTo>
                  <a:lnTo>
                    <a:pt x="147851" y="137820"/>
                  </a:lnTo>
                  <a:lnTo>
                    <a:pt x="146196" y="141141"/>
                  </a:lnTo>
                  <a:lnTo>
                    <a:pt x="145092" y="144462"/>
                  </a:lnTo>
                  <a:lnTo>
                    <a:pt x="141782" y="147772"/>
                  </a:lnTo>
                  <a:lnTo>
                    <a:pt x="139576" y="149443"/>
                  </a:lnTo>
                  <a:lnTo>
                    <a:pt x="136266" y="151657"/>
                  </a:lnTo>
                  <a:lnTo>
                    <a:pt x="133507" y="154978"/>
                  </a:lnTo>
                  <a:lnTo>
                    <a:pt x="130197" y="157192"/>
                  </a:lnTo>
                  <a:lnTo>
                    <a:pt x="126887" y="159959"/>
                  </a:lnTo>
                  <a:lnTo>
                    <a:pt x="123025" y="162173"/>
                  </a:lnTo>
                  <a:lnTo>
                    <a:pt x="118612" y="165494"/>
                  </a:lnTo>
                  <a:lnTo>
                    <a:pt x="116405" y="166601"/>
                  </a:lnTo>
                  <a:lnTo>
                    <a:pt x="113646" y="168815"/>
                  </a:lnTo>
                  <a:lnTo>
                    <a:pt x="111440" y="169369"/>
                  </a:lnTo>
                  <a:lnTo>
                    <a:pt x="108130" y="170476"/>
                  </a:lnTo>
                  <a:lnTo>
                    <a:pt x="104820" y="171583"/>
                  </a:lnTo>
                  <a:lnTo>
                    <a:pt x="102061" y="172690"/>
                  </a:lnTo>
                  <a:lnTo>
                    <a:pt x="98751" y="173797"/>
                  </a:lnTo>
                  <a:lnTo>
                    <a:pt x="95441" y="176011"/>
                  </a:lnTo>
                  <a:lnTo>
                    <a:pt x="92682" y="176011"/>
                  </a:lnTo>
                  <a:lnTo>
                    <a:pt x="89372" y="178225"/>
                  </a:lnTo>
                  <a:lnTo>
                    <a:pt x="86062" y="179332"/>
                  </a:lnTo>
                  <a:lnTo>
                    <a:pt x="82752" y="179885"/>
                  </a:lnTo>
                  <a:lnTo>
                    <a:pt x="78890" y="179885"/>
                  </a:lnTo>
                  <a:lnTo>
                    <a:pt x="75580" y="180992"/>
                  </a:lnTo>
                  <a:lnTo>
                    <a:pt x="71718" y="182099"/>
                  </a:lnTo>
                  <a:lnTo>
                    <a:pt x="68408" y="183206"/>
                  </a:lnTo>
                  <a:lnTo>
                    <a:pt x="63995" y="183206"/>
                  </a:lnTo>
                  <a:lnTo>
                    <a:pt x="61236" y="184313"/>
                  </a:lnTo>
                  <a:lnTo>
                    <a:pt x="57926" y="184313"/>
                  </a:lnTo>
                  <a:lnTo>
                    <a:pt x="54616" y="184313"/>
                  </a:lnTo>
                  <a:lnTo>
                    <a:pt x="50754" y="184313"/>
                  </a:lnTo>
                  <a:lnTo>
                    <a:pt x="47444" y="184313"/>
                  </a:lnTo>
                  <a:lnTo>
                    <a:pt x="44134" y="184313"/>
                  </a:lnTo>
                  <a:lnTo>
                    <a:pt x="40824" y="185420"/>
                  </a:lnTo>
                  <a:lnTo>
                    <a:pt x="38066" y="184313"/>
                  </a:lnTo>
                  <a:lnTo>
                    <a:pt x="34755" y="183206"/>
                  </a:lnTo>
                  <a:lnTo>
                    <a:pt x="31446" y="183206"/>
                  </a:lnTo>
                  <a:lnTo>
                    <a:pt x="29790" y="182099"/>
                  </a:lnTo>
                  <a:lnTo>
                    <a:pt x="26480" y="180992"/>
                  </a:lnTo>
                  <a:lnTo>
                    <a:pt x="24274" y="179885"/>
                  </a:lnTo>
                  <a:lnTo>
                    <a:pt x="22067" y="179332"/>
                  </a:lnTo>
                  <a:lnTo>
                    <a:pt x="19860" y="179332"/>
                  </a:lnTo>
                  <a:lnTo>
                    <a:pt x="18204" y="177118"/>
                  </a:lnTo>
                  <a:lnTo>
                    <a:pt x="15998" y="174912"/>
                  </a:lnTo>
                  <a:lnTo>
                    <a:pt x="13792" y="173797"/>
                  </a:lnTo>
                  <a:lnTo>
                    <a:pt x="11585" y="172690"/>
                  </a:lnTo>
                  <a:lnTo>
                    <a:pt x="9378" y="169369"/>
                  </a:lnTo>
                  <a:lnTo>
                    <a:pt x="8275" y="167708"/>
                  </a:lnTo>
                  <a:lnTo>
                    <a:pt x="7723" y="165494"/>
                  </a:lnTo>
                  <a:lnTo>
                    <a:pt x="6620" y="163280"/>
                  </a:lnTo>
                  <a:lnTo>
                    <a:pt x="5516" y="161066"/>
                  </a:lnTo>
                  <a:lnTo>
                    <a:pt x="4413" y="158299"/>
                  </a:lnTo>
                  <a:lnTo>
                    <a:pt x="3310" y="154978"/>
                  </a:lnTo>
                  <a:lnTo>
                    <a:pt x="2206" y="152764"/>
                  </a:lnTo>
                  <a:lnTo>
                    <a:pt x="1103" y="149443"/>
                  </a:lnTo>
                  <a:lnTo>
                    <a:pt x="1103" y="146676"/>
                  </a:lnTo>
                  <a:lnTo>
                    <a:pt x="1103" y="144462"/>
                  </a:lnTo>
                  <a:lnTo>
                    <a:pt x="1103" y="141141"/>
                  </a:lnTo>
                  <a:lnTo>
                    <a:pt x="0" y="137820"/>
                  </a:lnTo>
                  <a:lnTo>
                    <a:pt x="0" y="135052"/>
                  </a:lnTo>
                  <a:lnTo>
                    <a:pt x="0" y="132838"/>
                  </a:lnTo>
                  <a:lnTo>
                    <a:pt x="0" y="129517"/>
                  </a:lnTo>
                  <a:lnTo>
                    <a:pt x="0" y="126750"/>
                  </a:lnTo>
                  <a:lnTo>
                    <a:pt x="0" y="124536"/>
                  </a:lnTo>
                  <a:lnTo>
                    <a:pt x="0" y="121215"/>
                  </a:lnTo>
                  <a:lnTo>
                    <a:pt x="1103" y="117894"/>
                  </a:lnTo>
                  <a:lnTo>
                    <a:pt x="1103" y="115126"/>
                  </a:lnTo>
                  <a:lnTo>
                    <a:pt x="1103" y="112912"/>
                  </a:lnTo>
                  <a:lnTo>
                    <a:pt x="1103" y="109592"/>
                  </a:lnTo>
                  <a:lnTo>
                    <a:pt x="2206" y="107378"/>
                  </a:lnTo>
                  <a:lnTo>
                    <a:pt x="2206" y="105717"/>
                  </a:lnTo>
                  <a:lnTo>
                    <a:pt x="3310" y="102396"/>
                  </a:lnTo>
                  <a:lnTo>
                    <a:pt x="4413" y="100182"/>
                  </a:lnTo>
                  <a:lnTo>
                    <a:pt x="5516" y="99079"/>
                  </a:lnTo>
                  <a:lnTo>
                    <a:pt x="6620" y="95201"/>
                  </a:lnTo>
                  <a:lnTo>
                    <a:pt x="7723" y="91880"/>
                  </a:lnTo>
                  <a:lnTo>
                    <a:pt x="9378" y="88559"/>
                  </a:lnTo>
                  <a:lnTo>
                    <a:pt x="12688" y="87452"/>
                  </a:lnTo>
                  <a:lnTo>
                    <a:pt x="14895" y="85245"/>
                  </a:lnTo>
                  <a:lnTo>
                    <a:pt x="18204" y="84684"/>
                  </a:lnTo>
                  <a:lnTo>
                    <a:pt x="20964" y="82470"/>
                  </a:lnTo>
                  <a:lnTo>
                    <a:pt x="24274" y="82470"/>
                  </a:lnTo>
                  <a:lnTo>
                    <a:pt x="27584" y="82470"/>
                  </a:lnTo>
                  <a:lnTo>
                    <a:pt x="30342" y="82470"/>
                  </a:lnTo>
                  <a:lnTo>
                    <a:pt x="33651" y="82470"/>
                  </a:lnTo>
                  <a:lnTo>
                    <a:pt x="36962" y="83577"/>
                  </a:lnTo>
                  <a:lnTo>
                    <a:pt x="40272" y="83577"/>
                  </a:lnTo>
                  <a:lnTo>
                    <a:pt x="43031" y="84684"/>
                  </a:lnTo>
                  <a:lnTo>
                    <a:pt x="47444" y="84684"/>
                  </a:lnTo>
                  <a:lnTo>
                    <a:pt x="50754" y="85238"/>
                  </a:lnTo>
                  <a:lnTo>
                    <a:pt x="52410" y="85238"/>
                  </a:lnTo>
                  <a:lnTo>
                    <a:pt x="55720" y="85238"/>
                  </a:lnTo>
                  <a:lnTo>
                    <a:pt x="57926" y="85238"/>
                  </a:lnTo>
                  <a:lnTo>
                    <a:pt x="60133" y="86345"/>
                  </a:lnTo>
                  <a:lnTo>
                    <a:pt x="61788" y="85238"/>
                  </a:lnTo>
                  <a:lnTo>
                    <a:pt x="63995" y="85238"/>
                  </a:lnTo>
                  <a:lnTo>
                    <a:pt x="66202" y="85238"/>
                  </a:lnTo>
                  <a:lnTo>
                    <a:pt x="68408" y="85238"/>
                  </a:lnTo>
                  <a:lnTo>
                    <a:pt x="71718" y="83577"/>
                  </a:lnTo>
                  <a:lnTo>
                    <a:pt x="75580" y="82470"/>
                  </a:lnTo>
                  <a:lnTo>
                    <a:pt x="79994" y="80256"/>
                  </a:lnTo>
                  <a:lnTo>
                    <a:pt x="82752" y="76935"/>
                  </a:lnTo>
                  <a:lnTo>
                    <a:pt x="87166" y="73615"/>
                  </a:lnTo>
                  <a:lnTo>
                    <a:pt x="91579" y="70847"/>
                  </a:lnTo>
                  <a:lnTo>
                    <a:pt x="92682" y="68633"/>
                  </a:lnTo>
                  <a:lnTo>
                    <a:pt x="94338" y="66419"/>
                  </a:lnTo>
                  <a:lnTo>
                    <a:pt x="96544" y="64213"/>
                  </a:lnTo>
                  <a:lnTo>
                    <a:pt x="97648" y="62545"/>
                  </a:lnTo>
                  <a:lnTo>
                    <a:pt x="98751" y="59224"/>
                  </a:lnTo>
                  <a:lnTo>
                    <a:pt x="99854" y="55903"/>
                  </a:lnTo>
                  <a:lnTo>
                    <a:pt x="99854" y="52582"/>
                  </a:lnTo>
                  <a:lnTo>
                    <a:pt x="99854" y="50921"/>
                  </a:lnTo>
                  <a:lnTo>
                    <a:pt x="98751" y="47600"/>
                  </a:lnTo>
                  <a:lnTo>
                    <a:pt x="97648" y="44279"/>
                  </a:lnTo>
                  <a:lnTo>
                    <a:pt x="96544" y="41512"/>
                  </a:lnTo>
                  <a:lnTo>
                    <a:pt x="94338" y="38191"/>
                  </a:lnTo>
                  <a:lnTo>
                    <a:pt x="91579" y="34870"/>
                  </a:lnTo>
                  <a:lnTo>
                    <a:pt x="88269" y="31560"/>
                  </a:lnTo>
                  <a:lnTo>
                    <a:pt x="84958" y="28782"/>
                  </a:lnTo>
                  <a:lnTo>
                    <a:pt x="82200" y="25461"/>
                  </a:lnTo>
                  <a:lnTo>
                    <a:pt x="78890" y="23247"/>
                  </a:lnTo>
                  <a:lnTo>
                    <a:pt x="77787" y="22144"/>
                  </a:lnTo>
                  <a:lnTo>
                    <a:pt x="74477" y="20479"/>
                  </a:lnTo>
                  <a:lnTo>
                    <a:pt x="73374" y="19376"/>
                  </a:lnTo>
                  <a:lnTo>
                    <a:pt x="68408" y="16051"/>
                  </a:lnTo>
                  <a:lnTo>
                    <a:pt x="65098" y="12741"/>
                  </a:lnTo>
                  <a:lnTo>
                    <a:pt x="62892" y="11623"/>
                  </a:lnTo>
                  <a:lnTo>
                    <a:pt x="60133" y="10516"/>
                  </a:lnTo>
                  <a:lnTo>
                    <a:pt x="59030" y="8856"/>
                  </a:lnTo>
                  <a:lnTo>
                    <a:pt x="56823" y="7749"/>
                  </a:lnTo>
                  <a:lnTo>
                    <a:pt x="53513" y="5535"/>
                  </a:lnTo>
                  <a:lnTo>
                    <a:pt x="50754" y="4428"/>
                  </a:lnTo>
                  <a:lnTo>
                    <a:pt x="47444" y="2214"/>
                  </a:lnTo>
                  <a:lnTo>
                    <a:pt x="45238" y="1107"/>
                  </a:lnTo>
                  <a:lnTo>
                    <a:pt x="44134" y="3"/>
                  </a:lnTo>
                  <a:lnTo>
                    <a:pt x="44134" y="0"/>
                  </a:lnTo>
                  <a:close/>
                </a:path>
              </a:pathLst>
            </a:custGeom>
            <a:solidFill>
              <a:schemeClr val="hlink"/>
            </a:solidFill>
            <a:ln w="9525" cap="flat" cmpd="sng" algn="ctr">
              <a:solidFill>
                <a:schemeClr val="tx1"/>
              </a:solidFill>
              <a:prstDash val="solid"/>
              <a:headEnd type="none"/>
              <a:tailEnd type="none"/>
            </a:ln>
            <a:effectLst/>
          </p:spPr>
          <p:txBody>
            <a:bodyPr vert="horz" wrap="square" lIns="0" tIns="0" rIns="5080" bIns="2540" numCol="1" spcCol="215900" anchor="t"/>
            <a:lstStyle/>
            <a:p>
              <a:pPr/>
              <a:endParaRPr lang="en-us" cap="none"/>
            </a:p>
          </p:txBody>
        </p:sp>
        <p:sp>
          <p:nvSpPr>
            <p:cNvPr id="24" name="Freeform 103"/>
            <p:cNvSpPr>
              <a:extLst>
                <a:ext uri="smNativeData">
                  <pr:smNativeData xmlns:pr="smNativeData" xmlns="smNativeData" val="SMDATA_15_VcZhaRMAAAAlAAAACwAAAA0AAAAAAAAAAAAAAAAIAAAABQAAAAAAAAAAAAAAAAAAAAEAAABQAAAAAAAAAAAA4D8AAAAAAADgPwAAAAAAAOA/AAAAAAAA4D8AAAAAAADgPwAAAAAAAOA/AAAAAAAA4D8AAAAAAADgPwAAAAAAAOA/AAAAAAAA4D8CAAAAjAAAAAEAAAAAAAAAM5n/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5n/AP///wEAAAAAAAAAAAAAAAAAAAAAAAAAAAAAAAAAAAAAAAAAAAAAAAJ/f38AH0l9A8zMzADAwP8Af39/AAAAAAAAAAAAAAAAAAAAAAAAAAAAIQAAABgAAAAUAAAAGysAAJoYAADLLQAAPR0AAAAAAAAmAAAACAAAAP//////////"/>
                </a:ext>
              </a:extLst>
            </p:cNvSpPr>
            <p:nvPr/>
          </p:nvSpPr>
          <p:spPr>
            <a:xfrm>
              <a:off x="7007225" y="3999230"/>
              <a:ext cx="436880" cy="753745"/>
            </a:xfrm>
            <a:custGeom>
              <a:avLst/>
              <a:gdLst/>
              <a:ahLst/>
              <a:cxnLst/>
              <a:rect l="0" t="0" r="436880" b="753745"/>
              <a:pathLst>
                <a:path w="436880" h="753745">
                  <a:moveTo>
                    <a:pt x="301682" y="0"/>
                  </a:moveTo>
                  <a:lnTo>
                    <a:pt x="303917" y="0"/>
                  </a:lnTo>
                  <a:lnTo>
                    <a:pt x="305034" y="1117"/>
                  </a:lnTo>
                  <a:lnTo>
                    <a:pt x="307827" y="2225"/>
                  </a:lnTo>
                  <a:lnTo>
                    <a:pt x="310062" y="4460"/>
                  </a:lnTo>
                  <a:lnTo>
                    <a:pt x="312297" y="6695"/>
                  </a:lnTo>
                  <a:lnTo>
                    <a:pt x="315649" y="8900"/>
                  </a:lnTo>
                  <a:lnTo>
                    <a:pt x="319001" y="11681"/>
                  </a:lnTo>
                  <a:lnTo>
                    <a:pt x="321794" y="16131"/>
                  </a:lnTo>
                  <a:lnTo>
                    <a:pt x="322911" y="17248"/>
                  </a:lnTo>
                  <a:lnTo>
                    <a:pt x="325146" y="20025"/>
                  </a:lnTo>
                  <a:lnTo>
                    <a:pt x="326263" y="22250"/>
                  </a:lnTo>
                  <a:lnTo>
                    <a:pt x="328498" y="24485"/>
                  </a:lnTo>
                  <a:lnTo>
                    <a:pt x="329615" y="26700"/>
                  </a:lnTo>
                  <a:lnTo>
                    <a:pt x="331291" y="28926"/>
                  </a:lnTo>
                  <a:lnTo>
                    <a:pt x="333526" y="31707"/>
                  </a:lnTo>
                  <a:lnTo>
                    <a:pt x="335761" y="35044"/>
                  </a:lnTo>
                  <a:lnTo>
                    <a:pt x="336878" y="37270"/>
                  </a:lnTo>
                  <a:lnTo>
                    <a:pt x="339113" y="40607"/>
                  </a:lnTo>
                  <a:lnTo>
                    <a:pt x="340789" y="43389"/>
                  </a:lnTo>
                  <a:lnTo>
                    <a:pt x="341906" y="46726"/>
                  </a:lnTo>
                  <a:lnTo>
                    <a:pt x="344141" y="50064"/>
                  </a:lnTo>
                  <a:lnTo>
                    <a:pt x="346375" y="52845"/>
                  </a:lnTo>
                  <a:lnTo>
                    <a:pt x="348610" y="56183"/>
                  </a:lnTo>
                  <a:lnTo>
                    <a:pt x="350845" y="60633"/>
                  </a:lnTo>
                  <a:lnTo>
                    <a:pt x="352521" y="63414"/>
                  </a:lnTo>
                  <a:lnTo>
                    <a:pt x="353638" y="66752"/>
                  </a:lnTo>
                  <a:lnTo>
                    <a:pt x="355873" y="70089"/>
                  </a:lnTo>
                  <a:lnTo>
                    <a:pt x="358108" y="73983"/>
                  </a:lnTo>
                  <a:lnTo>
                    <a:pt x="360342" y="77321"/>
                  </a:lnTo>
                  <a:lnTo>
                    <a:pt x="362018" y="81771"/>
                  </a:lnTo>
                  <a:lnTo>
                    <a:pt x="364253" y="84552"/>
                  </a:lnTo>
                  <a:lnTo>
                    <a:pt x="366488" y="89003"/>
                  </a:lnTo>
                  <a:lnTo>
                    <a:pt x="367605" y="93453"/>
                  </a:lnTo>
                  <a:lnTo>
                    <a:pt x="369840" y="97347"/>
                  </a:lnTo>
                  <a:lnTo>
                    <a:pt x="372074" y="100684"/>
                  </a:lnTo>
                  <a:lnTo>
                    <a:pt x="373750" y="105691"/>
                  </a:lnTo>
                  <a:lnTo>
                    <a:pt x="374868" y="109028"/>
                  </a:lnTo>
                  <a:lnTo>
                    <a:pt x="377102" y="113478"/>
                  </a:lnTo>
                  <a:lnTo>
                    <a:pt x="379337" y="118484"/>
                  </a:lnTo>
                  <a:lnTo>
                    <a:pt x="381572" y="122935"/>
                  </a:lnTo>
                  <a:lnTo>
                    <a:pt x="383248" y="126829"/>
                  </a:lnTo>
                  <a:lnTo>
                    <a:pt x="385482" y="131279"/>
                  </a:lnTo>
                  <a:lnTo>
                    <a:pt x="386600" y="136841"/>
                  </a:lnTo>
                  <a:lnTo>
                    <a:pt x="388834" y="140736"/>
                  </a:lnTo>
                  <a:lnTo>
                    <a:pt x="391069" y="146298"/>
                  </a:lnTo>
                  <a:lnTo>
                    <a:pt x="393304" y="150192"/>
                  </a:lnTo>
                  <a:lnTo>
                    <a:pt x="393862" y="154642"/>
                  </a:lnTo>
                  <a:lnTo>
                    <a:pt x="396097" y="159649"/>
                  </a:lnTo>
                  <a:lnTo>
                    <a:pt x="398332" y="164099"/>
                  </a:lnTo>
                  <a:lnTo>
                    <a:pt x="400566" y="168549"/>
                  </a:lnTo>
                  <a:lnTo>
                    <a:pt x="401684" y="173555"/>
                  </a:lnTo>
                  <a:lnTo>
                    <a:pt x="403918" y="179118"/>
                  </a:lnTo>
                  <a:lnTo>
                    <a:pt x="405594" y="183012"/>
                  </a:lnTo>
                  <a:lnTo>
                    <a:pt x="406712" y="188574"/>
                  </a:lnTo>
                  <a:lnTo>
                    <a:pt x="408946" y="193580"/>
                  </a:lnTo>
                  <a:lnTo>
                    <a:pt x="411181" y="199143"/>
                  </a:lnTo>
                  <a:lnTo>
                    <a:pt x="412299" y="203038"/>
                  </a:lnTo>
                  <a:lnTo>
                    <a:pt x="413416" y="208601"/>
                  </a:lnTo>
                  <a:lnTo>
                    <a:pt x="414533" y="212494"/>
                  </a:lnTo>
                  <a:lnTo>
                    <a:pt x="416209" y="218057"/>
                  </a:lnTo>
                  <a:lnTo>
                    <a:pt x="417327" y="223064"/>
                  </a:lnTo>
                  <a:lnTo>
                    <a:pt x="418444" y="227514"/>
                  </a:lnTo>
                  <a:lnTo>
                    <a:pt x="419561" y="232520"/>
                  </a:lnTo>
                  <a:lnTo>
                    <a:pt x="420679" y="238082"/>
                  </a:lnTo>
                  <a:lnTo>
                    <a:pt x="421796" y="242533"/>
                  </a:lnTo>
                  <a:lnTo>
                    <a:pt x="422913" y="247539"/>
                  </a:lnTo>
                  <a:lnTo>
                    <a:pt x="424031" y="253102"/>
                  </a:lnTo>
                  <a:lnTo>
                    <a:pt x="425148" y="256996"/>
                  </a:lnTo>
                  <a:lnTo>
                    <a:pt x="426265" y="262559"/>
                  </a:lnTo>
                  <a:lnTo>
                    <a:pt x="426824" y="266453"/>
                  </a:lnTo>
                  <a:lnTo>
                    <a:pt x="427941" y="272015"/>
                  </a:lnTo>
                  <a:lnTo>
                    <a:pt x="429059" y="277022"/>
                  </a:lnTo>
                  <a:lnTo>
                    <a:pt x="429059" y="281472"/>
                  </a:lnTo>
                  <a:lnTo>
                    <a:pt x="430176" y="286478"/>
                  </a:lnTo>
                  <a:lnTo>
                    <a:pt x="431293" y="290928"/>
                  </a:lnTo>
                  <a:lnTo>
                    <a:pt x="432411" y="295935"/>
                  </a:lnTo>
                  <a:lnTo>
                    <a:pt x="432411" y="301498"/>
                  </a:lnTo>
                  <a:lnTo>
                    <a:pt x="433528" y="305948"/>
                  </a:lnTo>
                  <a:lnTo>
                    <a:pt x="433528" y="310954"/>
                  </a:lnTo>
                  <a:lnTo>
                    <a:pt x="434645" y="315404"/>
                  </a:lnTo>
                  <a:lnTo>
                    <a:pt x="434645" y="320411"/>
                  </a:lnTo>
                  <a:lnTo>
                    <a:pt x="434645" y="324861"/>
                  </a:lnTo>
                  <a:lnTo>
                    <a:pt x="435763" y="329867"/>
                  </a:lnTo>
                  <a:lnTo>
                    <a:pt x="435763" y="334317"/>
                  </a:lnTo>
                  <a:lnTo>
                    <a:pt x="435763" y="339324"/>
                  </a:lnTo>
                  <a:lnTo>
                    <a:pt x="435763" y="343774"/>
                  </a:lnTo>
                  <a:lnTo>
                    <a:pt x="436880" y="348780"/>
                  </a:lnTo>
                  <a:lnTo>
                    <a:pt x="436880" y="354343"/>
                  </a:lnTo>
                  <a:lnTo>
                    <a:pt x="436880" y="358793"/>
                  </a:lnTo>
                  <a:lnTo>
                    <a:pt x="436880" y="362687"/>
                  </a:lnTo>
                  <a:lnTo>
                    <a:pt x="436880" y="368250"/>
                  </a:lnTo>
                  <a:lnTo>
                    <a:pt x="436880" y="372144"/>
                  </a:lnTo>
                  <a:lnTo>
                    <a:pt x="435763" y="377706"/>
                  </a:lnTo>
                  <a:lnTo>
                    <a:pt x="435763" y="381600"/>
                  </a:lnTo>
                  <a:lnTo>
                    <a:pt x="435763" y="386050"/>
                  </a:lnTo>
                  <a:lnTo>
                    <a:pt x="435763" y="391613"/>
                  </a:lnTo>
                  <a:lnTo>
                    <a:pt x="434645" y="395506"/>
                  </a:lnTo>
                  <a:lnTo>
                    <a:pt x="434645" y="399957"/>
                  </a:lnTo>
                  <a:lnTo>
                    <a:pt x="433528" y="403851"/>
                  </a:lnTo>
                  <a:lnTo>
                    <a:pt x="433528" y="409414"/>
                  </a:lnTo>
                  <a:lnTo>
                    <a:pt x="432411" y="413308"/>
                  </a:lnTo>
                  <a:lnTo>
                    <a:pt x="432411" y="417758"/>
                  </a:lnTo>
                  <a:lnTo>
                    <a:pt x="431293" y="423320"/>
                  </a:lnTo>
                  <a:lnTo>
                    <a:pt x="431293" y="427214"/>
                  </a:lnTo>
                  <a:lnTo>
                    <a:pt x="430176" y="431665"/>
                  </a:lnTo>
                  <a:lnTo>
                    <a:pt x="429059" y="435558"/>
                  </a:lnTo>
                  <a:lnTo>
                    <a:pt x="427941" y="440009"/>
                  </a:lnTo>
                  <a:lnTo>
                    <a:pt x="426824" y="444459"/>
                  </a:lnTo>
                  <a:lnTo>
                    <a:pt x="426265" y="448352"/>
                  </a:lnTo>
                  <a:lnTo>
                    <a:pt x="425148" y="452803"/>
                  </a:lnTo>
                  <a:lnTo>
                    <a:pt x="424031" y="456697"/>
                  </a:lnTo>
                  <a:lnTo>
                    <a:pt x="422913" y="462259"/>
                  </a:lnTo>
                  <a:lnTo>
                    <a:pt x="421796" y="465597"/>
                  </a:lnTo>
                  <a:lnTo>
                    <a:pt x="420679" y="470603"/>
                  </a:lnTo>
                  <a:lnTo>
                    <a:pt x="419561" y="473941"/>
                  </a:lnTo>
                  <a:lnTo>
                    <a:pt x="418444" y="478947"/>
                  </a:lnTo>
                  <a:lnTo>
                    <a:pt x="416209" y="482285"/>
                  </a:lnTo>
                  <a:lnTo>
                    <a:pt x="415651" y="487291"/>
                  </a:lnTo>
                  <a:lnTo>
                    <a:pt x="413416" y="490629"/>
                  </a:lnTo>
                  <a:lnTo>
                    <a:pt x="412299" y="496192"/>
                  </a:lnTo>
                  <a:lnTo>
                    <a:pt x="410064" y="498973"/>
                  </a:lnTo>
                  <a:lnTo>
                    <a:pt x="408946" y="503423"/>
                  </a:lnTo>
                  <a:lnTo>
                    <a:pt x="406712" y="507873"/>
                  </a:lnTo>
                  <a:lnTo>
                    <a:pt x="405594" y="511767"/>
                  </a:lnTo>
                  <a:lnTo>
                    <a:pt x="403918" y="515105"/>
                  </a:lnTo>
                  <a:lnTo>
                    <a:pt x="402801" y="518999"/>
                  </a:lnTo>
                  <a:lnTo>
                    <a:pt x="400566" y="523449"/>
                  </a:lnTo>
                  <a:lnTo>
                    <a:pt x="399449" y="527899"/>
                  </a:lnTo>
                  <a:lnTo>
                    <a:pt x="397214" y="530680"/>
                  </a:lnTo>
                  <a:lnTo>
                    <a:pt x="396097" y="535131"/>
                  </a:lnTo>
                  <a:lnTo>
                    <a:pt x="393862" y="538468"/>
                  </a:lnTo>
                  <a:lnTo>
                    <a:pt x="393304" y="542362"/>
                  </a:lnTo>
                  <a:lnTo>
                    <a:pt x="391069" y="545700"/>
                  </a:lnTo>
                  <a:lnTo>
                    <a:pt x="389952" y="550150"/>
                  </a:lnTo>
                  <a:lnTo>
                    <a:pt x="387717" y="552931"/>
                  </a:lnTo>
                  <a:lnTo>
                    <a:pt x="386600" y="557381"/>
                  </a:lnTo>
                  <a:lnTo>
                    <a:pt x="385482" y="559606"/>
                  </a:lnTo>
                  <a:lnTo>
                    <a:pt x="383248" y="563500"/>
                  </a:lnTo>
                  <a:lnTo>
                    <a:pt x="381572" y="566838"/>
                  </a:lnTo>
                  <a:lnTo>
                    <a:pt x="380454" y="570176"/>
                  </a:lnTo>
                  <a:lnTo>
                    <a:pt x="378220" y="572957"/>
                  </a:lnTo>
                  <a:lnTo>
                    <a:pt x="377102" y="576295"/>
                  </a:lnTo>
                  <a:lnTo>
                    <a:pt x="374868" y="580745"/>
                  </a:lnTo>
                  <a:lnTo>
                    <a:pt x="372633" y="583526"/>
                  </a:lnTo>
                  <a:lnTo>
                    <a:pt x="370957" y="586864"/>
                  </a:lnTo>
                  <a:lnTo>
                    <a:pt x="369840" y="590201"/>
                  </a:lnTo>
                  <a:lnTo>
                    <a:pt x="367605" y="592983"/>
                  </a:lnTo>
                  <a:lnTo>
                    <a:pt x="365370" y="596320"/>
                  </a:lnTo>
                  <a:lnTo>
                    <a:pt x="364253" y="599658"/>
                  </a:lnTo>
                  <a:lnTo>
                    <a:pt x="362018" y="602996"/>
                  </a:lnTo>
                  <a:lnTo>
                    <a:pt x="360342" y="604672"/>
                  </a:lnTo>
                  <a:lnTo>
                    <a:pt x="358108" y="609114"/>
                  </a:lnTo>
                  <a:lnTo>
                    <a:pt x="355873" y="611349"/>
                  </a:lnTo>
                  <a:lnTo>
                    <a:pt x="353638" y="614121"/>
                  </a:lnTo>
                  <a:lnTo>
                    <a:pt x="351403" y="616356"/>
                  </a:lnTo>
                  <a:lnTo>
                    <a:pt x="349727" y="619684"/>
                  </a:lnTo>
                  <a:lnTo>
                    <a:pt x="347493" y="623021"/>
                  </a:lnTo>
                  <a:lnTo>
                    <a:pt x="345258" y="625803"/>
                  </a:lnTo>
                  <a:lnTo>
                    <a:pt x="343023" y="628038"/>
                  </a:lnTo>
                  <a:lnTo>
                    <a:pt x="340789" y="631365"/>
                  </a:lnTo>
                  <a:lnTo>
                    <a:pt x="339113" y="633590"/>
                  </a:lnTo>
                  <a:lnTo>
                    <a:pt x="336878" y="636372"/>
                  </a:lnTo>
                  <a:lnTo>
                    <a:pt x="334643" y="638607"/>
                  </a:lnTo>
                  <a:lnTo>
                    <a:pt x="332409" y="641934"/>
                  </a:lnTo>
                  <a:lnTo>
                    <a:pt x="329615" y="645272"/>
                  </a:lnTo>
                  <a:lnTo>
                    <a:pt x="327381" y="646941"/>
                  </a:lnTo>
                  <a:lnTo>
                    <a:pt x="325146" y="650278"/>
                  </a:lnTo>
                  <a:lnTo>
                    <a:pt x="322911" y="652513"/>
                  </a:lnTo>
                  <a:lnTo>
                    <a:pt x="319559" y="655865"/>
                  </a:lnTo>
                  <a:lnTo>
                    <a:pt x="316766" y="657510"/>
                  </a:lnTo>
                  <a:lnTo>
                    <a:pt x="313414" y="659735"/>
                  </a:lnTo>
                  <a:lnTo>
                    <a:pt x="311179" y="663073"/>
                  </a:lnTo>
                  <a:lnTo>
                    <a:pt x="307827" y="665298"/>
                  </a:lnTo>
                  <a:lnTo>
                    <a:pt x="306151" y="667523"/>
                  </a:lnTo>
                  <a:lnTo>
                    <a:pt x="302799" y="669192"/>
                  </a:lnTo>
                  <a:lnTo>
                    <a:pt x="300565" y="672529"/>
                  </a:lnTo>
                  <a:lnTo>
                    <a:pt x="297212" y="674754"/>
                  </a:lnTo>
                  <a:lnTo>
                    <a:pt x="294419" y="676979"/>
                  </a:lnTo>
                  <a:lnTo>
                    <a:pt x="291067" y="678648"/>
                  </a:lnTo>
                  <a:lnTo>
                    <a:pt x="287715" y="682000"/>
                  </a:lnTo>
                  <a:lnTo>
                    <a:pt x="284922" y="684211"/>
                  </a:lnTo>
                  <a:lnTo>
                    <a:pt x="281570" y="686436"/>
                  </a:lnTo>
                  <a:lnTo>
                    <a:pt x="278218" y="688661"/>
                  </a:lnTo>
                  <a:lnTo>
                    <a:pt x="275424" y="691455"/>
                  </a:lnTo>
                  <a:lnTo>
                    <a:pt x="272072" y="693667"/>
                  </a:lnTo>
                  <a:lnTo>
                    <a:pt x="268720" y="695892"/>
                  </a:lnTo>
                  <a:lnTo>
                    <a:pt x="265368" y="698118"/>
                  </a:lnTo>
                  <a:lnTo>
                    <a:pt x="261458" y="699786"/>
                  </a:lnTo>
                  <a:lnTo>
                    <a:pt x="258106" y="702011"/>
                  </a:lnTo>
                  <a:lnTo>
                    <a:pt x="254195" y="704237"/>
                  </a:lnTo>
                  <a:lnTo>
                    <a:pt x="250843" y="706462"/>
                  </a:lnTo>
                  <a:lnTo>
                    <a:pt x="246374" y="708687"/>
                  </a:lnTo>
                  <a:lnTo>
                    <a:pt x="242463" y="709799"/>
                  </a:lnTo>
                  <a:lnTo>
                    <a:pt x="239111" y="711468"/>
                  </a:lnTo>
                  <a:lnTo>
                    <a:pt x="234641" y="713693"/>
                  </a:lnTo>
                  <a:lnTo>
                    <a:pt x="231848" y="715918"/>
                  </a:lnTo>
                  <a:lnTo>
                    <a:pt x="227379" y="718143"/>
                  </a:lnTo>
                  <a:lnTo>
                    <a:pt x="222909" y="720368"/>
                  </a:lnTo>
                  <a:lnTo>
                    <a:pt x="220116" y="720925"/>
                  </a:lnTo>
                  <a:lnTo>
                    <a:pt x="215647" y="723150"/>
                  </a:lnTo>
                  <a:lnTo>
                    <a:pt x="211177" y="725375"/>
                  </a:lnTo>
                  <a:lnTo>
                    <a:pt x="207267" y="726487"/>
                  </a:lnTo>
                  <a:lnTo>
                    <a:pt x="202797" y="728712"/>
                  </a:lnTo>
                  <a:lnTo>
                    <a:pt x="198887" y="730937"/>
                  </a:lnTo>
                  <a:lnTo>
                    <a:pt x="194417" y="731494"/>
                  </a:lnTo>
                  <a:lnTo>
                    <a:pt x="191065" y="732606"/>
                  </a:lnTo>
                  <a:lnTo>
                    <a:pt x="187154" y="734831"/>
                  </a:lnTo>
                  <a:lnTo>
                    <a:pt x="182685" y="735944"/>
                  </a:lnTo>
                  <a:lnTo>
                    <a:pt x="178774" y="737056"/>
                  </a:lnTo>
                  <a:lnTo>
                    <a:pt x="174305" y="739281"/>
                  </a:lnTo>
                  <a:lnTo>
                    <a:pt x="169836" y="740394"/>
                  </a:lnTo>
                  <a:lnTo>
                    <a:pt x="165925" y="741507"/>
                  </a:lnTo>
                  <a:lnTo>
                    <a:pt x="161456" y="742063"/>
                  </a:lnTo>
                  <a:lnTo>
                    <a:pt x="158104" y="743175"/>
                  </a:lnTo>
                  <a:lnTo>
                    <a:pt x="154193" y="744288"/>
                  </a:lnTo>
                  <a:lnTo>
                    <a:pt x="149724" y="746513"/>
                  </a:lnTo>
                  <a:lnTo>
                    <a:pt x="145813" y="746513"/>
                  </a:lnTo>
                  <a:lnTo>
                    <a:pt x="141344" y="747626"/>
                  </a:lnTo>
                  <a:lnTo>
                    <a:pt x="136874" y="748738"/>
                  </a:lnTo>
                  <a:lnTo>
                    <a:pt x="132963" y="749851"/>
                  </a:lnTo>
                  <a:lnTo>
                    <a:pt x="128494" y="749851"/>
                  </a:lnTo>
                  <a:lnTo>
                    <a:pt x="125142" y="750963"/>
                  </a:lnTo>
                  <a:lnTo>
                    <a:pt x="121231" y="750963"/>
                  </a:lnTo>
                  <a:lnTo>
                    <a:pt x="116762" y="752076"/>
                  </a:lnTo>
                  <a:lnTo>
                    <a:pt x="112851" y="752076"/>
                  </a:lnTo>
                  <a:lnTo>
                    <a:pt x="109499" y="752632"/>
                  </a:lnTo>
                  <a:lnTo>
                    <a:pt x="105030" y="752632"/>
                  </a:lnTo>
                  <a:lnTo>
                    <a:pt x="102237" y="753745"/>
                  </a:lnTo>
                  <a:lnTo>
                    <a:pt x="97767" y="753745"/>
                  </a:lnTo>
                  <a:lnTo>
                    <a:pt x="94415" y="753745"/>
                  </a:lnTo>
                  <a:lnTo>
                    <a:pt x="91622" y="753745"/>
                  </a:lnTo>
                  <a:lnTo>
                    <a:pt x="87153" y="753745"/>
                  </a:lnTo>
                  <a:lnTo>
                    <a:pt x="83801" y="753745"/>
                  </a:lnTo>
                  <a:lnTo>
                    <a:pt x="79890" y="752632"/>
                  </a:lnTo>
                  <a:lnTo>
                    <a:pt x="76538" y="752632"/>
                  </a:lnTo>
                  <a:lnTo>
                    <a:pt x="73186" y="752632"/>
                  </a:lnTo>
                  <a:lnTo>
                    <a:pt x="70392" y="752076"/>
                  </a:lnTo>
                  <a:lnTo>
                    <a:pt x="65923" y="752076"/>
                  </a:lnTo>
                  <a:lnTo>
                    <a:pt x="62571" y="750963"/>
                  </a:lnTo>
                  <a:lnTo>
                    <a:pt x="60336" y="750963"/>
                  </a:lnTo>
                  <a:lnTo>
                    <a:pt x="57543" y="749851"/>
                  </a:lnTo>
                  <a:lnTo>
                    <a:pt x="54191" y="748738"/>
                  </a:lnTo>
                  <a:lnTo>
                    <a:pt x="50839" y="747626"/>
                  </a:lnTo>
                  <a:lnTo>
                    <a:pt x="49163" y="746513"/>
                  </a:lnTo>
                  <a:lnTo>
                    <a:pt x="45811" y="745400"/>
                  </a:lnTo>
                  <a:lnTo>
                    <a:pt x="42459" y="744288"/>
                  </a:lnTo>
                  <a:lnTo>
                    <a:pt x="40224" y="743175"/>
                  </a:lnTo>
                  <a:lnTo>
                    <a:pt x="38548" y="742063"/>
                  </a:lnTo>
                  <a:lnTo>
                    <a:pt x="36314" y="740394"/>
                  </a:lnTo>
                  <a:lnTo>
                    <a:pt x="32962" y="739281"/>
                  </a:lnTo>
                  <a:lnTo>
                    <a:pt x="30727" y="737046"/>
                  </a:lnTo>
                  <a:lnTo>
                    <a:pt x="28492" y="734811"/>
                  </a:lnTo>
                  <a:lnTo>
                    <a:pt x="25699" y="732606"/>
                  </a:lnTo>
                  <a:lnTo>
                    <a:pt x="23464" y="730937"/>
                  </a:lnTo>
                  <a:lnTo>
                    <a:pt x="21229" y="729825"/>
                  </a:lnTo>
                  <a:lnTo>
                    <a:pt x="20112" y="727600"/>
                  </a:lnTo>
                  <a:lnTo>
                    <a:pt x="17877" y="725365"/>
                  </a:lnTo>
                  <a:lnTo>
                    <a:pt x="16201" y="722037"/>
                  </a:lnTo>
                  <a:lnTo>
                    <a:pt x="15084" y="720368"/>
                  </a:lnTo>
                  <a:lnTo>
                    <a:pt x="12849" y="718133"/>
                  </a:lnTo>
                  <a:lnTo>
                    <a:pt x="11732" y="714806"/>
                  </a:lnTo>
                  <a:lnTo>
                    <a:pt x="10615" y="712581"/>
                  </a:lnTo>
                  <a:lnTo>
                    <a:pt x="9497" y="710355"/>
                  </a:lnTo>
                  <a:lnTo>
                    <a:pt x="8380" y="708687"/>
                  </a:lnTo>
                  <a:lnTo>
                    <a:pt x="7263" y="705349"/>
                  </a:lnTo>
                  <a:lnTo>
                    <a:pt x="5587" y="702011"/>
                  </a:lnTo>
                  <a:lnTo>
                    <a:pt x="4469" y="699230"/>
                  </a:lnTo>
                  <a:lnTo>
                    <a:pt x="4469" y="697005"/>
                  </a:lnTo>
                  <a:lnTo>
                    <a:pt x="3352" y="693667"/>
                  </a:lnTo>
                  <a:lnTo>
                    <a:pt x="2235" y="690330"/>
                  </a:lnTo>
                  <a:lnTo>
                    <a:pt x="1117" y="687548"/>
                  </a:lnTo>
                  <a:lnTo>
                    <a:pt x="1117" y="684211"/>
                  </a:lnTo>
                  <a:lnTo>
                    <a:pt x="0" y="680873"/>
                  </a:lnTo>
                  <a:lnTo>
                    <a:pt x="0" y="678092"/>
                  </a:lnTo>
                  <a:lnTo>
                    <a:pt x="0" y="674754"/>
                  </a:lnTo>
                  <a:lnTo>
                    <a:pt x="0" y="671417"/>
                  </a:lnTo>
                  <a:lnTo>
                    <a:pt x="0" y="668079"/>
                  </a:lnTo>
                  <a:lnTo>
                    <a:pt x="0" y="665298"/>
                  </a:lnTo>
                  <a:lnTo>
                    <a:pt x="0" y="661960"/>
                  </a:lnTo>
                  <a:lnTo>
                    <a:pt x="0" y="658622"/>
                  </a:lnTo>
                  <a:lnTo>
                    <a:pt x="0" y="655841"/>
                  </a:lnTo>
                  <a:lnTo>
                    <a:pt x="0" y="652503"/>
                  </a:lnTo>
                  <a:lnTo>
                    <a:pt x="0" y="648053"/>
                  </a:lnTo>
                  <a:lnTo>
                    <a:pt x="1117" y="645272"/>
                  </a:lnTo>
                  <a:lnTo>
                    <a:pt x="1117" y="641934"/>
                  </a:lnTo>
                  <a:lnTo>
                    <a:pt x="2235" y="637484"/>
                  </a:lnTo>
                  <a:lnTo>
                    <a:pt x="2235" y="634703"/>
                  </a:lnTo>
                  <a:lnTo>
                    <a:pt x="3352" y="631365"/>
                  </a:lnTo>
                  <a:lnTo>
                    <a:pt x="4469" y="628028"/>
                  </a:lnTo>
                  <a:lnTo>
                    <a:pt x="5587" y="624690"/>
                  </a:lnTo>
                  <a:lnTo>
                    <a:pt x="6704" y="620796"/>
                  </a:lnTo>
                  <a:lnTo>
                    <a:pt x="7263" y="617459"/>
                  </a:lnTo>
                  <a:lnTo>
                    <a:pt x="8380" y="614121"/>
                  </a:lnTo>
                  <a:lnTo>
                    <a:pt x="9497" y="611340"/>
                  </a:lnTo>
                  <a:lnTo>
                    <a:pt x="11732" y="608002"/>
                  </a:lnTo>
                  <a:lnTo>
                    <a:pt x="12849" y="604664"/>
                  </a:lnTo>
                  <a:lnTo>
                    <a:pt x="13967" y="600770"/>
                  </a:lnTo>
                  <a:lnTo>
                    <a:pt x="16201" y="597433"/>
                  </a:lnTo>
                  <a:lnTo>
                    <a:pt x="17319" y="594095"/>
                  </a:lnTo>
                  <a:lnTo>
                    <a:pt x="18995" y="591314"/>
                  </a:lnTo>
                  <a:lnTo>
                    <a:pt x="20112" y="587976"/>
                  </a:lnTo>
                  <a:lnTo>
                    <a:pt x="22347" y="584639"/>
                  </a:lnTo>
                  <a:lnTo>
                    <a:pt x="24581" y="581857"/>
                  </a:lnTo>
                  <a:lnTo>
                    <a:pt x="26816" y="578520"/>
                  </a:lnTo>
                  <a:lnTo>
                    <a:pt x="28492" y="575182"/>
                  </a:lnTo>
                  <a:lnTo>
                    <a:pt x="30727" y="571844"/>
                  </a:lnTo>
                  <a:lnTo>
                    <a:pt x="32962" y="569063"/>
                  </a:lnTo>
                  <a:lnTo>
                    <a:pt x="36314" y="566838"/>
                  </a:lnTo>
                  <a:lnTo>
                    <a:pt x="38548" y="563500"/>
                  </a:lnTo>
                  <a:lnTo>
                    <a:pt x="40224" y="560719"/>
                  </a:lnTo>
                  <a:lnTo>
                    <a:pt x="43576" y="557367"/>
                  </a:lnTo>
                  <a:lnTo>
                    <a:pt x="46928" y="555156"/>
                  </a:lnTo>
                  <a:lnTo>
                    <a:pt x="49163" y="551819"/>
                  </a:lnTo>
                  <a:lnTo>
                    <a:pt x="50839" y="550143"/>
                  </a:lnTo>
                  <a:lnTo>
                    <a:pt x="54191" y="546791"/>
                  </a:lnTo>
                  <a:lnTo>
                    <a:pt x="57543" y="544587"/>
                  </a:lnTo>
                  <a:lnTo>
                    <a:pt x="59778" y="541250"/>
                  </a:lnTo>
                  <a:lnTo>
                    <a:pt x="62571" y="539581"/>
                  </a:lnTo>
                  <a:lnTo>
                    <a:pt x="65923" y="537356"/>
                  </a:lnTo>
                  <a:lnTo>
                    <a:pt x="69275" y="535131"/>
                  </a:lnTo>
                  <a:lnTo>
                    <a:pt x="72068" y="532906"/>
                  </a:lnTo>
                  <a:lnTo>
                    <a:pt x="75420" y="529554"/>
                  </a:lnTo>
                  <a:lnTo>
                    <a:pt x="78772" y="527899"/>
                  </a:lnTo>
                  <a:lnTo>
                    <a:pt x="82125" y="525674"/>
                  </a:lnTo>
                  <a:lnTo>
                    <a:pt x="86035" y="523449"/>
                  </a:lnTo>
                  <a:lnTo>
                    <a:pt x="89387" y="521224"/>
                  </a:lnTo>
                  <a:lnTo>
                    <a:pt x="92739" y="518999"/>
                  </a:lnTo>
                  <a:lnTo>
                    <a:pt x="96650" y="518443"/>
                  </a:lnTo>
                  <a:lnTo>
                    <a:pt x="100002" y="515091"/>
                  </a:lnTo>
                  <a:lnTo>
                    <a:pt x="103354" y="512880"/>
                  </a:lnTo>
                  <a:lnTo>
                    <a:pt x="107265" y="510655"/>
                  </a:lnTo>
                  <a:lnTo>
                    <a:pt x="110617" y="509542"/>
                  </a:lnTo>
                  <a:lnTo>
                    <a:pt x="114527" y="507873"/>
                  </a:lnTo>
                  <a:lnTo>
                    <a:pt x="117879" y="505648"/>
                  </a:lnTo>
                  <a:lnTo>
                    <a:pt x="122349" y="503423"/>
                  </a:lnTo>
                  <a:lnTo>
                    <a:pt x="126259" y="502311"/>
                  </a:lnTo>
                  <a:lnTo>
                    <a:pt x="129611" y="498959"/>
                  </a:lnTo>
                  <a:lnTo>
                    <a:pt x="134081" y="497861"/>
                  </a:lnTo>
                  <a:lnTo>
                    <a:pt x="136874" y="496192"/>
                  </a:lnTo>
                  <a:lnTo>
                    <a:pt x="141344" y="493967"/>
                  </a:lnTo>
                  <a:lnTo>
                    <a:pt x="145813" y="492854"/>
                  </a:lnTo>
                  <a:lnTo>
                    <a:pt x="148606" y="490629"/>
                  </a:lnTo>
                  <a:lnTo>
                    <a:pt x="153076" y="488404"/>
                  </a:lnTo>
                  <a:lnTo>
                    <a:pt x="157545" y="487291"/>
                  </a:lnTo>
                  <a:lnTo>
                    <a:pt x="160338" y="485623"/>
                  </a:lnTo>
                  <a:lnTo>
                    <a:pt x="164808" y="483398"/>
                  </a:lnTo>
                  <a:lnTo>
                    <a:pt x="168160" y="481173"/>
                  </a:lnTo>
                  <a:lnTo>
                    <a:pt x="173188" y="480060"/>
                  </a:lnTo>
                  <a:lnTo>
                    <a:pt x="176540" y="476708"/>
                  </a:lnTo>
                  <a:lnTo>
                    <a:pt x="180450" y="476166"/>
                  </a:lnTo>
                  <a:lnTo>
                    <a:pt x="183802" y="473941"/>
                  </a:lnTo>
                  <a:lnTo>
                    <a:pt x="188272" y="471715"/>
                  </a:lnTo>
                  <a:lnTo>
                    <a:pt x="191065" y="469491"/>
                  </a:lnTo>
                  <a:lnTo>
                    <a:pt x="195535" y="467266"/>
                  </a:lnTo>
                  <a:lnTo>
                    <a:pt x="200004" y="465597"/>
                  </a:lnTo>
                  <a:lnTo>
                    <a:pt x="202797" y="464484"/>
                  </a:lnTo>
                  <a:lnTo>
                    <a:pt x="207267" y="462259"/>
                  </a:lnTo>
                  <a:lnTo>
                    <a:pt x="210619" y="460034"/>
                  </a:lnTo>
                  <a:lnTo>
                    <a:pt x="214529" y="457809"/>
                  </a:lnTo>
                  <a:lnTo>
                    <a:pt x="218999" y="455584"/>
                  </a:lnTo>
                  <a:lnTo>
                    <a:pt x="221792" y="453915"/>
                  </a:lnTo>
                  <a:lnTo>
                    <a:pt x="225144" y="451690"/>
                  </a:lnTo>
                  <a:lnTo>
                    <a:pt x="228496" y="449465"/>
                  </a:lnTo>
                  <a:lnTo>
                    <a:pt x="232965" y="447240"/>
                  </a:lnTo>
                  <a:lnTo>
                    <a:pt x="235759" y="445015"/>
                  </a:lnTo>
                  <a:lnTo>
                    <a:pt x="239111" y="442234"/>
                  </a:lnTo>
                  <a:lnTo>
                    <a:pt x="242463" y="440009"/>
                  </a:lnTo>
                  <a:lnTo>
                    <a:pt x="245256" y="437783"/>
                  </a:lnTo>
                  <a:lnTo>
                    <a:pt x="248608" y="435558"/>
                  </a:lnTo>
                  <a:lnTo>
                    <a:pt x="251960" y="432777"/>
                  </a:lnTo>
                  <a:lnTo>
                    <a:pt x="254754" y="429439"/>
                  </a:lnTo>
                  <a:lnTo>
                    <a:pt x="258106" y="427214"/>
                  </a:lnTo>
                  <a:lnTo>
                    <a:pt x="261458" y="424989"/>
                  </a:lnTo>
                  <a:lnTo>
                    <a:pt x="264810" y="422208"/>
                  </a:lnTo>
                  <a:lnTo>
                    <a:pt x="267603" y="419983"/>
                  </a:lnTo>
                  <a:lnTo>
                    <a:pt x="270955" y="416631"/>
                  </a:lnTo>
                  <a:lnTo>
                    <a:pt x="273190" y="413308"/>
                  </a:lnTo>
                  <a:lnTo>
                    <a:pt x="275424" y="411638"/>
                  </a:lnTo>
                  <a:lnTo>
                    <a:pt x="278218" y="407189"/>
                  </a:lnTo>
                  <a:lnTo>
                    <a:pt x="280452" y="404955"/>
                  </a:lnTo>
                  <a:lnTo>
                    <a:pt x="282687" y="401070"/>
                  </a:lnTo>
                  <a:lnTo>
                    <a:pt x="284922" y="398835"/>
                  </a:lnTo>
                  <a:lnTo>
                    <a:pt x="286598" y="395506"/>
                  </a:lnTo>
                  <a:lnTo>
                    <a:pt x="289950" y="392154"/>
                  </a:lnTo>
                  <a:lnTo>
                    <a:pt x="291067" y="389388"/>
                  </a:lnTo>
                  <a:lnTo>
                    <a:pt x="293302" y="386050"/>
                  </a:lnTo>
                  <a:lnTo>
                    <a:pt x="295536" y="382713"/>
                  </a:lnTo>
                  <a:lnTo>
                    <a:pt x="296654" y="379930"/>
                  </a:lnTo>
                  <a:lnTo>
                    <a:pt x="298330" y="375481"/>
                  </a:lnTo>
                  <a:lnTo>
                    <a:pt x="299447" y="372144"/>
                  </a:lnTo>
                  <a:lnTo>
                    <a:pt x="301682" y="369362"/>
                  </a:lnTo>
                  <a:lnTo>
                    <a:pt x="303917" y="366025"/>
                  </a:lnTo>
                  <a:lnTo>
                    <a:pt x="305034" y="362687"/>
                  </a:lnTo>
                  <a:lnTo>
                    <a:pt x="306151" y="359350"/>
                  </a:lnTo>
                  <a:lnTo>
                    <a:pt x="307269" y="355456"/>
                  </a:lnTo>
                  <a:lnTo>
                    <a:pt x="307827" y="352118"/>
                  </a:lnTo>
                  <a:lnTo>
                    <a:pt x="308945" y="348780"/>
                  </a:lnTo>
                  <a:lnTo>
                    <a:pt x="310062" y="345999"/>
                  </a:lnTo>
                  <a:lnTo>
                    <a:pt x="311179" y="341549"/>
                  </a:lnTo>
                  <a:lnTo>
                    <a:pt x="312297" y="338211"/>
                  </a:lnTo>
                  <a:lnTo>
                    <a:pt x="312297" y="334317"/>
                  </a:lnTo>
                  <a:lnTo>
                    <a:pt x="313414" y="330980"/>
                  </a:lnTo>
                  <a:lnTo>
                    <a:pt x="313414" y="327642"/>
                  </a:lnTo>
                  <a:lnTo>
                    <a:pt x="314531" y="324861"/>
                  </a:lnTo>
                  <a:lnTo>
                    <a:pt x="315649" y="320411"/>
                  </a:lnTo>
                  <a:lnTo>
                    <a:pt x="315649" y="317073"/>
                  </a:lnTo>
                  <a:lnTo>
                    <a:pt x="316766" y="313179"/>
                  </a:lnTo>
                  <a:lnTo>
                    <a:pt x="316766" y="309842"/>
                  </a:lnTo>
                  <a:lnTo>
                    <a:pt x="316766" y="305948"/>
                  </a:lnTo>
                  <a:lnTo>
                    <a:pt x="316766" y="302610"/>
                  </a:lnTo>
                  <a:lnTo>
                    <a:pt x="316766" y="298160"/>
                  </a:lnTo>
                  <a:lnTo>
                    <a:pt x="317883" y="295379"/>
                  </a:lnTo>
                  <a:lnTo>
                    <a:pt x="317883" y="290928"/>
                  </a:lnTo>
                  <a:lnTo>
                    <a:pt x="317883" y="287591"/>
                  </a:lnTo>
                  <a:lnTo>
                    <a:pt x="317883" y="284809"/>
                  </a:lnTo>
                  <a:lnTo>
                    <a:pt x="317883" y="280359"/>
                  </a:lnTo>
                  <a:lnTo>
                    <a:pt x="316766" y="277022"/>
                  </a:lnTo>
                  <a:lnTo>
                    <a:pt x="316766" y="273128"/>
                  </a:lnTo>
                  <a:lnTo>
                    <a:pt x="316766" y="269790"/>
                  </a:lnTo>
                  <a:lnTo>
                    <a:pt x="316766" y="265340"/>
                  </a:lnTo>
                  <a:lnTo>
                    <a:pt x="315649" y="262559"/>
                  </a:lnTo>
                  <a:lnTo>
                    <a:pt x="315649" y="258108"/>
                  </a:lnTo>
                  <a:lnTo>
                    <a:pt x="315649" y="254771"/>
                  </a:lnTo>
                  <a:lnTo>
                    <a:pt x="315649" y="251990"/>
                  </a:lnTo>
                  <a:lnTo>
                    <a:pt x="314531" y="247539"/>
                  </a:lnTo>
                  <a:lnTo>
                    <a:pt x="313414" y="244202"/>
                  </a:lnTo>
                  <a:lnTo>
                    <a:pt x="312297" y="240308"/>
                  </a:lnTo>
                  <a:lnTo>
                    <a:pt x="312297" y="236970"/>
                  </a:lnTo>
                  <a:lnTo>
                    <a:pt x="311179" y="232520"/>
                  </a:lnTo>
                  <a:lnTo>
                    <a:pt x="311179" y="229739"/>
                  </a:lnTo>
                  <a:lnTo>
                    <a:pt x="310062" y="226401"/>
                  </a:lnTo>
                  <a:lnTo>
                    <a:pt x="308945" y="223064"/>
                  </a:lnTo>
                  <a:lnTo>
                    <a:pt x="307827" y="219170"/>
                  </a:lnTo>
                  <a:lnTo>
                    <a:pt x="307827" y="215832"/>
                  </a:lnTo>
                  <a:lnTo>
                    <a:pt x="307269" y="212494"/>
                  </a:lnTo>
                  <a:lnTo>
                    <a:pt x="306151" y="208601"/>
                  </a:lnTo>
                  <a:lnTo>
                    <a:pt x="305034" y="205263"/>
                  </a:lnTo>
                  <a:lnTo>
                    <a:pt x="303917" y="201925"/>
                  </a:lnTo>
                  <a:lnTo>
                    <a:pt x="302799" y="199143"/>
                  </a:lnTo>
                  <a:lnTo>
                    <a:pt x="301682" y="195806"/>
                  </a:lnTo>
                  <a:lnTo>
                    <a:pt x="300565" y="191356"/>
                  </a:lnTo>
                  <a:lnTo>
                    <a:pt x="299447" y="188574"/>
                  </a:lnTo>
                  <a:lnTo>
                    <a:pt x="298330" y="185237"/>
                  </a:lnTo>
                  <a:lnTo>
                    <a:pt x="297212" y="181900"/>
                  </a:lnTo>
                  <a:lnTo>
                    <a:pt x="296654" y="178006"/>
                  </a:lnTo>
                  <a:lnTo>
                    <a:pt x="295536" y="174668"/>
                  </a:lnTo>
                  <a:lnTo>
                    <a:pt x="294419" y="171330"/>
                  </a:lnTo>
                  <a:lnTo>
                    <a:pt x="293302" y="168549"/>
                  </a:lnTo>
                  <a:lnTo>
                    <a:pt x="292184" y="165212"/>
                  </a:lnTo>
                  <a:lnTo>
                    <a:pt x="291067" y="161874"/>
                  </a:lnTo>
                  <a:lnTo>
                    <a:pt x="289950" y="158536"/>
                  </a:lnTo>
                  <a:lnTo>
                    <a:pt x="288832" y="155755"/>
                  </a:lnTo>
                  <a:lnTo>
                    <a:pt x="287715" y="151305"/>
                  </a:lnTo>
                  <a:lnTo>
                    <a:pt x="286598" y="149080"/>
                  </a:lnTo>
                  <a:lnTo>
                    <a:pt x="286039" y="146298"/>
                  </a:lnTo>
                  <a:lnTo>
                    <a:pt x="284922" y="142961"/>
                  </a:lnTo>
                  <a:lnTo>
                    <a:pt x="283804" y="138511"/>
                  </a:lnTo>
                  <a:lnTo>
                    <a:pt x="282687" y="135729"/>
                  </a:lnTo>
                  <a:lnTo>
                    <a:pt x="281570" y="133504"/>
                  </a:lnTo>
                  <a:lnTo>
                    <a:pt x="280452" y="130167"/>
                  </a:lnTo>
                  <a:lnTo>
                    <a:pt x="279335" y="126829"/>
                  </a:lnTo>
                  <a:lnTo>
                    <a:pt x="278218" y="124048"/>
                  </a:lnTo>
                  <a:lnTo>
                    <a:pt x="277100" y="120709"/>
                  </a:lnTo>
                  <a:lnTo>
                    <a:pt x="275983" y="118484"/>
                  </a:lnTo>
                  <a:lnTo>
                    <a:pt x="275424" y="115703"/>
                  </a:lnTo>
                  <a:lnTo>
                    <a:pt x="274307" y="112366"/>
                  </a:lnTo>
                  <a:lnTo>
                    <a:pt x="274307" y="109028"/>
                  </a:lnTo>
                  <a:lnTo>
                    <a:pt x="273190" y="106803"/>
                  </a:lnTo>
                  <a:lnTo>
                    <a:pt x="272072" y="104022"/>
                  </a:lnTo>
                  <a:lnTo>
                    <a:pt x="270955" y="100684"/>
                  </a:lnTo>
                  <a:lnTo>
                    <a:pt x="269838" y="98459"/>
                  </a:lnTo>
                  <a:lnTo>
                    <a:pt x="269838" y="96234"/>
                  </a:lnTo>
                  <a:lnTo>
                    <a:pt x="268720" y="93453"/>
                  </a:lnTo>
                  <a:lnTo>
                    <a:pt x="267603" y="90115"/>
                  </a:lnTo>
                  <a:lnTo>
                    <a:pt x="266486" y="86778"/>
                  </a:lnTo>
                  <a:lnTo>
                    <a:pt x="266486" y="84552"/>
                  </a:lnTo>
                  <a:lnTo>
                    <a:pt x="265368" y="82884"/>
                  </a:lnTo>
                  <a:lnTo>
                    <a:pt x="264810" y="80659"/>
                  </a:lnTo>
                  <a:lnTo>
                    <a:pt x="263692" y="77321"/>
                  </a:lnTo>
                  <a:lnTo>
                    <a:pt x="263692" y="75096"/>
                  </a:lnTo>
                  <a:lnTo>
                    <a:pt x="262575" y="72871"/>
                  </a:lnTo>
                  <a:lnTo>
                    <a:pt x="261458" y="70089"/>
                  </a:lnTo>
                  <a:lnTo>
                    <a:pt x="261458" y="67864"/>
                  </a:lnTo>
                  <a:lnTo>
                    <a:pt x="260340" y="65639"/>
                  </a:lnTo>
                  <a:lnTo>
                    <a:pt x="259223" y="61745"/>
                  </a:lnTo>
                  <a:lnTo>
                    <a:pt x="258106" y="57295"/>
                  </a:lnTo>
                  <a:lnTo>
                    <a:pt x="256988" y="52845"/>
                  </a:lnTo>
                  <a:lnTo>
                    <a:pt x="255871" y="50064"/>
                  </a:lnTo>
                  <a:lnTo>
                    <a:pt x="254754" y="46726"/>
                  </a:lnTo>
                  <a:lnTo>
                    <a:pt x="254754" y="42276"/>
                  </a:lnTo>
                  <a:lnTo>
                    <a:pt x="254195" y="39495"/>
                  </a:lnTo>
                  <a:lnTo>
                    <a:pt x="254195" y="36157"/>
                  </a:lnTo>
                  <a:lnTo>
                    <a:pt x="254195" y="33932"/>
                  </a:lnTo>
                  <a:lnTo>
                    <a:pt x="254195" y="31707"/>
                  </a:lnTo>
                  <a:lnTo>
                    <a:pt x="254195" y="28926"/>
                  </a:lnTo>
                  <a:lnTo>
                    <a:pt x="254195" y="26700"/>
                  </a:lnTo>
                  <a:lnTo>
                    <a:pt x="254195" y="24475"/>
                  </a:lnTo>
                  <a:lnTo>
                    <a:pt x="254195" y="22250"/>
                  </a:lnTo>
                  <a:lnTo>
                    <a:pt x="254754" y="18356"/>
                  </a:lnTo>
                  <a:lnTo>
                    <a:pt x="256988" y="15019"/>
                  </a:lnTo>
                  <a:lnTo>
                    <a:pt x="259223" y="11681"/>
                  </a:lnTo>
                  <a:lnTo>
                    <a:pt x="262575" y="9456"/>
                  </a:lnTo>
                  <a:lnTo>
                    <a:pt x="265368" y="7787"/>
                  </a:lnTo>
                  <a:lnTo>
                    <a:pt x="268720" y="5562"/>
                  </a:lnTo>
                  <a:lnTo>
                    <a:pt x="272072" y="3337"/>
                  </a:lnTo>
                  <a:lnTo>
                    <a:pt x="277100" y="2225"/>
                  </a:lnTo>
                  <a:lnTo>
                    <a:pt x="278218" y="2225"/>
                  </a:lnTo>
                  <a:lnTo>
                    <a:pt x="280452" y="2225"/>
                  </a:lnTo>
                  <a:lnTo>
                    <a:pt x="282687" y="1112"/>
                  </a:lnTo>
                  <a:lnTo>
                    <a:pt x="286039" y="1112"/>
                  </a:lnTo>
                  <a:lnTo>
                    <a:pt x="286598" y="0"/>
                  </a:lnTo>
                  <a:lnTo>
                    <a:pt x="289950" y="0"/>
                  </a:lnTo>
                  <a:lnTo>
                    <a:pt x="291067" y="0"/>
                  </a:lnTo>
                  <a:lnTo>
                    <a:pt x="294419" y="0"/>
                  </a:lnTo>
                  <a:lnTo>
                    <a:pt x="297212" y="0"/>
                  </a:lnTo>
                  <a:lnTo>
                    <a:pt x="301682" y="0"/>
                  </a:lnTo>
                  <a:close/>
                </a:path>
              </a:pathLst>
            </a:custGeom>
            <a:solidFill>
              <a:srgbClr val="3399FF"/>
            </a:solidFill>
            <a:ln>
              <a:noFill/>
            </a:ln>
            <a:effectLst/>
          </p:spPr>
          <p:txBody>
            <a:bodyPr vert="horz" wrap="square" lIns="0" tIns="0" rIns="5080" bIns="3175" numCol="1" spcCol="215900" anchor="t"/>
            <a:lstStyle/>
            <a:p>
              <a:pPr/>
              <a:endParaRPr lang="en-us" cap="none"/>
            </a:p>
          </p:txBody>
        </p:sp>
        <p:sp>
          <p:nvSpPr>
            <p:cNvPr id="23" name="Text Box 10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k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6ikAAC4YAABMLAAAvxsAAAAgAAAmAAAACAAAAP//////////"/>
                </a:ext>
              </a:extLst>
            </p:cNvSpPr>
            <p:nvPr/>
          </p:nvSpPr>
          <p:spPr>
            <a:xfrm>
              <a:off x="6813550" y="3930650"/>
              <a:ext cx="387350" cy="579755"/>
            </a:xfrm>
            <a:prstGeom prst="rect">
              <a:avLst/>
            </a:prstGeom>
            <a:noFill/>
            <a:ln>
              <a:noFill/>
            </a:ln>
            <a:effectLst/>
          </p:spPr>
          <p:txBody>
            <a:bodyPr vert="horz" wrap="none" lIns="91440" tIns="45720" rIns="91440" bIns="45720" numCol="1" spcCol="215900" anchor="t"/>
            <a:lstStyle/>
            <a:p>
              <a:pPr/>
              <a:r>
                <a:rPr lang="en-us" sz="3200" b="1" cap="none"/>
                <a:t>2</a:t>
              </a:r>
              <a:endParaRPr lang="en-us" sz="3200" b="1" cap="none"/>
            </a:p>
          </p:txBody>
        </p:sp>
        <p:sp>
          <p:nvSpPr>
            <p:cNvPr id="22" name="Freeform 105"/>
            <p:cNvSpPr>
              <a:extLst>
                <a:ext uri="smNativeData">
                  <pr:smNativeData xmlns:pr="smNativeData" xmlns="smNativeData" val="SMDATA_15_VcZhaRMAAAAlAAAACwAAAA0AAAAAAAAAAAAAAAAIAAAAB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wAAAP8AAAAe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0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iykAAFgWAAC1LAAAphYAAAAAAAAmAAAACAAAAP//////////"/>
                </a:ext>
              </a:extLst>
            </p:cNvSpPr>
            <p:nvPr/>
          </p:nvSpPr>
          <p:spPr>
            <a:xfrm>
              <a:off x="6753225" y="3632200"/>
              <a:ext cx="514350" cy="49530"/>
            </a:xfrm>
            <a:custGeom>
              <a:avLst/>
              <a:gdLst/>
              <a:ahLst/>
              <a:cxnLst/>
              <a:rect l="0" t="0" r="514350" b="49530"/>
              <a:pathLst>
                <a:path w="514350" h="49530">
                  <a:moveTo>
                    <a:pt x="0" y="0"/>
                  </a:moveTo>
                  <a:cubicBezTo>
                    <a:pt x="82564" y="23639"/>
                    <a:pt x="166243" y="47279"/>
                    <a:pt x="252154" y="48404"/>
                  </a:cubicBezTo>
                  <a:cubicBezTo>
                    <a:pt x="338065" y="49530"/>
                    <a:pt x="426208" y="27016"/>
                    <a:pt x="514350" y="5628"/>
                  </a:cubicBezTo>
                </a:path>
              </a:pathLst>
            </a:custGeom>
            <a:noFill/>
            <a:ln w="19050" cap="flat" cmpd="sng" algn="ctr">
              <a:solidFill>
                <a:srgbClr val="FF0000"/>
              </a:solidFill>
              <a:prstDash val="dash"/>
              <a:headEnd type="none"/>
              <a:tailEnd type="none"/>
            </a:ln>
            <a:effectLst/>
          </p:spPr>
          <p:txBody>
            <a:bodyPr vert="horz" wrap="square" lIns="0" tIns="0" rIns="5080" bIns="2540" numCol="1" spcCol="215900" anchor="t"/>
            <a:lstStyle/>
            <a:p>
              <a:pPr/>
              <a:endParaRPr lang="en-us" cap="none"/>
            </a:p>
          </p:txBody>
        </p:sp>
      </p:grpSp>
    </p:spTree>
  </p:cSld>
  <p:clrMapOvr>
    <a:masterClrMapping/>
  </p:clrMapOvr>
  <p:timing>
    <p:tnLst>
      <p:par>
        <p:cTn id="1" dur="indefinite" restart="never" nodeType="tmRoot"/>
      </p:par>
    </p:tnLst>
  </p:timing>
</p:sld>
</file>

<file path=ppt/slides/slide1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9wMAAPgBAADHMwAAAAkAABAAAAAmAAAACAAAAAEAAAAAAAAA"/>
              </a:ext>
            </a:extLst>
          </p:cNvSpPr>
          <p:nvPr>
            <p:ph type="title"/>
          </p:nvPr>
        </p:nvSpPr>
        <p:spPr>
          <a:xfrm>
            <a:off x="644525" y="320040"/>
            <a:ext cx="7772400" cy="1143000"/>
          </a:xfrm>
        </p:spPr>
        <p:txBody>
          <a:bodyPr/>
          <a:lstStyle/>
          <a:p>
            <a:pPr/>
            <a:r>
              <a:rPr lang="en-us" sz="3200" cap="none"/>
              <a:t>Water Jug Problem</a:t>
            </a:r>
            <a:endParaRPr lang="en-us" sz="3200" cap="none"/>
          </a:p>
        </p:txBody>
      </p:sp>
      <p:sp>
        <p:nvSpPr>
          <p:cNvPr id="3" name="Rectangle 3"/>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4AEAAOgIAACwEwAA2CcAABAAAAAmAAAACAAAAAEgAAAAAAAA"/>
              </a:ext>
            </a:extLst>
          </p:cNvSpPr>
          <p:nvPr>
            <p:ph type="body" idx="1"/>
          </p:nvPr>
        </p:nvSpPr>
        <p:spPr>
          <a:xfrm>
            <a:off x="304800" y="1447800"/>
            <a:ext cx="2895600" cy="5029200"/>
          </a:xfrm>
        </p:spPr>
        <p:txBody>
          <a:bodyPr vert="horz" wrap="square" lIns="91440" tIns="45720" rIns="91440" bIns="45720" numCol="1" spcCol="215900" anchor="t">
            <a:prstTxWarp prst="textNoShape">
              <a:avLst/>
            </a:prstTxWarp>
          </a:bodyPr>
          <a:lstStyle/>
          <a:p>
            <a:pPr>
              <a:buNone/>
            </a:pPr>
            <a:endParaRPr lang="en-us" sz="2000" b="1" cap="none"/>
          </a:p>
          <a:p>
            <a:pPr/>
            <a:endParaRPr lang="en-us" sz="2000" b="1" cap="none"/>
          </a:p>
          <a:p>
            <a:pPr/>
            <a:endParaRPr lang="en-us" sz="2000" b="1" cap="none"/>
          </a:p>
          <a:p>
            <a:pPr/>
            <a:endParaRPr lang="en-us" sz="2000" b="1" cap="none"/>
          </a:p>
          <a:p>
            <a:pPr/>
            <a:endParaRPr lang="en-us" sz="2000" b="1" cap="none"/>
          </a:p>
          <a:p>
            <a:pPr/>
            <a:r>
              <a:rPr lang="en-us" sz="2000" cap="none"/>
              <a:t>State = (x,y), where x is the number of gallons of water in the 5-gallon jug and y is # of gallons in the 2-gallon jug </a:t>
            </a:r>
            <a:endParaRPr lang="en-us" sz="2000" cap="none"/>
          </a:p>
          <a:p>
            <a:pPr/>
            <a:r>
              <a:rPr lang="en-us" sz="2000" cap="none"/>
              <a:t>Initial State = (5,2) </a:t>
            </a:r>
            <a:endParaRPr lang="en-us" sz="2000" cap="none"/>
          </a:p>
          <a:p>
            <a:pPr/>
            <a:r>
              <a:rPr lang="en-us" sz="2000" cap="none"/>
              <a:t>Goal State = (*,1), where * means any amount </a:t>
            </a:r>
            <a:endParaRPr lang="en-us" sz="2000" cap="none"/>
          </a:p>
        </p:txBody>
      </p:sp>
      <p:graphicFrame>
        <p:nvGraphicFramePr>
          <p:cNvPr id="4" name=""/>
          <p:cNvGraphicFramePr>
            <a:graphicFrameLocks noGrp="1"/>
          </p:cNvGraphicFramePr>
          <p:nvPr/>
        </p:nvGraphicFramePr>
        <p:xfrm>
          <a:off x="3429000" y="2078355"/>
          <a:ext cx="5486400" cy="4413250"/>
        </p:xfrm>
        <a:graphic>
          <a:graphicData uri="http://schemas.openxmlformats.org/drawingml/2006/table">
            <a:tbl>
              <a:tblPr>
                <a:noFill/>
              </a:tblPr>
              <a:tblGrid>
                <a:gridCol w="1219200"/>
                <a:gridCol w="914400"/>
                <a:gridCol w="1752600"/>
                <a:gridCol w="1600200"/>
              </a:tblGrid>
              <a:tr h="609600">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latin typeface="Arial" pitchFamily="1" charset="0"/>
                          <a:ea typeface="Arial" pitchFamily="1" charset="0"/>
                          <a:cs typeface="Arial" pitchFamily="1" charset="0"/>
                        </a:rPr>
                        <a:t>Name</a:t>
                      </a:r>
                      <a:endParaRPr lang="en-us" cap="none">
                        <a:latin typeface="Arial" pitchFamily="1" charset="0"/>
                        <a:ea typeface="Arial" pitchFamily="1" charset="0"/>
                        <a:cs typeface="Arial" pitchFamily="1" charset="0"/>
                      </a:endParaRPr>
                    </a:p>
                  </a:txBody>
                  <a:tcPr marL="90170" marR="45085" marT="90170" marB="45085" vert="horz">
                    <a:lnL w="28575" cap="flat" cmpd="sng" algn="ctr">
                      <a:solidFill>
                        <a:schemeClr val="tx1"/>
                      </a:solidFill>
                      <a:prstDash val="solid"/>
                      <a:headEnd type="none"/>
                      <a:tailEnd type="none"/>
                    </a:lnL>
                    <a:lnR w="12700" cap="flat" cmpd="sng" algn="ctr">
                      <a:solidFill>
                        <a:schemeClr val="tx1"/>
                      </a:solidFill>
                      <a:prstDash val="solid"/>
                      <a:headEnd type="none"/>
                      <a:tailEnd type="none"/>
                    </a:lnR>
                    <a:lnT w="28575"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latin typeface="Arial" pitchFamily="1" charset="0"/>
                          <a:ea typeface="Arial" pitchFamily="1" charset="0"/>
                          <a:cs typeface="Arial" pitchFamily="1" charset="0"/>
                        </a:rPr>
                        <a:t>Cond.</a:t>
                      </a:r>
                      <a:endParaRPr lang="en-us" cap="none">
                        <a:latin typeface="Arial" pitchFamily="1" charset="0"/>
                        <a:ea typeface="Arial" pitchFamily="1" charset="0"/>
                        <a:cs typeface="Arial" pitchFamily="1" charset="0"/>
                      </a:endParaRPr>
                    </a:p>
                  </a:txBody>
                  <a:tcPr marL="90170" marR="45085" marT="90170" marB="45085" vert="horz">
                    <a:lnL w="12700" cap="flat" cmpd="sng" algn="ctr">
                      <a:solidFill>
                        <a:schemeClr val="tx1"/>
                      </a:solidFill>
                      <a:prstDash val="solid"/>
                      <a:headEnd type="none"/>
                      <a:tailEnd type="none"/>
                    </a:lnL>
                    <a:lnR w="12700" cap="flat" cmpd="sng" algn="ctr">
                      <a:solidFill>
                        <a:schemeClr val="tx1"/>
                      </a:solidFill>
                      <a:prstDash val="solid"/>
                      <a:headEnd type="none"/>
                      <a:tailEnd type="none"/>
                    </a:lnR>
                    <a:lnT w="28575"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latin typeface="Arial" pitchFamily="1" charset="0"/>
                          <a:ea typeface="Arial" pitchFamily="1" charset="0"/>
                          <a:cs typeface="Arial" pitchFamily="1" charset="0"/>
                        </a:rPr>
                        <a:t>Transition</a:t>
                      </a:r>
                      <a:endParaRPr lang="en-us" cap="none">
                        <a:latin typeface="Arial" pitchFamily="1" charset="0"/>
                        <a:ea typeface="Arial" pitchFamily="1" charset="0"/>
                        <a:cs typeface="Arial" pitchFamily="1" charset="0"/>
                      </a:endParaRPr>
                    </a:p>
                  </a:txBody>
                  <a:tcPr marL="90170" marR="45085" marT="90170" marB="45085" vert="horz">
                    <a:lnL w="12700" cap="flat" cmpd="sng" algn="ctr">
                      <a:solidFill>
                        <a:schemeClr val="tx1"/>
                      </a:solidFill>
                      <a:prstDash val="solid"/>
                      <a:headEnd type="none"/>
                      <a:tailEnd type="none"/>
                    </a:lnL>
                    <a:lnR w="12700" cap="flat" cmpd="sng" algn="ctr">
                      <a:solidFill>
                        <a:schemeClr val="tx1"/>
                      </a:solidFill>
                      <a:prstDash val="solid"/>
                      <a:headEnd type="none"/>
                      <a:tailEnd type="none"/>
                    </a:lnR>
                    <a:lnT w="28575"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latin typeface="Arial" pitchFamily="1" charset="0"/>
                          <a:ea typeface="Arial" pitchFamily="1" charset="0"/>
                          <a:cs typeface="Arial" pitchFamily="1" charset="0"/>
                        </a:rPr>
                        <a:t>Effect</a:t>
                      </a:r>
                      <a:endParaRPr lang="en-us" cap="none">
                        <a:latin typeface="Arial" pitchFamily="1" charset="0"/>
                        <a:ea typeface="Arial" pitchFamily="1" charset="0"/>
                        <a:cs typeface="Arial" pitchFamily="1" charset="0"/>
                      </a:endParaRPr>
                    </a:p>
                  </a:txBody>
                  <a:tcPr marL="90170" marR="45085" marT="90170" marB="45085" vert="horz">
                    <a:lnL w="12700" cap="flat" cmpd="sng" algn="ctr">
                      <a:solidFill>
                        <a:schemeClr val="tx1"/>
                      </a:solidFill>
                      <a:prstDash val="solid"/>
                      <a:headEnd type="none"/>
                      <a:tailEnd type="none"/>
                    </a:lnL>
                    <a:lnR w="28575" cap="flat" cmpd="sng" algn="ctr">
                      <a:solidFill>
                        <a:schemeClr val="tx1"/>
                      </a:solidFill>
                      <a:prstDash val="solid"/>
                      <a:headEnd type="none"/>
                      <a:tailEnd type="none"/>
                    </a:lnR>
                    <a:lnT w="28575"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extLst>
                  <a:ext uri="smNativeData">
                    <pr:rowheight xmlns="" xmlns:pr="smNativeData" dt="1768015445" type="min" val="609600"/>
                  </a:ext>
                </a:extLst>
              </a:tr>
              <a:tr h="586105">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Empty5</a:t>
                      </a:r>
                      <a:endParaRPr lang="en-us" cap="none"/>
                    </a:p>
                  </a:txBody>
                  <a:tcPr marL="90170" marR="45085" marT="90170" marB="45085" vert="horz">
                    <a:lnL w="28575"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a:t>
                      </a:r>
                      <a:endParaRPr lang="en-us" cap="none"/>
                    </a:p>
                  </a:txBody>
                  <a:tcPr marL="90170" marR="45085" marT="90170" marB="45085" vert="horz">
                    <a:lnL w="12700"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(x,y)</a:t>
                      </a:r>
                      <a:r>
                        <a:rPr lang="en-us" i="1" cap="none"/>
                        <a:t>→</a:t>
                      </a:r>
                      <a:r>
                        <a:rPr lang="en-us" cap="none"/>
                        <a:t>(0,y)</a:t>
                      </a:r>
                      <a:endParaRPr lang="en-us" cap="none"/>
                    </a:p>
                  </a:txBody>
                  <a:tcPr marL="90170" marR="45085" marT="90170" marB="45085" vert="horz">
                    <a:lnL w="12700"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Empty 5-gal. jug</a:t>
                      </a:r>
                      <a:endParaRPr lang="en-us" cap="none"/>
                    </a:p>
                  </a:txBody>
                  <a:tcPr marL="90170" marR="45085" marT="90170" marB="45085" vert="horz">
                    <a:lnL w="12700" cap="flat" cmpd="sng" algn="ctr">
                      <a:solidFill>
                        <a:schemeClr val="tx1"/>
                      </a:solidFill>
                      <a:prstDash val="solid"/>
                      <a:headEnd type="none"/>
                      <a:tailEnd type="none"/>
                    </a:lnL>
                    <a:lnR w="28575"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extLst>
                  <a:ext uri="smNativeData">
                    <pr:rowheight xmlns="" xmlns:pr="smNativeData" dt="1768015445" type="min" val="586105"/>
                  </a:ext>
                </a:extLst>
              </a:tr>
              <a:tr h="589280">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Empty2</a:t>
                      </a:r>
                      <a:endParaRPr lang="en-us" cap="none"/>
                    </a:p>
                  </a:txBody>
                  <a:tcPr marL="90170" marR="45085" marT="90170" marB="45085" vert="horz">
                    <a:lnL w="28575"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a:t>
                      </a:r>
                      <a:endParaRPr lang="en-us" cap="none"/>
                    </a:p>
                    <a:p>
                      <a:pPr marL="0" marR="0" indent="0" algn="l" defTabSz="914400">
                        <a:lnSpc>
                          <a:spcPct val="100000"/>
                        </a:lnSpc>
                        <a:spcBef>
                          <a:spcPts val="0"/>
                        </a:spcBef>
                        <a:spcAft>
                          <a:spcPts val="0"/>
                        </a:spcAft>
                        <a:buNone/>
                        <a:tabLst/>
                      </a:pPr>
                      <a:endParaRPr lang="en-us" cap="none"/>
                    </a:p>
                  </a:txBody>
                  <a:tcPr marL="90170" marR="45085" marT="90170" marB="45085" vert="horz">
                    <a:lnL w="12700"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(x,y)→(x,0)</a:t>
                      </a:r>
                      <a:endParaRPr lang="en-us" cap="none"/>
                    </a:p>
                  </a:txBody>
                  <a:tcPr marL="90170" marR="45085" marT="90170" marB="45085" vert="horz">
                    <a:lnL w="12700"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Empty 2-gal. jug</a:t>
                      </a:r>
                      <a:endParaRPr lang="en-us" cap="none"/>
                    </a:p>
                  </a:txBody>
                  <a:tcPr marL="90170" marR="45085" marT="90170" marB="45085" vert="horz">
                    <a:lnL w="12700" cap="flat" cmpd="sng" algn="ctr">
                      <a:solidFill>
                        <a:schemeClr val="tx1"/>
                      </a:solidFill>
                      <a:prstDash val="solid"/>
                      <a:headEnd type="none"/>
                      <a:tailEnd type="none"/>
                    </a:lnL>
                    <a:lnR w="28575"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extLst>
                  <a:ext uri="smNativeData">
                    <pr:rowheight xmlns="" xmlns:pr="smNativeData" dt="1768015445" type="min" val="589280"/>
                  </a:ext>
                </a:extLst>
              </a:tr>
              <a:tr h="587375">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2to5</a:t>
                      </a:r>
                      <a:endParaRPr lang="en-us" cap="none"/>
                    </a:p>
                  </a:txBody>
                  <a:tcPr marL="90170" marR="45085" marT="90170" marB="45085" vert="horz">
                    <a:lnL w="28575"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x </a:t>
                      </a:r>
                      <a:r>
                        <a:rPr lang="en-us" i="1" cap="none"/>
                        <a:t>≤ </a:t>
                      </a:r>
                      <a:r>
                        <a:rPr lang="en-us" cap="none"/>
                        <a:t>3</a:t>
                      </a:r>
                      <a:endParaRPr lang="en-us" cap="none"/>
                    </a:p>
                  </a:txBody>
                  <a:tcPr marL="90170" marR="45085" marT="90170" marB="45085" vert="horz">
                    <a:lnL w="12700"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(x,2)→(x+2,0)</a:t>
                      </a:r>
                      <a:endParaRPr lang="en-us" cap="none"/>
                    </a:p>
                  </a:txBody>
                  <a:tcPr marL="90170" marR="45085" marT="90170" marB="45085" vert="horz">
                    <a:lnL w="12700"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Pour 2-gal. into 5-gal.</a:t>
                      </a:r>
                      <a:endParaRPr lang="en-us" cap="none"/>
                    </a:p>
                  </a:txBody>
                  <a:tcPr marL="90170" marR="45085" marT="90170" marB="45085" vert="horz">
                    <a:lnL w="12700" cap="flat" cmpd="sng" algn="ctr">
                      <a:solidFill>
                        <a:schemeClr val="tx1"/>
                      </a:solidFill>
                      <a:prstDash val="solid"/>
                      <a:headEnd type="none"/>
                      <a:tailEnd type="none"/>
                    </a:lnL>
                    <a:lnR w="28575"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extLst>
                  <a:ext uri="smNativeData">
                    <pr:rowheight xmlns="" xmlns:pr="smNativeData" dt="1768015445" type="min" val="587375"/>
                  </a:ext>
                </a:extLst>
              </a:tr>
              <a:tr h="589280">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5to2</a:t>
                      </a:r>
                      <a:endParaRPr lang="en-us" cap="none"/>
                    </a:p>
                  </a:txBody>
                  <a:tcPr marL="90170" marR="45085" marT="90170" marB="45085" vert="horz">
                    <a:lnL w="28575"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x ≥ 2</a:t>
                      </a:r>
                      <a:endParaRPr lang="en-us" cap="none"/>
                    </a:p>
                  </a:txBody>
                  <a:tcPr marL="90170" marR="45085" marT="90170" marB="45085" vert="horz">
                    <a:lnL w="12700"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(x,0)→(x-2,2)</a:t>
                      </a:r>
                      <a:endParaRPr lang="en-us" cap="none"/>
                    </a:p>
                  </a:txBody>
                  <a:tcPr marL="90170" marR="45085" marT="90170" marB="45085" vert="horz">
                    <a:lnL w="12700"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Pour 5-gal. into 2-gal.</a:t>
                      </a:r>
                      <a:endParaRPr lang="en-us" cap="none"/>
                    </a:p>
                  </a:txBody>
                  <a:tcPr marL="90170" marR="45085" marT="90170" marB="45085" vert="horz">
                    <a:lnL w="12700" cap="flat" cmpd="sng" algn="ctr">
                      <a:solidFill>
                        <a:schemeClr val="tx1"/>
                      </a:solidFill>
                      <a:prstDash val="solid"/>
                      <a:headEnd type="none"/>
                      <a:tailEnd type="none"/>
                    </a:lnL>
                    <a:lnR w="28575" cap="flat" cmpd="sng" algn="ctr">
                      <a:solidFill>
                        <a:schemeClr val="tx1"/>
                      </a:solidFill>
                      <a:prstDash val="solid"/>
                      <a:headEnd type="none"/>
                      <a:tailEnd type="none"/>
                    </a:lnR>
                    <a:lnT w="12700" cap="flat" cmpd="sng" algn="ctr">
                      <a:solidFill>
                        <a:schemeClr val="tx1"/>
                      </a:solidFill>
                      <a:prstDash val="solid"/>
                      <a:headEnd type="none"/>
                      <a:tailEnd type="none"/>
                    </a:lnT>
                    <a:lnB w="12700" cap="flat" cmpd="sng" algn="ctr">
                      <a:solidFill>
                        <a:schemeClr val="tx1"/>
                      </a:solidFill>
                      <a:prstDash val="solid"/>
                      <a:headEnd type="none"/>
                      <a:tailEnd type="none"/>
                    </a:lnB>
                    <a:lnTlToBr>
                      <a:noFill/>
                    </a:lnTlToBr>
                    <a:lnBlToTr>
                      <a:noFill/>
                    </a:lnBlToTr>
                    <a:noFill/>
                  </a:tcPr>
                </a:tc>
                <a:extLst>
                  <a:ext uri="smNativeData">
                    <pr:rowheight xmlns="" xmlns:pr="smNativeData" dt="1768015445" type="min" val="589280"/>
                  </a:ext>
                </a:extLst>
              </a:tr>
              <a:tr h="586105">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5to2part</a:t>
                      </a:r>
                      <a:endParaRPr lang="en-us" cap="none"/>
                    </a:p>
                  </a:txBody>
                  <a:tcPr marL="90170" marR="45085" marT="90170" marB="45085" vert="horz">
                    <a:lnL w="28575"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28575"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y &lt; 2</a:t>
                      </a:r>
                      <a:endParaRPr lang="en-us" cap="none"/>
                    </a:p>
                  </a:txBody>
                  <a:tcPr marL="90170" marR="45085" marT="90170" marB="45085" vert="horz">
                    <a:lnL w="12700"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28575"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(1,y)→(0,y+1)</a:t>
                      </a:r>
                      <a:endParaRPr lang="en-us" cap="none"/>
                    </a:p>
                  </a:txBody>
                  <a:tcPr marL="90170" marR="45085" marT="90170" marB="45085" vert="horz">
                    <a:lnL w="12700" cap="flat" cmpd="sng" algn="ctr">
                      <a:solidFill>
                        <a:schemeClr val="tx1"/>
                      </a:solidFill>
                      <a:prstDash val="solid"/>
                      <a:headEnd type="none"/>
                      <a:tailEnd type="none"/>
                    </a:lnL>
                    <a:lnR w="12700" cap="flat" cmpd="sng" algn="ctr">
                      <a:solidFill>
                        <a:schemeClr val="tx1"/>
                      </a:solidFill>
                      <a:prstDash val="solid"/>
                      <a:headEnd type="none"/>
                      <a:tailEnd type="none"/>
                    </a:lnR>
                    <a:lnT w="12700" cap="flat" cmpd="sng" algn="ctr">
                      <a:solidFill>
                        <a:schemeClr val="tx1"/>
                      </a:solidFill>
                      <a:prstDash val="solid"/>
                      <a:headEnd type="none"/>
                      <a:tailEnd type="none"/>
                    </a:lnT>
                    <a:lnB w="28575" cap="flat" cmpd="sng" algn="ctr">
                      <a:solidFill>
                        <a:schemeClr val="tx1"/>
                      </a:solidFill>
                      <a:prstDash val="solid"/>
                      <a:headEnd type="none"/>
                      <a:tailEnd type="none"/>
                    </a:lnB>
                    <a:lnTlToBr>
                      <a:noFill/>
                    </a:lnTlToBr>
                    <a:lnBlToTr>
                      <a:noFill/>
                    </a:lnBlToTr>
                    <a:noFill/>
                  </a:tcPr>
                </a:tc>
                <a:tc>
                  <a:txBody>
                    <a:bodyPr wrap="square" numCol="1"/>
                    <a:lstStyle>
                      <a:lvl1pPr marL="0" marR="0" indent="0" algn="l">
                        <a:spcBef>
                          <a:spcPts val="0"/>
                        </a:spcBef>
                        <a:buNone/>
                        <a:defRPr sz="2000" cap="none">
                          <a:solidFill>
                            <a:schemeClr val="tx1"/>
                          </a:solidFill>
                          <a:latin typeface="Times New Roman" pitchFamily="1" charset="0"/>
                          <a:ea typeface="Arial" pitchFamily="1" charset="0"/>
                          <a:cs typeface="Arial" pitchFamily="1" charset="0"/>
                        </a:defRPr>
                      </a:lvl1pPr>
                      <a:lvl2pPr marL="339725" marR="0" indent="0" algn="l">
                        <a:spcBef>
                          <a:spcPts val="0"/>
                        </a:spcBef>
                        <a:buNone/>
                        <a:defRPr cap="none">
                          <a:solidFill>
                            <a:schemeClr val="tx1"/>
                          </a:solidFill>
                          <a:latin typeface="Times New Roman" pitchFamily="1" charset="0"/>
                          <a:ea typeface="Arial" pitchFamily="1" charset="0"/>
                          <a:cs typeface="Arial" pitchFamily="1" charset="0"/>
                        </a:defRPr>
                      </a:lvl2pPr>
                      <a:lvl3pPr marL="681355" marR="0" indent="0" algn="l">
                        <a:spcBef>
                          <a:spcPts val="0"/>
                        </a:spcBef>
                        <a:buNone/>
                        <a:defRPr sz="1600" cap="none">
                          <a:solidFill>
                            <a:schemeClr val="tx1"/>
                          </a:solidFill>
                          <a:latin typeface="Times New Roman" pitchFamily="1" charset="0"/>
                          <a:ea typeface="Arial" pitchFamily="1" charset="0"/>
                          <a:cs typeface="Arial" pitchFamily="1" charset="0"/>
                        </a:defRPr>
                      </a:lvl3pPr>
                      <a:lvl4pPr marL="1028700" marR="0" indent="0" algn="l">
                        <a:spcBef>
                          <a:spcPts val="0"/>
                        </a:spcBef>
                        <a:buNone/>
                        <a:defRPr sz="1400" cap="none">
                          <a:solidFill>
                            <a:schemeClr val="tx1"/>
                          </a:solidFill>
                          <a:latin typeface="Times New Roman" pitchFamily="1" charset="0"/>
                          <a:ea typeface="Arial" pitchFamily="1" charset="0"/>
                          <a:cs typeface="Arial" pitchFamily="1" charset="0"/>
                        </a:defRPr>
                      </a:lvl4pPr>
                      <a:lvl5pPr marL="1368425" marR="0" indent="0" algn="l">
                        <a:spcBef>
                          <a:spcPts val="0"/>
                        </a:spcBef>
                        <a:buNone/>
                        <a:defRPr sz="1400" cap="none">
                          <a:solidFill>
                            <a:schemeClr val="tx1"/>
                          </a:solidFill>
                          <a:latin typeface="Times New Roman" pitchFamily="1" charset="0"/>
                          <a:ea typeface="Arial" pitchFamily="1" charset="0"/>
                          <a:cs typeface="Arial" pitchFamily="1" charset="0"/>
                        </a:defRPr>
                      </a:lvl5pPr>
                      <a:lvl6pPr marL="18256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6pPr>
                      <a:lvl7pPr marL="22828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7pPr>
                      <a:lvl8pPr marL="27400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8pPr>
                      <a:lvl9pPr marL="3197225" marR="0" indent="0" algn="l">
                        <a:spcBef>
                          <a:spcPts val="0"/>
                        </a:spcBef>
                        <a:spcAft>
                          <a:spcPts val="0"/>
                        </a:spcAft>
                        <a:buNone/>
                        <a:defRPr sz="1400" cap="none">
                          <a:solidFill>
                            <a:schemeClr val="tx1"/>
                          </a:solidFill>
                          <a:latin typeface="Times New Roman" pitchFamily="1" charset="0"/>
                          <a:ea typeface="Arial" pitchFamily="1" charset="0"/>
                          <a:cs typeface="Arial" pitchFamily="1" charset="0"/>
                        </a:defRPr>
                      </a:lvl9pPr>
                    </a:lstStyle>
                    <a:p>
                      <a:pPr marL="0" marR="0" indent="0" algn="l" defTabSz="914400">
                        <a:lnSpc>
                          <a:spcPct val="100000"/>
                        </a:lnSpc>
                        <a:spcBef>
                          <a:spcPts val="0"/>
                        </a:spcBef>
                        <a:spcAft>
                          <a:spcPts val="0"/>
                        </a:spcAft>
                        <a:buNone/>
                        <a:tabLst/>
                      </a:pPr>
                      <a:r>
                        <a:rPr lang="en-us" cap="none"/>
                        <a:t>Pour partial 5-gal. into 2-gal.</a:t>
                      </a:r>
                      <a:endParaRPr lang="en-us" cap="none"/>
                    </a:p>
                  </a:txBody>
                  <a:tcPr marL="90170" marR="45085" marT="90170" marB="45085" vert="horz">
                    <a:lnL w="12700" cap="flat" cmpd="sng" algn="ctr">
                      <a:solidFill>
                        <a:schemeClr val="tx1"/>
                      </a:solidFill>
                      <a:prstDash val="solid"/>
                      <a:headEnd type="none"/>
                      <a:tailEnd type="none"/>
                    </a:lnL>
                    <a:lnR w="28575" cap="flat" cmpd="sng" algn="ctr">
                      <a:solidFill>
                        <a:schemeClr val="tx1"/>
                      </a:solidFill>
                      <a:prstDash val="solid"/>
                      <a:headEnd type="none"/>
                      <a:tailEnd type="none"/>
                    </a:lnR>
                    <a:lnT w="12700" cap="flat" cmpd="sng" algn="ctr">
                      <a:solidFill>
                        <a:schemeClr val="tx1"/>
                      </a:solidFill>
                      <a:prstDash val="solid"/>
                      <a:headEnd type="none"/>
                      <a:tailEnd type="none"/>
                    </a:lnT>
                    <a:lnB w="28575" cap="flat" cmpd="sng" algn="ctr">
                      <a:solidFill>
                        <a:schemeClr val="tx1"/>
                      </a:solidFill>
                      <a:prstDash val="solid"/>
                      <a:headEnd type="none"/>
                      <a:tailEnd type="none"/>
                    </a:lnB>
                    <a:lnTlToBr>
                      <a:noFill/>
                    </a:lnTlToBr>
                    <a:lnBlToTr>
                      <a:noFill/>
                    </a:lnBlToTr>
                    <a:noFill/>
                  </a:tcPr>
                </a:tc>
                <a:extLst>
                  <a:ext uri="smNativeData">
                    <pr:rowheight xmlns="" xmlns:pr="smNativeData" dt="1768015445" type="min" val="586105"/>
                  </a:ext>
                </a:extLst>
              </a:tr>
            </a:tbl>
          </a:graphicData>
        </a:graphic>
      </p:graphicFrame>
      <p:sp>
        <p:nvSpPr>
          <p:cNvPr id="5" name="Text Box 142"/>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CIAAOgIAAAdLgAAuAsAABAgAAAmAAAACAAAAP//////////"/>
              </a:ext>
            </a:extLst>
          </p:cNvSpPr>
          <p:nvPr/>
        </p:nvSpPr>
        <p:spPr>
          <a:xfrm>
            <a:off x="5562600" y="1447800"/>
            <a:ext cx="1933575" cy="457200"/>
          </a:xfrm>
          <a:prstGeom prst="rect">
            <a:avLst/>
          </a:prstGeom>
          <a:noFill/>
          <a:ln>
            <a:noFill/>
          </a:ln>
          <a:effectLst/>
        </p:spPr>
        <p:txBody>
          <a:bodyPr vert="horz" wrap="none" lIns="91440" tIns="45720" rIns="91440" bIns="45720" numCol="1" spcCol="215900" anchor="t"/>
          <a:lstStyle/>
          <a:p>
            <a:pPr/>
            <a:r>
              <a:rPr lang="en-us" cap="none"/>
              <a:t>Operator table</a:t>
            </a:r>
            <a:endParaRPr lang="en-us" cap="none"/>
          </a:p>
        </p:txBody>
      </p:sp>
      <p:grpSp>
        <p:nvGrpSpPr>
          <p:cNvPr id="6" name="Group 180"/>
          <p:cNvGrpSpPr>
            <a:extLst>
              <a:ext uri="smNativeData">
                <pr:smNativeData xmlns:pr="smNativeData" xmlns="smNativeData" val="SMDATA_6_VcZhaRMAAAAlAAAAAQAAAA8BAAAAkAAAAEgAAACQAAAASAAAAAAAAAAAAAAAAAAAABcAAAAUAAAAAAAAAAAAAAD/fwAA/38AAAAAAAAJAAAABAAAAL2FAQAfAAAAVAAAAAAAAAAAAAAAAAAAAAAAAAAAAAAAAAAAAAAAAAAAAAAAAAAAAAAAAAAAAAAAAAAAAAAAAAAAAAAAAAAAAAAAAAAAAAAAAAAAAAAAAAAAAAAAAAAAACEAAAAYAAAAFAAAAKMCAACgCAAATAwAAMYRAAAQAAAAJgAAAAgAAAD/////AAAAAA=="/>
              </a:ext>
            </a:extLst>
          </p:cNvGrpSpPr>
          <p:nvPr/>
        </p:nvGrpSpPr>
        <p:grpSpPr>
          <a:xfrm>
            <a:off x="428625" y="1402080"/>
            <a:ext cx="1570355" cy="1487170"/>
            <a:chOff x="428625" y="1402080"/>
            <a:chExt cx="1570355" cy="1487170"/>
          </a:xfrm>
        </p:grpSpPr>
        <p:sp>
          <p:nvSpPr>
            <p:cNvPr id="22" name="Freeform 181"/>
            <p:cNvSpPr>
              <a:extLst>
                <a:ext uri="smNativeData">
                  <pr:smNativeData xmlns:pr="smNativeData" xmlns="smNativeData" val="SMDATA_15_VcZhaRMAAAAlAAAACwAAAA0AAAAAAAAAAAAAAAAGAAAABAAAAAAAAAAAAAAAAAAAAAEAAABQAAAAAAAAAAAA4D8AAAAAAADgPwAAAAAAAOA/AAAAAAAA4D8AAAAAAADgPwAAAAAAAOA/AAAAAAAA4D8AAAAAAADgPwAAAAAAAOA/AAAAAAAA4D8CAAAAjAAAAAEAAAAAAAAAAGb/AP///wgAAAAAAAAAAAAAAAAAAAAAAAAAAAAAAAAAAAAAeAAAAAEAAABAAAAAAAAAAAAAAABaAAAAAAAAAAAAAAAAAAAAAAAAAAAAAAAAAAAAAAAAAAAAAAAAAAAAAAAAAAAAAAAAAAAAAAAAAAAAAAAAAAAAAAAAAAAAAAAAAAAAFAAAADwAAAABAAAAAAAAAAAAAAk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Gb/AP///wEAAAAAAAAAAAAAAAAAAAAAAAAAAAAAAAAAAAAAAAAAAAAAAAJ/f38AH0l9A8zMzADAwP8Af39/AAAAAAAAAAAAAAAAAAAAAAAAAAAAIQAAABgAAAAUAAAAowIAAI0JAABMDAAAxhEAAAAAAAAmAAAACAAAAP//////////"/>
                </a:ext>
              </a:extLst>
            </p:cNvSpPr>
            <p:nvPr/>
          </p:nvSpPr>
          <p:spPr>
            <a:xfrm>
              <a:off x="428625" y="1552575"/>
              <a:ext cx="1570355" cy="1336675"/>
            </a:xfrm>
            <a:custGeom>
              <a:avLst/>
              <a:gdLst/>
              <a:ahLst/>
              <a:cxnLst/>
              <a:rect l="0" t="0" r="1570355" b="1336675"/>
              <a:pathLst>
                <a:path w="1570355" h="1336675">
                  <a:moveTo>
                    <a:pt x="411262" y="11792"/>
                  </a:moveTo>
                  <a:lnTo>
                    <a:pt x="411262" y="14150"/>
                  </a:lnTo>
                  <a:lnTo>
                    <a:pt x="411262" y="15330"/>
                  </a:lnTo>
                  <a:lnTo>
                    <a:pt x="413020" y="17688"/>
                  </a:lnTo>
                  <a:lnTo>
                    <a:pt x="413020" y="20047"/>
                  </a:lnTo>
                  <a:lnTo>
                    <a:pt x="413020" y="22995"/>
                  </a:lnTo>
                  <a:lnTo>
                    <a:pt x="413020" y="25353"/>
                  </a:lnTo>
                  <a:lnTo>
                    <a:pt x="413020" y="27712"/>
                  </a:lnTo>
                  <a:lnTo>
                    <a:pt x="413020" y="31250"/>
                  </a:lnTo>
                  <a:lnTo>
                    <a:pt x="413020" y="35377"/>
                  </a:lnTo>
                  <a:lnTo>
                    <a:pt x="413020" y="38915"/>
                  </a:lnTo>
                  <a:lnTo>
                    <a:pt x="414776" y="42452"/>
                  </a:lnTo>
                  <a:lnTo>
                    <a:pt x="414776" y="44811"/>
                  </a:lnTo>
                  <a:lnTo>
                    <a:pt x="414776" y="46580"/>
                  </a:lnTo>
                  <a:lnTo>
                    <a:pt x="414776" y="48938"/>
                  </a:lnTo>
                  <a:lnTo>
                    <a:pt x="414776" y="51297"/>
                  </a:lnTo>
                  <a:lnTo>
                    <a:pt x="414776" y="56014"/>
                  </a:lnTo>
                  <a:lnTo>
                    <a:pt x="414776" y="60141"/>
                  </a:lnTo>
                  <a:lnTo>
                    <a:pt x="414776" y="62500"/>
                  </a:lnTo>
                  <a:lnTo>
                    <a:pt x="414776" y="64858"/>
                  </a:lnTo>
                  <a:lnTo>
                    <a:pt x="414776" y="67217"/>
                  </a:lnTo>
                  <a:lnTo>
                    <a:pt x="414776" y="70165"/>
                  </a:lnTo>
                  <a:lnTo>
                    <a:pt x="414776" y="72523"/>
                  </a:lnTo>
                  <a:lnTo>
                    <a:pt x="414776" y="74882"/>
                  </a:lnTo>
                  <a:lnTo>
                    <a:pt x="414776" y="77240"/>
                  </a:lnTo>
                  <a:lnTo>
                    <a:pt x="414776" y="79599"/>
                  </a:lnTo>
                  <a:lnTo>
                    <a:pt x="414776" y="81367"/>
                  </a:lnTo>
                  <a:lnTo>
                    <a:pt x="414776" y="84905"/>
                  </a:lnTo>
                  <a:lnTo>
                    <a:pt x="414776" y="87264"/>
                  </a:lnTo>
                  <a:lnTo>
                    <a:pt x="414776" y="89622"/>
                  </a:lnTo>
                  <a:lnTo>
                    <a:pt x="414776" y="92570"/>
                  </a:lnTo>
                  <a:lnTo>
                    <a:pt x="414776" y="94929"/>
                  </a:lnTo>
                  <a:lnTo>
                    <a:pt x="413020" y="97287"/>
                  </a:lnTo>
                  <a:lnTo>
                    <a:pt x="413020" y="100825"/>
                  </a:lnTo>
                  <a:lnTo>
                    <a:pt x="413020" y="102594"/>
                  </a:lnTo>
                  <a:lnTo>
                    <a:pt x="413020" y="104952"/>
                  </a:lnTo>
                  <a:lnTo>
                    <a:pt x="413020" y="107311"/>
                  </a:lnTo>
                  <a:lnTo>
                    <a:pt x="413020" y="110849"/>
                  </a:lnTo>
                  <a:lnTo>
                    <a:pt x="411262" y="113207"/>
                  </a:lnTo>
                  <a:lnTo>
                    <a:pt x="411262" y="114976"/>
                  </a:lnTo>
                  <a:lnTo>
                    <a:pt x="411262" y="118514"/>
                  </a:lnTo>
                  <a:lnTo>
                    <a:pt x="411262" y="120872"/>
                  </a:lnTo>
                  <a:lnTo>
                    <a:pt x="409504" y="123231"/>
                  </a:lnTo>
                  <a:lnTo>
                    <a:pt x="409504" y="126179"/>
                  </a:lnTo>
                  <a:lnTo>
                    <a:pt x="409504" y="128537"/>
                  </a:lnTo>
                  <a:lnTo>
                    <a:pt x="409504" y="132075"/>
                  </a:lnTo>
                  <a:lnTo>
                    <a:pt x="407747" y="133254"/>
                  </a:lnTo>
                  <a:lnTo>
                    <a:pt x="407747" y="136202"/>
                  </a:lnTo>
                  <a:lnTo>
                    <a:pt x="405989" y="138561"/>
                  </a:lnTo>
                  <a:lnTo>
                    <a:pt x="405989" y="140919"/>
                  </a:lnTo>
                  <a:lnTo>
                    <a:pt x="404232" y="143278"/>
                  </a:lnTo>
                  <a:lnTo>
                    <a:pt x="404232" y="145636"/>
                  </a:lnTo>
                  <a:lnTo>
                    <a:pt x="402473" y="147395"/>
                  </a:lnTo>
                  <a:lnTo>
                    <a:pt x="402473" y="149764"/>
                  </a:lnTo>
                  <a:lnTo>
                    <a:pt x="400717" y="152121"/>
                  </a:lnTo>
                  <a:lnTo>
                    <a:pt x="398959" y="154481"/>
                  </a:lnTo>
                  <a:lnTo>
                    <a:pt x="398080" y="156839"/>
                  </a:lnTo>
                  <a:lnTo>
                    <a:pt x="398080" y="158608"/>
                  </a:lnTo>
                  <a:lnTo>
                    <a:pt x="396323" y="160966"/>
                  </a:lnTo>
                  <a:lnTo>
                    <a:pt x="396323" y="163325"/>
                  </a:lnTo>
                  <a:lnTo>
                    <a:pt x="394565" y="166863"/>
                  </a:lnTo>
                  <a:lnTo>
                    <a:pt x="394565" y="169221"/>
                  </a:lnTo>
                  <a:lnTo>
                    <a:pt x="391050" y="172169"/>
                  </a:lnTo>
                  <a:lnTo>
                    <a:pt x="389293" y="176886"/>
                  </a:lnTo>
                  <a:lnTo>
                    <a:pt x="387535" y="179245"/>
                  </a:lnTo>
                  <a:lnTo>
                    <a:pt x="385778" y="181002"/>
                  </a:lnTo>
                  <a:lnTo>
                    <a:pt x="384020" y="183371"/>
                  </a:lnTo>
                  <a:lnTo>
                    <a:pt x="384020" y="185731"/>
                  </a:lnTo>
                  <a:lnTo>
                    <a:pt x="382263" y="188089"/>
                  </a:lnTo>
                  <a:lnTo>
                    <a:pt x="380505" y="190448"/>
                  </a:lnTo>
                  <a:lnTo>
                    <a:pt x="379626" y="192216"/>
                  </a:lnTo>
                  <a:lnTo>
                    <a:pt x="379626" y="195754"/>
                  </a:lnTo>
                  <a:lnTo>
                    <a:pt x="377869" y="196934"/>
                  </a:lnTo>
                  <a:lnTo>
                    <a:pt x="376111" y="199292"/>
                  </a:lnTo>
                  <a:lnTo>
                    <a:pt x="374354" y="201651"/>
                  </a:lnTo>
                  <a:lnTo>
                    <a:pt x="374354" y="204599"/>
                  </a:lnTo>
                  <a:lnTo>
                    <a:pt x="370839" y="208114"/>
                  </a:lnTo>
                  <a:lnTo>
                    <a:pt x="367324" y="212852"/>
                  </a:lnTo>
                  <a:lnTo>
                    <a:pt x="365566" y="214610"/>
                  </a:lnTo>
                  <a:lnTo>
                    <a:pt x="363809" y="216981"/>
                  </a:lnTo>
                  <a:lnTo>
                    <a:pt x="362930" y="219339"/>
                  </a:lnTo>
                  <a:lnTo>
                    <a:pt x="361172" y="221697"/>
                  </a:lnTo>
                  <a:lnTo>
                    <a:pt x="359415" y="224056"/>
                  </a:lnTo>
                  <a:lnTo>
                    <a:pt x="357657" y="225814"/>
                  </a:lnTo>
                  <a:lnTo>
                    <a:pt x="357657" y="228184"/>
                  </a:lnTo>
                  <a:lnTo>
                    <a:pt x="355900" y="230542"/>
                  </a:lnTo>
                  <a:lnTo>
                    <a:pt x="354142" y="232901"/>
                  </a:lnTo>
                  <a:lnTo>
                    <a:pt x="352385" y="236437"/>
                  </a:lnTo>
                  <a:lnTo>
                    <a:pt x="350627" y="238195"/>
                  </a:lnTo>
                  <a:lnTo>
                    <a:pt x="348870" y="240566"/>
                  </a:lnTo>
                  <a:lnTo>
                    <a:pt x="347112" y="242924"/>
                  </a:lnTo>
                  <a:lnTo>
                    <a:pt x="346233" y="245282"/>
                  </a:lnTo>
                  <a:lnTo>
                    <a:pt x="344476" y="247641"/>
                  </a:lnTo>
                  <a:lnTo>
                    <a:pt x="342718" y="249399"/>
                  </a:lnTo>
                  <a:lnTo>
                    <a:pt x="340961" y="252947"/>
                  </a:lnTo>
                  <a:lnTo>
                    <a:pt x="339203" y="255306"/>
                  </a:lnTo>
                  <a:lnTo>
                    <a:pt x="337446" y="257665"/>
                  </a:lnTo>
                  <a:lnTo>
                    <a:pt x="335688" y="260613"/>
                  </a:lnTo>
                  <a:lnTo>
                    <a:pt x="333931" y="262971"/>
                  </a:lnTo>
                  <a:lnTo>
                    <a:pt x="332172" y="265330"/>
                  </a:lnTo>
                  <a:lnTo>
                    <a:pt x="330416" y="267688"/>
                  </a:lnTo>
                  <a:lnTo>
                    <a:pt x="329537" y="270636"/>
                  </a:lnTo>
                  <a:lnTo>
                    <a:pt x="327779" y="272995"/>
                  </a:lnTo>
                  <a:lnTo>
                    <a:pt x="326022" y="275353"/>
                  </a:lnTo>
                  <a:lnTo>
                    <a:pt x="324264" y="278891"/>
                  </a:lnTo>
                  <a:lnTo>
                    <a:pt x="322507" y="281250"/>
                  </a:lnTo>
                  <a:lnTo>
                    <a:pt x="320749" y="284198"/>
                  </a:lnTo>
                  <a:lnTo>
                    <a:pt x="318992" y="286556"/>
                  </a:lnTo>
                  <a:lnTo>
                    <a:pt x="317233" y="288915"/>
                  </a:lnTo>
                  <a:lnTo>
                    <a:pt x="315477" y="292452"/>
                  </a:lnTo>
                  <a:lnTo>
                    <a:pt x="313718" y="294211"/>
                  </a:lnTo>
                  <a:lnTo>
                    <a:pt x="312840" y="297758"/>
                  </a:lnTo>
                  <a:lnTo>
                    <a:pt x="311083" y="300118"/>
                  </a:lnTo>
                  <a:lnTo>
                    <a:pt x="309325" y="303655"/>
                  </a:lnTo>
                  <a:lnTo>
                    <a:pt x="307568" y="305412"/>
                  </a:lnTo>
                  <a:lnTo>
                    <a:pt x="305810" y="308962"/>
                  </a:lnTo>
                  <a:lnTo>
                    <a:pt x="304053" y="312500"/>
                  </a:lnTo>
                  <a:lnTo>
                    <a:pt x="302294" y="314858"/>
                  </a:lnTo>
                  <a:lnTo>
                    <a:pt x="300537" y="317806"/>
                  </a:lnTo>
                  <a:lnTo>
                    <a:pt x="298779" y="321344"/>
                  </a:lnTo>
                  <a:lnTo>
                    <a:pt x="297022" y="323702"/>
                  </a:lnTo>
                  <a:lnTo>
                    <a:pt x="296144" y="327239"/>
                  </a:lnTo>
                  <a:lnTo>
                    <a:pt x="294386" y="330188"/>
                  </a:lnTo>
                  <a:lnTo>
                    <a:pt x="292629" y="333726"/>
                  </a:lnTo>
                  <a:lnTo>
                    <a:pt x="290871" y="336085"/>
                  </a:lnTo>
                  <a:lnTo>
                    <a:pt x="289114" y="339033"/>
                  </a:lnTo>
                  <a:lnTo>
                    <a:pt x="287355" y="342570"/>
                  </a:lnTo>
                  <a:lnTo>
                    <a:pt x="285598" y="346107"/>
                  </a:lnTo>
                  <a:lnTo>
                    <a:pt x="283841" y="348467"/>
                  </a:lnTo>
                  <a:lnTo>
                    <a:pt x="282083" y="352594"/>
                  </a:lnTo>
                  <a:lnTo>
                    <a:pt x="280326" y="354952"/>
                  </a:lnTo>
                  <a:lnTo>
                    <a:pt x="279447" y="358490"/>
                  </a:lnTo>
                  <a:lnTo>
                    <a:pt x="277690" y="361438"/>
                  </a:lnTo>
                  <a:lnTo>
                    <a:pt x="275931" y="364975"/>
                  </a:lnTo>
                  <a:lnTo>
                    <a:pt x="274175" y="368514"/>
                  </a:lnTo>
                  <a:lnTo>
                    <a:pt x="272416" y="372052"/>
                  </a:lnTo>
                  <a:lnTo>
                    <a:pt x="268902" y="375000"/>
                  </a:lnTo>
                  <a:lnTo>
                    <a:pt x="267144" y="378537"/>
                  </a:lnTo>
                  <a:lnTo>
                    <a:pt x="265387" y="382075"/>
                  </a:lnTo>
                  <a:lnTo>
                    <a:pt x="263629" y="385023"/>
                  </a:lnTo>
                  <a:lnTo>
                    <a:pt x="260992" y="388561"/>
                  </a:lnTo>
                  <a:lnTo>
                    <a:pt x="259235" y="392099"/>
                  </a:lnTo>
                  <a:lnTo>
                    <a:pt x="257477" y="395047"/>
                  </a:lnTo>
                  <a:lnTo>
                    <a:pt x="255720" y="398585"/>
                  </a:lnTo>
                  <a:lnTo>
                    <a:pt x="252205" y="402100"/>
                  </a:lnTo>
                  <a:lnTo>
                    <a:pt x="250448" y="405660"/>
                  </a:lnTo>
                  <a:lnTo>
                    <a:pt x="248690" y="408608"/>
                  </a:lnTo>
                  <a:lnTo>
                    <a:pt x="245175" y="413325"/>
                  </a:lnTo>
                  <a:lnTo>
                    <a:pt x="244296" y="416863"/>
                  </a:lnTo>
                  <a:lnTo>
                    <a:pt x="242538" y="419811"/>
                  </a:lnTo>
                  <a:lnTo>
                    <a:pt x="239024" y="423325"/>
                  </a:lnTo>
                  <a:lnTo>
                    <a:pt x="237266" y="426886"/>
                  </a:lnTo>
                  <a:lnTo>
                    <a:pt x="233751" y="431014"/>
                  </a:lnTo>
                  <a:lnTo>
                    <a:pt x="231994" y="434552"/>
                  </a:lnTo>
                  <a:lnTo>
                    <a:pt x="228479" y="438067"/>
                  </a:lnTo>
                  <a:lnTo>
                    <a:pt x="227600" y="441037"/>
                  </a:lnTo>
                  <a:lnTo>
                    <a:pt x="224085" y="444552"/>
                  </a:lnTo>
                  <a:lnTo>
                    <a:pt x="222327" y="449292"/>
                  </a:lnTo>
                  <a:lnTo>
                    <a:pt x="218812" y="452240"/>
                  </a:lnTo>
                  <a:lnTo>
                    <a:pt x="217055" y="455778"/>
                  </a:lnTo>
                  <a:lnTo>
                    <a:pt x="213540" y="460495"/>
                  </a:lnTo>
                  <a:lnTo>
                    <a:pt x="211782" y="463443"/>
                  </a:lnTo>
                  <a:lnTo>
                    <a:pt x="209146" y="466981"/>
                  </a:lnTo>
                  <a:lnTo>
                    <a:pt x="205631" y="470496"/>
                  </a:lnTo>
                  <a:lnTo>
                    <a:pt x="202116" y="474646"/>
                  </a:lnTo>
                  <a:lnTo>
                    <a:pt x="200358" y="478184"/>
                  </a:lnTo>
                  <a:lnTo>
                    <a:pt x="196843" y="482901"/>
                  </a:lnTo>
                  <a:lnTo>
                    <a:pt x="194207" y="485849"/>
                  </a:lnTo>
                  <a:lnTo>
                    <a:pt x="190692" y="489364"/>
                  </a:lnTo>
                  <a:lnTo>
                    <a:pt x="188934" y="494103"/>
                  </a:lnTo>
                  <a:lnTo>
                    <a:pt x="185419" y="497052"/>
                  </a:lnTo>
                  <a:lnTo>
                    <a:pt x="181904" y="500567"/>
                  </a:lnTo>
                  <a:lnTo>
                    <a:pt x="178389" y="505306"/>
                  </a:lnTo>
                  <a:lnTo>
                    <a:pt x="175753" y="508254"/>
                  </a:lnTo>
                  <a:lnTo>
                    <a:pt x="172238" y="511769"/>
                  </a:lnTo>
                  <a:lnTo>
                    <a:pt x="168723" y="515330"/>
                  </a:lnTo>
                  <a:lnTo>
                    <a:pt x="165208" y="519457"/>
                  </a:lnTo>
                  <a:lnTo>
                    <a:pt x="161692" y="522973"/>
                  </a:lnTo>
                  <a:lnTo>
                    <a:pt x="159056" y="527712"/>
                  </a:lnTo>
                  <a:lnTo>
                    <a:pt x="155541" y="530660"/>
                  </a:lnTo>
                  <a:lnTo>
                    <a:pt x="152026" y="535377"/>
                  </a:lnTo>
                  <a:lnTo>
                    <a:pt x="148511" y="538892"/>
                  </a:lnTo>
                  <a:lnTo>
                    <a:pt x="144996" y="543042"/>
                  </a:lnTo>
                  <a:lnTo>
                    <a:pt x="142360" y="546580"/>
                  </a:lnTo>
                  <a:lnTo>
                    <a:pt x="138845" y="551297"/>
                  </a:lnTo>
                  <a:lnTo>
                    <a:pt x="135329" y="555424"/>
                  </a:lnTo>
                  <a:lnTo>
                    <a:pt x="131814" y="558939"/>
                  </a:lnTo>
                  <a:lnTo>
                    <a:pt x="128299" y="562500"/>
                  </a:lnTo>
                  <a:lnTo>
                    <a:pt x="123906" y="566627"/>
                  </a:lnTo>
                  <a:lnTo>
                    <a:pt x="120390" y="571344"/>
                  </a:lnTo>
                  <a:lnTo>
                    <a:pt x="116875" y="574292"/>
                  </a:lnTo>
                  <a:lnTo>
                    <a:pt x="113360" y="579009"/>
                  </a:lnTo>
                  <a:lnTo>
                    <a:pt x="109845" y="583726"/>
                  </a:lnTo>
                  <a:lnTo>
                    <a:pt x="107209" y="587853"/>
                  </a:lnTo>
                  <a:lnTo>
                    <a:pt x="103694" y="591368"/>
                  </a:lnTo>
                  <a:lnTo>
                    <a:pt x="98421" y="596108"/>
                  </a:lnTo>
                  <a:lnTo>
                    <a:pt x="96664" y="600236"/>
                  </a:lnTo>
                  <a:lnTo>
                    <a:pt x="93149" y="604953"/>
                  </a:lnTo>
                  <a:lnTo>
                    <a:pt x="90512" y="608490"/>
                  </a:lnTo>
                  <a:lnTo>
                    <a:pt x="86997" y="613797"/>
                  </a:lnTo>
                  <a:lnTo>
                    <a:pt x="83482" y="617312"/>
                  </a:lnTo>
                  <a:lnTo>
                    <a:pt x="79967" y="622641"/>
                  </a:lnTo>
                  <a:lnTo>
                    <a:pt x="76452" y="626156"/>
                  </a:lnTo>
                  <a:lnTo>
                    <a:pt x="73816" y="630896"/>
                  </a:lnTo>
                  <a:lnTo>
                    <a:pt x="70301" y="635023"/>
                  </a:lnTo>
                  <a:lnTo>
                    <a:pt x="66786" y="640920"/>
                  </a:lnTo>
                  <a:lnTo>
                    <a:pt x="63271" y="645047"/>
                  </a:lnTo>
                  <a:lnTo>
                    <a:pt x="61513" y="649764"/>
                  </a:lnTo>
                  <a:lnTo>
                    <a:pt x="58877" y="653891"/>
                  </a:lnTo>
                  <a:lnTo>
                    <a:pt x="55362" y="659787"/>
                  </a:lnTo>
                  <a:lnTo>
                    <a:pt x="51847" y="664504"/>
                  </a:lnTo>
                  <a:lnTo>
                    <a:pt x="50089" y="668632"/>
                  </a:lnTo>
                  <a:lnTo>
                    <a:pt x="46574" y="673349"/>
                  </a:lnTo>
                  <a:lnTo>
                    <a:pt x="43059" y="678655"/>
                  </a:lnTo>
                  <a:lnTo>
                    <a:pt x="42180" y="683372"/>
                  </a:lnTo>
                  <a:lnTo>
                    <a:pt x="38665" y="688679"/>
                  </a:lnTo>
                  <a:lnTo>
                    <a:pt x="36908" y="693395"/>
                  </a:lnTo>
                  <a:lnTo>
                    <a:pt x="35150" y="698703"/>
                  </a:lnTo>
                  <a:lnTo>
                    <a:pt x="31635" y="704599"/>
                  </a:lnTo>
                  <a:lnTo>
                    <a:pt x="29878" y="709315"/>
                  </a:lnTo>
                  <a:lnTo>
                    <a:pt x="26362" y="714622"/>
                  </a:lnTo>
                  <a:lnTo>
                    <a:pt x="25484" y="720519"/>
                  </a:lnTo>
                  <a:lnTo>
                    <a:pt x="23726" y="725825"/>
                  </a:lnTo>
                  <a:lnTo>
                    <a:pt x="21969" y="731721"/>
                  </a:lnTo>
                  <a:lnTo>
                    <a:pt x="20211" y="737028"/>
                  </a:lnTo>
                  <a:lnTo>
                    <a:pt x="18454" y="742924"/>
                  </a:lnTo>
                  <a:lnTo>
                    <a:pt x="16696" y="748231"/>
                  </a:lnTo>
                  <a:lnTo>
                    <a:pt x="14939" y="754126"/>
                  </a:lnTo>
                  <a:lnTo>
                    <a:pt x="13181" y="759434"/>
                  </a:lnTo>
                  <a:lnTo>
                    <a:pt x="13181" y="765330"/>
                  </a:lnTo>
                  <a:lnTo>
                    <a:pt x="11423" y="770636"/>
                  </a:lnTo>
                  <a:lnTo>
                    <a:pt x="11423" y="777122"/>
                  </a:lnTo>
                  <a:lnTo>
                    <a:pt x="9666" y="783019"/>
                  </a:lnTo>
                  <a:lnTo>
                    <a:pt x="9666" y="789504"/>
                  </a:lnTo>
                  <a:lnTo>
                    <a:pt x="8787" y="795401"/>
                  </a:lnTo>
                  <a:lnTo>
                    <a:pt x="8787" y="800707"/>
                  </a:lnTo>
                  <a:lnTo>
                    <a:pt x="7030" y="807783"/>
                  </a:lnTo>
                  <a:lnTo>
                    <a:pt x="7030" y="813089"/>
                  </a:lnTo>
                  <a:lnTo>
                    <a:pt x="5272" y="818986"/>
                  </a:lnTo>
                  <a:lnTo>
                    <a:pt x="5272" y="825471"/>
                  </a:lnTo>
                  <a:lnTo>
                    <a:pt x="5272" y="831368"/>
                  </a:lnTo>
                  <a:lnTo>
                    <a:pt x="5272" y="837854"/>
                  </a:lnTo>
                  <a:lnTo>
                    <a:pt x="3515" y="843750"/>
                  </a:lnTo>
                  <a:lnTo>
                    <a:pt x="1757" y="849056"/>
                  </a:lnTo>
                  <a:lnTo>
                    <a:pt x="1757" y="855542"/>
                  </a:lnTo>
                  <a:lnTo>
                    <a:pt x="1757" y="861438"/>
                  </a:lnTo>
                  <a:lnTo>
                    <a:pt x="1757" y="866745"/>
                  </a:lnTo>
                  <a:lnTo>
                    <a:pt x="1757" y="873821"/>
                  </a:lnTo>
                  <a:lnTo>
                    <a:pt x="1757" y="879127"/>
                  </a:lnTo>
                  <a:lnTo>
                    <a:pt x="1757" y="886203"/>
                  </a:lnTo>
                  <a:lnTo>
                    <a:pt x="0" y="891509"/>
                  </a:lnTo>
                  <a:lnTo>
                    <a:pt x="0" y="897405"/>
                  </a:lnTo>
                  <a:lnTo>
                    <a:pt x="0" y="902712"/>
                  </a:lnTo>
                  <a:lnTo>
                    <a:pt x="0" y="909788"/>
                  </a:lnTo>
                  <a:lnTo>
                    <a:pt x="0" y="915094"/>
                  </a:lnTo>
                  <a:lnTo>
                    <a:pt x="0" y="920989"/>
                  </a:lnTo>
                  <a:lnTo>
                    <a:pt x="0" y="927476"/>
                  </a:lnTo>
                  <a:lnTo>
                    <a:pt x="1757" y="933372"/>
                  </a:lnTo>
                  <a:lnTo>
                    <a:pt x="1757" y="938679"/>
                  </a:lnTo>
                  <a:lnTo>
                    <a:pt x="1757" y="944575"/>
                  </a:lnTo>
                  <a:lnTo>
                    <a:pt x="1757" y="949882"/>
                  </a:lnTo>
                  <a:lnTo>
                    <a:pt x="1757" y="956957"/>
                  </a:lnTo>
                  <a:lnTo>
                    <a:pt x="1757" y="962264"/>
                  </a:lnTo>
                  <a:lnTo>
                    <a:pt x="3515" y="968160"/>
                  </a:lnTo>
                  <a:lnTo>
                    <a:pt x="5272" y="973467"/>
                  </a:lnTo>
                  <a:lnTo>
                    <a:pt x="5272" y="979953"/>
                  </a:lnTo>
                  <a:lnTo>
                    <a:pt x="5272" y="985849"/>
                  </a:lnTo>
                  <a:lnTo>
                    <a:pt x="7030" y="991156"/>
                  </a:lnTo>
                  <a:lnTo>
                    <a:pt x="7030" y="997052"/>
                  </a:lnTo>
                  <a:lnTo>
                    <a:pt x="9666" y="1002358"/>
                  </a:lnTo>
                  <a:lnTo>
                    <a:pt x="9666" y="1008255"/>
                  </a:lnTo>
                  <a:lnTo>
                    <a:pt x="11423" y="1013561"/>
                  </a:lnTo>
                  <a:lnTo>
                    <a:pt x="13181" y="1019457"/>
                  </a:lnTo>
                  <a:lnTo>
                    <a:pt x="14939" y="1024764"/>
                  </a:lnTo>
                  <a:lnTo>
                    <a:pt x="16696" y="1030660"/>
                  </a:lnTo>
                  <a:lnTo>
                    <a:pt x="18454" y="1035967"/>
                  </a:lnTo>
                  <a:lnTo>
                    <a:pt x="20211" y="1040684"/>
                  </a:lnTo>
                  <a:lnTo>
                    <a:pt x="21969" y="1046580"/>
                  </a:lnTo>
                  <a:lnTo>
                    <a:pt x="23726" y="1051887"/>
                  </a:lnTo>
                  <a:lnTo>
                    <a:pt x="25484" y="1057783"/>
                  </a:lnTo>
                  <a:lnTo>
                    <a:pt x="28120" y="1063089"/>
                  </a:lnTo>
                  <a:lnTo>
                    <a:pt x="31635" y="1068986"/>
                  </a:lnTo>
                  <a:lnTo>
                    <a:pt x="33393" y="1073113"/>
                  </a:lnTo>
                  <a:lnTo>
                    <a:pt x="36908" y="1079009"/>
                  </a:lnTo>
                  <a:lnTo>
                    <a:pt x="38665" y="1084316"/>
                  </a:lnTo>
                  <a:lnTo>
                    <a:pt x="42180" y="1089033"/>
                  </a:lnTo>
                  <a:lnTo>
                    <a:pt x="44817" y="1094340"/>
                  </a:lnTo>
                  <a:lnTo>
                    <a:pt x="46574" y="1099056"/>
                  </a:lnTo>
                  <a:lnTo>
                    <a:pt x="51847" y="1104329"/>
                  </a:lnTo>
                  <a:lnTo>
                    <a:pt x="55362" y="1110259"/>
                  </a:lnTo>
                  <a:lnTo>
                    <a:pt x="58877" y="1114387"/>
                  </a:lnTo>
                  <a:lnTo>
                    <a:pt x="61513" y="1120283"/>
                  </a:lnTo>
                  <a:lnTo>
                    <a:pt x="65028" y="1125000"/>
                  </a:lnTo>
                  <a:lnTo>
                    <a:pt x="70301" y="1130273"/>
                  </a:lnTo>
                  <a:lnTo>
                    <a:pt x="73816" y="1135023"/>
                  </a:lnTo>
                  <a:lnTo>
                    <a:pt x="78210" y="1140330"/>
                  </a:lnTo>
                  <a:lnTo>
                    <a:pt x="81725" y="1145047"/>
                  </a:lnTo>
                  <a:lnTo>
                    <a:pt x="88755" y="1149174"/>
                  </a:lnTo>
                  <a:lnTo>
                    <a:pt x="92270" y="1153891"/>
                  </a:lnTo>
                  <a:lnTo>
                    <a:pt x="96664" y="1158608"/>
                  </a:lnTo>
                  <a:lnTo>
                    <a:pt x="100179" y="1162736"/>
                  </a:lnTo>
                  <a:lnTo>
                    <a:pt x="105451" y="1167453"/>
                  </a:lnTo>
                  <a:lnTo>
                    <a:pt x="109845" y="1171580"/>
                  </a:lnTo>
                  <a:lnTo>
                    <a:pt x="116875" y="1176297"/>
                  </a:lnTo>
                  <a:lnTo>
                    <a:pt x="122148" y="1181014"/>
                  </a:lnTo>
                  <a:lnTo>
                    <a:pt x="127421" y="1185141"/>
                  </a:lnTo>
                  <a:lnTo>
                    <a:pt x="131814" y="1188679"/>
                  </a:lnTo>
                  <a:lnTo>
                    <a:pt x="138845" y="1193396"/>
                  </a:lnTo>
                  <a:lnTo>
                    <a:pt x="144117" y="1197524"/>
                  </a:lnTo>
                  <a:lnTo>
                    <a:pt x="150269" y="1202240"/>
                  </a:lnTo>
                  <a:lnTo>
                    <a:pt x="155541" y="1205189"/>
                  </a:lnTo>
                  <a:lnTo>
                    <a:pt x="161692" y="1209906"/>
                  </a:lnTo>
                  <a:lnTo>
                    <a:pt x="168723" y="1213443"/>
                  </a:lnTo>
                  <a:lnTo>
                    <a:pt x="175753" y="1217571"/>
                  </a:lnTo>
                  <a:lnTo>
                    <a:pt x="181904" y="1221108"/>
                  </a:lnTo>
                  <a:lnTo>
                    <a:pt x="188934" y="1224646"/>
                  </a:lnTo>
                  <a:lnTo>
                    <a:pt x="195086" y="1228774"/>
                  </a:lnTo>
                  <a:lnTo>
                    <a:pt x="202116" y="1232311"/>
                  </a:lnTo>
                  <a:lnTo>
                    <a:pt x="209146" y="1235849"/>
                  </a:lnTo>
                  <a:lnTo>
                    <a:pt x="215297" y="1238797"/>
                  </a:lnTo>
                  <a:lnTo>
                    <a:pt x="222327" y="1242335"/>
                  </a:lnTo>
                  <a:lnTo>
                    <a:pt x="230236" y="1247052"/>
                  </a:lnTo>
                  <a:lnTo>
                    <a:pt x="237266" y="1249410"/>
                  </a:lnTo>
                  <a:lnTo>
                    <a:pt x="245175" y="1253538"/>
                  </a:lnTo>
                  <a:lnTo>
                    <a:pt x="252205" y="1255896"/>
                  </a:lnTo>
                  <a:lnTo>
                    <a:pt x="259235" y="1259434"/>
                  </a:lnTo>
                  <a:lnTo>
                    <a:pt x="267144" y="1262382"/>
                  </a:lnTo>
                  <a:lnTo>
                    <a:pt x="274175" y="1265920"/>
                  </a:lnTo>
                  <a:lnTo>
                    <a:pt x="282083" y="1268278"/>
                  </a:lnTo>
                  <a:lnTo>
                    <a:pt x="290871" y="1271816"/>
                  </a:lnTo>
                  <a:lnTo>
                    <a:pt x="297022" y="1274764"/>
                  </a:lnTo>
                  <a:lnTo>
                    <a:pt x="305810" y="1277123"/>
                  </a:lnTo>
                  <a:lnTo>
                    <a:pt x="312840" y="1280660"/>
                  </a:lnTo>
                  <a:lnTo>
                    <a:pt x="320749" y="1283019"/>
                  </a:lnTo>
                  <a:lnTo>
                    <a:pt x="329537" y="1284788"/>
                  </a:lnTo>
                  <a:lnTo>
                    <a:pt x="337446" y="1288325"/>
                  </a:lnTo>
                  <a:lnTo>
                    <a:pt x="344476" y="1290684"/>
                  </a:lnTo>
                  <a:lnTo>
                    <a:pt x="352385" y="1293042"/>
                  </a:lnTo>
                  <a:lnTo>
                    <a:pt x="361172" y="1294811"/>
                  </a:lnTo>
                  <a:lnTo>
                    <a:pt x="369081" y="1297170"/>
                  </a:lnTo>
                  <a:lnTo>
                    <a:pt x="376111" y="1299528"/>
                  </a:lnTo>
                  <a:lnTo>
                    <a:pt x="384020" y="1301887"/>
                  </a:lnTo>
                  <a:lnTo>
                    <a:pt x="392808" y="1303066"/>
                  </a:lnTo>
                  <a:lnTo>
                    <a:pt x="400717" y="1305424"/>
                  </a:lnTo>
                  <a:lnTo>
                    <a:pt x="409504" y="1307193"/>
                  </a:lnTo>
                  <a:lnTo>
                    <a:pt x="417412" y="1309552"/>
                  </a:lnTo>
                  <a:lnTo>
                    <a:pt x="424443" y="1310731"/>
                  </a:lnTo>
                  <a:lnTo>
                    <a:pt x="432352" y="1313090"/>
                  </a:lnTo>
                  <a:lnTo>
                    <a:pt x="441140" y="1314269"/>
                  </a:lnTo>
                  <a:lnTo>
                    <a:pt x="449049" y="1316627"/>
                  </a:lnTo>
                  <a:lnTo>
                    <a:pt x="457837" y="1317217"/>
                  </a:lnTo>
                  <a:lnTo>
                    <a:pt x="465745" y="1318396"/>
                  </a:lnTo>
                  <a:lnTo>
                    <a:pt x="474533" y="1319575"/>
                  </a:lnTo>
                  <a:lnTo>
                    <a:pt x="482442" y="1321934"/>
                  </a:lnTo>
                  <a:lnTo>
                    <a:pt x="489472" y="1323113"/>
                  </a:lnTo>
                  <a:lnTo>
                    <a:pt x="498260" y="1324292"/>
                  </a:lnTo>
                  <a:lnTo>
                    <a:pt x="506169" y="1324292"/>
                  </a:lnTo>
                  <a:lnTo>
                    <a:pt x="514955" y="1326651"/>
                  </a:lnTo>
                  <a:lnTo>
                    <a:pt x="521108" y="1326651"/>
                  </a:lnTo>
                  <a:lnTo>
                    <a:pt x="529895" y="1327830"/>
                  </a:lnTo>
                  <a:lnTo>
                    <a:pt x="537804" y="1328420"/>
                  </a:lnTo>
                  <a:lnTo>
                    <a:pt x="546592" y="1328420"/>
                  </a:lnTo>
                  <a:lnTo>
                    <a:pt x="552743" y="1328420"/>
                  </a:lnTo>
                  <a:lnTo>
                    <a:pt x="561531" y="1329599"/>
                  </a:lnTo>
                  <a:lnTo>
                    <a:pt x="569440" y="1329599"/>
                  </a:lnTo>
                  <a:lnTo>
                    <a:pt x="578228" y="1330778"/>
                  </a:lnTo>
                  <a:lnTo>
                    <a:pt x="586136" y="1330778"/>
                  </a:lnTo>
                  <a:lnTo>
                    <a:pt x="594924" y="1331958"/>
                  </a:lnTo>
                  <a:lnTo>
                    <a:pt x="601076" y="1331958"/>
                  </a:lnTo>
                  <a:lnTo>
                    <a:pt x="611621" y="1333137"/>
                  </a:lnTo>
                  <a:lnTo>
                    <a:pt x="617772" y="1333137"/>
                  </a:lnTo>
                  <a:lnTo>
                    <a:pt x="626560" y="1333137"/>
                  </a:lnTo>
                  <a:lnTo>
                    <a:pt x="634469" y="1333137"/>
                  </a:lnTo>
                  <a:lnTo>
                    <a:pt x="643256" y="1334316"/>
                  </a:lnTo>
                  <a:lnTo>
                    <a:pt x="652044" y="1334316"/>
                  </a:lnTo>
                  <a:lnTo>
                    <a:pt x="659953" y="1334316"/>
                  </a:lnTo>
                  <a:lnTo>
                    <a:pt x="668740" y="1335495"/>
                  </a:lnTo>
                  <a:lnTo>
                    <a:pt x="678407" y="1335495"/>
                  </a:lnTo>
                  <a:lnTo>
                    <a:pt x="685437" y="1335495"/>
                  </a:lnTo>
                  <a:lnTo>
                    <a:pt x="693346" y="1335495"/>
                  </a:lnTo>
                  <a:lnTo>
                    <a:pt x="703012" y="1335495"/>
                  </a:lnTo>
                  <a:lnTo>
                    <a:pt x="711800" y="1336675"/>
                  </a:lnTo>
                  <a:lnTo>
                    <a:pt x="719709" y="1336675"/>
                  </a:lnTo>
                  <a:lnTo>
                    <a:pt x="728497" y="1336675"/>
                  </a:lnTo>
                  <a:lnTo>
                    <a:pt x="736405" y="1336675"/>
                  </a:lnTo>
                  <a:lnTo>
                    <a:pt x="746951" y="1336675"/>
                  </a:lnTo>
                  <a:lnTo>
                    <a:pt x="753102" y="1336675"/>
                  </a:lnTo>
                  <a:lnTo>
                    <a:pt x="763647" y="1336675"/>
                  </a:lnTo>
                  <a:lnTo>
                    <a:pt x="771556" y="1336675"/>
                  </a:lnTo>
                  <a:lnTo>
                    <a:pt x="780344" y="1336675"/>
                  </a:lnTo>
                  <a:lnTo>
                    <a:pt x="788253" y="1336675"/>
                  </a:lnTo>
                  <a:lnTo>
                    <a:pt x="797040" y="1336675"/>
                  </a:lnTo>
                  <a:lnTo>
                    <a:pt x="804949" y="1336675"/>
                  </a:lnTo>
                  <a:lnTo>
                    <a:pt x="815494" y="1336675"/>
                  </a:lnTo>
                  <a:lnTo>
                    <a:pt x="823403" y="1336675"/>
                  </a:lnTo>
                  <a:lnTo>
                    <a:pt x="832191" y="1336675"/>
                  </a:lnTo>
                  <a:lnTo>
                    <a:pt x="840100" y="1336675"/>
                  </a:lnTo>
                  <a:lnTo>
                    <a:pt x="848887" y="1336675"/>
                  </a:lnTo>
                  <a:lnTo>
                    <a:pt x="856796" y="1335495"/>
                  </a:lnTo>
                  <a:lnTo>
                    <a:pt x="865583" y="1335495"/>
                  </a:lnTo>
                  <a:lnTo>
                    <a:pt x="873493" y="1335495"/>
                  </a:lnTo>
                  <a:lnTo>
                    <a:pt x="884038" y="1335495"/>
                  </a:lnTo>
                  <a:lnTo>
                    <a:pt x="890189" y="1334316"/>
                  </a:lnTo>
                  <a:lnTo>
                    <a:pt x="900735" y="1334316"/>
                  </a:lnTo>
                  <a:lnTo>
                    <a:pt x="908644" y="1333137"/>
                  </a:lnTo>
                  <a:lnTo>
                    <a:pt x="917431" y="1333137"/>
                  </a:lnTo>
                  <a:lnTo>
                    <a:pt x="925340" y="1333137"/>
                  </a:lnTo>
                  <a:lnTo>
                    <a:pt x="934128" y="1333137"/>
                  </a:lnTo>
                  <a:lnTo>
                    <a:pt x="942037" y="1331958"/>
                  </a:lnTo>
                  <a:lnTo>
                    <a:pt x="950824" y="1331958"/>
                  </a:lnTo>
                  <a:lnTo>
                    <a:pt x="958733" y="1330778"/>
                  </a:lnTo>
                  <a:lnTo>
                    <a:pt x="965763" y="1330778"/>
                  </a:lnTo>
                  <a:lnTo>
                    <a:pt x="973672" y="1329599"/>
                  </a:lnTo>
                  <a:lnTo>
                    <a:pt x="982460" y="1329599"/>
                  </a:lnTo>
                  <a:lnTo>
                    <a:pt x="990369" y="1328420"/>
                  </a:lnTo>
                  <a:lnTo>
                    <a:pt x="999157" y="1328420"/>
                  </a:lnTo>
                  <a:lnTo>
                    <a:pt x="1006187" y="1327830"/>
                  </a:lnTo>
                  <a:lnTo>
                    <a:pt x="1014096" y="1327830"/>
                  </a:lnTo>
                  <a:lnTo>
                    <a:pt x="1021126" y="1326651"/>
                  </a:lnTo>
                  <a:lnTo>
                    <a:pt x="1029034" y="1325472"/>
                  </a:lnTo>
                  <a:lnTo>
                    <a:pt x="1037822" y="1324292"/>
                  </a:lnTo>
                  <a:lnTo>
                    <a:pt x="1043973" y="1324292"/>
                  </a:lnTo>
                  <a:lnTo>
                    <a:pt x="1052761" y="1323113"/>
                  </a:lnTo>
                  <a:lnTo>
                    <a:pt x="1058913" y="1321934"/>
                  </a:lnTo>
                  <a:lnTo>
                    <a:pt x="1067700" y="1320755"/>
                  </a:lnTo>
                  <a:lnTo>
                    <a:pt x="1074730" y="1320755"/>
                  </a:lnTo>
                  <a:lnTo>
                    <a:pt x="1082639" y="1319575"/>
                  </a:lnTo>
                  <a:lnTo>
                    <a:pt x="1089669" y="1318396"/>
                  </a:lnTo>
                  <a:lnTo>
                    <a:pt x="1095821" y="1316627"/>
                  </a:lnTo>
                  <a:lnTo>
                    <a:pt x="1102851" y="1316627"/>
                  </a:lnTo>
                  <a:lnTo>
                    <a:pt x="1109002" y="1315448"/>
                  </a:lnTo>
                  <a:lnTo>
                    <a:pt x="1116032" y="1314269"/>
                  </a:lnTo>
                  <a:lnTo>
                    <a:pt x="1123063" y="1311910"/>
                  </a:lnTo>
                  <a:lnTo>
                    <a:pt x="1129214" y="1310731"/>
                  </a:lnTo>
                  <a:lnTo>
                    <a:pt x="1136244" y="1309552"/>
                  </a:lnTo>
                  <a:lnTo>
                    <a:pt x="1142395" y="1308373"/>
                  </a:lnTo>
                  <a:lnTo>
                    <a:pt x="1147668" y="1307193"/>
                  </a:lnTo>
                  <a:lnTo>
                    <a:pt x="1154698" y="1306014"/>
                  </a:lnTo>
                  <a:lnTo>
                    <a:pt x="1160850" y="1304245"/>
                  </a:lnTo>
                  <a:lnTo>
                    <a:pt x="1167880" y="1303066"/>
                  </a:lnTo>
                  <a:lnTo>
                    <a:pt x="1174910" y="1301887"/>
                  </a:lnTo>
                  <a:lnTo>
                    <a:pt x="1181061" y="1300708"/>
                  </a:lnTo>
                  <a:lnTo>
                    <a:pt x="1186334" y="1298349"/>
                  </a:lnTo>
                  <a:lnTo>
                    <a:pt x="1191606" y="1297170"/>
                  </a:lnTo>
                  <a:lnTo>
                    <a:pt x="1197758" y="1294811"/>
                  </a:lnTo>
                  <a:lnTo>
                    <a:pt x="1204788" y="1294222"/>
                  </a:lnTo>
                  <a:lnTo>
                    <a:pt x="1210060" y="1291863"/>
                  </a:lnTo>
                  <a:lnTo>
                    <a:pt x="1216212" y="1290684"/>
                  </a:lnTo>
                  <a:lnTo>
                    <a:pt x="1221484" y="1288325"/>
                  </a:lnTo>
                  <a:lnTo>
                    <a:pt x="1227636" y="1287146"/>
                  </a:lnTo>
                  <a:lnTo>
                    <a:pt x="1232908" y="1284788"/>
                  </a:lnTo>
                  <a:lnTo>
                    <a:pt x="1238181" y="1283608"/>
                  </a:lnTo>
                  <a:lnTo>
                    <a:pt x="1243454" y="1281840"/>
                  </a:lnTo>
                  <a:lnTo>
                    <a:pt x="1249605" y="1279481"/>
                  </a:lnTo>
                  <a:lnTo>
                    <a:pt x="1254877" y="1277123"/>
                  </a:lnTo>
                  <a:lnTo>
                    <a:pt x="1260150" y="1275943"/>
                  </a:lnTo>
                  <a:lnTo>
                    <a:pt x="1264544" y="1273585"/>
                  </a:lnTo>
                  <a:lnTo>
                    <a:pt x="1269816" y="1271816"/>
                  </a:lnTo>
                  <a:lnTo>
                    <a:pt x="1275089" y="1269457"/>
                  </a:lnTo>
                  <a:lnTo>
                    <a:pt x="1279483" y="1267099"/>
                  </a:lnTo>
                  <a:lnTo>
                    <a:pt x="1284756" y="1264741"/>
                  </a:lnTo>
                  <a:lnTo>
                    <a:pt x="1290028" y="1262382"/>
                  </a:lnTo>
                  <a:lnTo>
                    <a:pt x="1294422" y="1260613"/>
                  </a:lnTo>
                  <a:lnTo>
                    <a:pt x="1299695" y="1258255"/>
                  </a:lnTo>
                  <a:lnTo>
                    <a:pt x="1304967" y="1255896"/>
                  </a:lnTo>
                  <a:lnTo>
                    <a:pt x="1310240" y="1253538"/>
                  </a:lnTo>
                  <a:lnTo>
                    <a:pt x="1312876" y="1250000"/>
                  </a:lnTo>
                  <a:lnTo>
                    <a:pt x="1318149" y="1248231"/>
                  </a:lnTo>
                  <a:lnTo>
                    <a:pt x="1323421" y="1245873"/>
                  </a:lnTo>
                  <a:lnTo>
                    <a:pt x="1328694" y="1243514"/>
                  </a:lnTo>
                  <a:lnTo>
                    <a:pt x="1331330" y="1239976"/>
                  </a:lnTo>
                  <a:lnTo>
                    <a:pt x="1336603" y="1238207"/>
                  </a:lnTo>
                  <a:lnTo>
                    <a:pt x="1340118" y="1235849"/>
                  </a:lnTo>
                  <a:lnTo>
                    <a:pt x="1345390" y="1233491"/>
                  </a:lnTo>
                  <a:lnTo>
                    <a:pt x="1348027" y="1229953"/>
                  </a:lnTo>
                  <a:lnTo>
                    <a:pt x="1353299" y="1227594"/>
                  </a:lnTo>
                  <a:lnTo>
                    <a:pt x="1358572" y="1224646"/>
                  </a:lnTo>
                  <a:lnTo>
                    <a:pt x="1362087" y="1222288"/>
                  </a:lnTo>
                  <a:lnTo>
                    <a:pt x="1364723" y="1218750"/>
                  </a:lnTo>
                  <a:lnTo>
                    <a:pt x="1369996" y="1215802"/>
                  </a:lnTo>
                  <a:lnTo>
                    <a:pt x="1373511" y="1212287"/>
                  </a:lnTo>
                  <a:lnTo>
                    <a:pt x="1378783" y="1209906"/>
                  </a:lnTo>
                  <a:lnTo>
                    <a:pt x="1381420" y="1206368"/>
                  </a:lnTo>
                  <a:lnTo>
                    <a:pt x="1386692" y="1203420"/>
                  </a:lnTo>
                  <a:lnTo>
                    <a:pt x="1390207" y="1199905"/>
                  </a:lnTo>
                  <a:lnTo>
                    <a:pt x="1393723" y="1197524"/>
                  </a:lnTo>
                  <a:lnTo>
                    <a:pt x="1398116" y="1193986"/>
                  </a:lnTo>
                  <a:lnTo>
                    <a:pt x="1401631" y="1191038"/>
                  </a:lnTo>
                  <a:lnTo>
                    <a:pt x="1405146" y="1187523"/>
                  </a:lnTo>
                  <a:lnTo>
                    <a:pt x="1410419" y="1183962"/>
                  </a:lnTo>
                  <a:lnTo>
                    <a:pt x="1413055" y="1181014"/>
                  </a:lnTo>
                  <a:lnTo>
                    <a:pt x="1416570" y="1177499"/>
                  </a:lnTo>
                  <a:lnTo>
                    <a:pt x="1420085" y="1172759"/>
                  </a:lnTo>
                  <a:lnTo>
                    <a:pt x="1423601" y="1170990"/>
                  </a:lnTo>
                  <a:lnTo>
                    <a:pt x="1427116" y="1166273"/>
                  </a:lnTo>
                  <a:lnTo>
                    <a:pt x="1431509" y="1162736"/>
                  </a:lnTo>
                  <a:lnTo>
                    <a:pt x="1435025" y="1158608"/>
                  </a:lnTo>
                  <a:lnTo>
                    <a:pt x="1438540" y="1155093"/>
                  </a:lnTo>
                  <a:lnTo>
                    <a:pt x="1443812" y="1150354"/>
                  </a:lnTo>
                  <a:lnTo>
                    <a:pt x="1447327" y="1147406"/>
                  </a:lnTo>
                  <a:lnTo>
                    <a:pt x="1449964" y="1142689"/>
                  </a:lnTo>
                  <a:lnTo>
                    <a:pt x="1453479" y="1139174"/>
                  </a:lnTo>
                  <a:lnTo>
                    <a:pt x="1456994" y="1135023"/>
                  </a:lnTo>
                  <a:lnTo>
                    <a:pt x="1460509" y="1130307"/>
                  </a:lnTo>
                  <a:lnTo>
                    <a:pt x="1464903" y="1125590"/>
                  </a:lnTo>
                  <a:lnTo>
                    <a:pt x="1468418" y="1122641"/>
                  </a:lnTo>
                  <a:lnTo>
                    <a:pt x="1471933" y="1116745"/>
                  </a:lnTo>
                  <a:lnTo>
                    <a:pt x="1475448" y="1112618"/>
                  </a:lnTo>
                  <a:lnTo>
                    <a:pt x="1478963" y="1107901"/>
                  </a:lnTo>
                  <a:lnTo>
                    <a:pt x="1483357" y="1103184"/>
                  </a:lnTo>
                  <a:lnTo>
                    <a:pt x="1485114" y="1099056"/>
                  </a:lnTo>
                  <a:lnTo>
                    <a:pt x="1490387" y="1094340"/>
                  </a:lnTo>
                  <a:lnTo>
                    <a:pt x="1493902" y="1090212"/>
                  </a:lnTo>
                  <a:lnTo>
                    <a:pt x="1497417" y="1085495"/>
                  </a:lnTo>
                  <a:lnTo>
                    <a:pt x="1500053" y="1080778"/>
                  </a:lnTo>
                  <a:lnTo>
                    <a:pt x="1503568" y="1075472"/>
                  </a:lnTo>
                  <a:lnTo>
                    <a:pt x="1505326" y="1070755"/>
                  </a:lnTo>
                  <a:lnTo>
                    <a:pt x="1510598" y="1065483"/>
                  </a:lnTo>
                  <a:lnTo>
                    <a:pt x="1512356" y="1060731"/>
                  </a:lnTo>
                  <a:lnTo>
                    <a:pt x="1514992" y="1055424"/>
                  </a:lnTo>
                  <a:lnTo>
                    <a:pt x="1518507" y="1050707"/>
                  </a:lnTo>
                  <a:lnTo>
                    <a:pt x="1522022" y="1046580"/>
                  </a:lnTo>
                  <a:lnTo>
                    <a:pt x="1525537" y="1039505"/>
                  </a:lnTo>
                  <a:lnTo>
                    <a:pt x="1527295" y="1035377"/>
                  </a:lnTo>
                  <a:lnTo>
                    <a:pt x="1530810" y="1029481"/>
                  </a:lnTo>
                  <a:lnTo>
                    <a:pt x="1531689" y="1024764"/>
                  </a:lnTo>
                  <a:lnTo>
                    <a:pt x="1535204" y="1019457"/>
                  </a:lnTo>
                  <a:lnTo>
                    <a:pt x="1536961" y="1013561"/>
                  </a:lnTo>
                  <a:lnTo>
                    <a:pt x="1540476" y="1008255"/>
                  </a:lnTo>
                  <a:lnTo>
                    <a:pt x="1543992" y="1003538"/>
                  </a:lnTo>
                  <a:lnTo>
                    <a:pt x="1545749" y="998231"/>
                  </a:lnTo>
                  <a:lnTo>
                    <a:pt x="1547507" y="991156"/>
                  </a:lnTo>
                  <a:lnTo>
                    <a:pt x="1548385" y="985849"/>
                  </a:lnTo>
                  <a:lnTo>
                    <a:pt x="1551900" y="981132"/>
                  </a:lnTo>
                  <a:lnTo>
                    <a:pt x="1553658" y="975825"/>
                  </a:lnTo>
                  <a:lnTo>
                    <a:pt x="1555415" y="969929"/>
                  </a:lnTo>
                  <a:lnTo>
                    <a:pt x="1557173" y="964622"/>
                  </a:lnTo>
                  <a:lnTo>
                    <a:pt x="1558931" y="958726"/>
                  </a:lnTo>
                  <a:lnTo>
                    <a:pt x="1560688" y="952240"/>
                  </a:lnTo>
                  <a:lnTo>
                    <a:pt x="1562446" y="947523"/>
                  </a:lnTo>
                  <a:lnTo>
                    <a:pt x="1562446" y="941038"/>
                  </a:lnTo>
                  <a:lnTo>
                    <a:pt x="1564203" y="935141"/>
                  </a:lnTo>
                  <a:lnTo>
                    <a:pt x="1565961" y="929834"/>
                  </a:lnTo>
                  <a:lnTo>
                    <a:pt x="1566839" y="923939"/>
                  </a:lnTo>
                  <a:lnTo>
                    <a:pt x="1566839" y="918632"/>
                  </a:lnTo>
                  <a:lnTo>
                    <a:pt x="1568597" y="912736"/>
                  </a:lnTo>
                  <a:lnTo>
                    <a:pt x="1568597" y="907429"/>
                  </a:lnTo>
                  <a:lnTo>
                    <a:pt x="1568597" y="901533"/>
                  </a:lnTo>
                  <a:lnTo>
                    <a:pt x="1568597" y="895047"/>
                  </a:lnTo>
                  <a:lnTo>
                    <a:pt x="1570355" y="889740"/>
                  </a:lnTo>
                  <a:lnTo>
                    <a:pt x="1570355" y="882665"/>
                  </a:lnTo>
                  <a:lnTo>
                    <a:pt x="1570355" y="877358"/>
                  </a:lnTo>
                  <a:lnTo>
                    <a:pt x="1570355" y="871462"/>
                  </a:lnTo>
                  <a:lnTo>
                    <a:pt x="1570355" y="866155"/>
                  </a:lnTo>
                  <a:lnTo>
                    <a:pt x="1568597" y="860259"/>
                  </a:lnTo>
                  <a:lnTo>
                    <a:pt x="1568597" y="853773"/>
                  </a:lnTo>
                  <a:lnTo>
                    <a:pt x="1568597" y="847877"/>
                  </a:lnTo>
                  <a:lnTo>
                    <a:pt x="1566839" y="842571"/>
                  </a:lnTo>
                  <a:lnTo>
                    <a:pt x="1566839" y="835495"/>
                  </a:lnTo>
                  <a:lnTo>
                    <a:pt x="1565961" y="830188"/>
                  </a:lnTo>
                  <a:lnTo>
                    <a:pt x="1564203" y="824292"/>
                  </a:lnTo>
                  <a:lnTo>
                    <a:pt x="1564203" y="817806"/>
                  </a:lnTo>
                  <a:lnTo>
                    <a:pt x="1562446" y="811910"/>
                  </a:lnTo>
                  <a:lnTo>
                    <a:pt x="1560688" y="806604"/>
                  </a:lnTo>
                  <a:lnTo>
                    <a:pt x="1558931" y="799528"/>
                  </a:lnTo>
                  <a:lnTo>
                    <a:pt x="1557173" y="794221"/>
                  </a:lnTo>
                  <a:lnTo>
                    <a:pt x="1555415" y="788325"/>
                  </a:lnTo>
                  <a:lnTo>
                    <a:pt x="1553658" y="783019"/>
                  </a:lnTo>
                  <a:lnTo>
                    <a:pt x="1551900" y="776533"/>
                  </a:lnTo>
                  <a:lnTo>
                    <a:pt x="1550143" y="770636"/>
                  </a:lnTo>
                  <a:lnTo>
                    <a:pt x="1548385" y="765330"/>
                  </a:lnTo>
                  <a:lnTo>
                    <a:pt x="1545749" y="758254"/>
                  </a:lnTo>
                  <a:lnTo>
                    <a:pt x="1543992" y="752948"/>
                  </a:lnTo>
                  <a:lnTo>
                    <a:pt x="1542234" y="747052"/>
                  </a:lnTo>
                  <a:lnTo>
                    <a:pt x="1538719" y="741745"/>
                  </a:lnTo>
                  <a:lnTo>
                    <a:pt x="1535204" y="734670"/>
                  </a:lnTo>
                  <a:lnTo>
                    <a:pt x="1533446" y="729363"/>
                  </a:lnTo>
                  <a:lnTo>
                    <a:pt x="1530810" y="723467"/>
                  </a:lnTo>
                  <a:lnTo>
                    <a:pt x="1529052" y="718160"/>
                  </a:lnTo>
                  <a:lnTo>
                    <a:pt x="1525537" y="712264"/>
                  </a:lnTo>
                  <a:lnTo>
                    <a:pt x="1522022" y="706957"/>
                  </a:lnTo>
                  <a:lnTo>
                    <a:pt x="1520265" y="699882"/>
                  </a:lnTo>
                  <a:lnTo>
                    <a:pt x="1516750" y="694575"/>
                  </a:lnTo>
                  <a:lnTo>
                    <a:pt x="1514113" y="688679"/>
                  </a:lnTo>
                  <a:lnTo>
                    <a:pt x="1510598" y="683372"/>
                  </a:lnTo>
                  <a:lnTo>
                    <a:pt x="1508841" y="677476"/>
                  </a:lnTo>
                  <a:lnTo>
                    <a:pt x="1505326" y="672170"/>
                  </a:lnTo>
                  <a:lnTo>
                    <a:pt x="1501811" y="666273"/>
                  </a:lnTo>
                  <a:lnTo>
                    <a:pt x="1498296" y="660967"/>
                  </a:lnTo>
                  <a:lnTo>
                    <a:pt x="1495659" y="655070"/>
                  </a:lnTo>
                  <a:lnTo>
                    <a:pt x="1492144" y="649764"/>
                  </a:lnTo>
                  <a:lnTo>
                    <a:pt x="1488629" y="643868"/>
                  </a:lnTo>
                  <a:lnTo>
                    <a:pt x="1485114" y="638561"/>
                  </a:lnTo>
                  <a:lnTo>
                    <a:pt x="1483357" y="633844"/>
                  </a:lnTo>
                  <a:lnTo>
                    <a:pt x="1478963" y="628537"/>
                  </a:lnTo>
                  <a:lnTo>
                    <a:pt x="1477205" y="622641"/>
                  </a:lnTo>
                  <a:lnTo>
                    <a:pt x="1471933" y="617369"/>
                  </a:lnTo>
                  <a:lnTo>
                    <a:pt x="1470175" y="612618"/>
                  </a:lnTo>
                  <a:lnTo>
                    <a:pt x="1464903" y="607346"/>
                  </a:lnTo>
                  <a:lnTo>
                    <a:pt x="1464024" y="602594"/>
                  </a:lnTo>
                  <a:lnTo>
                    <a:pt x="1460509" y="596698"/>
                  </a:lnTo>
                  <a:lnTo>
                    <a:pt x="1456994" y="592570"/>
                  </a:lnTo>
                  <a:lnTo>
                    <a:pt x="1453479" y="587853"/>
                  </a:lnTo>
                  <a:lnTo>
                    <a:pt x="1449964" y="582547"/>
                  </a:lnTo>
                  <a:lnTo>
                    <a:pt x="1447327" y="577830"/>
                  </a:lnTo>
                  <a:lnTo>
                    <a:pt x="1443812" y="573703"/>
                  </a:lnTo>
                  <a:lnTo>
                    <a:pt x="1440297" y="567806"/>
                  </a:lnTo>
                  <a:lnTo>
                    <a:pt x="1436782" y="563089"/>
                  </a:lnTo>
                  <a:lnTo>
                    <a:pt x="1433267" y="558962"/>
                  </a:lnTo>
                  <a:lnTo>
                    <a:pt x="1429752" y="555447"/>
                  </a:lnTo>
                  <a:lnTo>
                    <a:pt x="1427116" y="550118"/>
                  </a:lnTo>
                  <a:lnTo>
                    <a:pt x="1423601" y="546603"/>
                  </a:lnTo>
                  <a:lnTo>
                    <a:pt x="1420085" y="540684"/>
                  </a:lnTo>
                  <a:lnTo>
                    <a:pt x="1418328" y="537736"/>
                  </a:lnTo>
                  <a:lnTo>
                    <a:pt x="1414813" y="533019"/>
                  </a:lnTo>
                  <a:lnTo>
                    <a:pt x="1412177" y="528891"/>
                  </a:lnTo>
                  <a:lnTo>
                    <a:pt x="1410419" y="525353"/>
                  </a:lnTo>
                  <a:lnTo>
                    <a:pt x="1406904" y="521838"/>
                  </a:lnTo>
                  <a:lnTo>
                    <a:pt x="1403389" y="517688"/>
                  </a:lnTo>
                  <a:lnTo>
                    <a:pt x="1399874" y="512971"/>
                  </a:lnTo>
                  <a:lnTo>
                    <a:pt x="1396359" y="509456"/>
                  </a:lnTo>
                  <a:lnTo>
                    <a:pt x="1395480" y="506486"/>
                  </a:lnTo>
                  <a:lnTo>
                    <a:pt x="1391965" y="502971"/>
                  </a:lnTo>
                  <a:lnTo>
                    <a:pt x="1388450" y="499410"/>
                  </a:lnTo>
                  <a:lnTo>
                    <a:pt x="1386692" y="495872"/>
                  </a:lnTo>
                  <a:lnTo>
                    <a:pt x="1383177" y="492924"/>
                  </a:lnTo>
                  <a:lnTo>
                    <a:pt x="1379662" y="489409"/>
                  </a:lnTo>
                  <a:lnTo>
                    <a:pt x="1378783" y="485849"/>
                  </a:lnTo>
                  <a:lnTo>
                    <a:pt x="1375268" y="482901"/>
                  </a:lnTo>
                  <a:lnTo>
                    <a:pt x="1373511" y="480542"/>
                  </a:lnTo>
                  <a:lnTo>
                    <a:pt x="1369996" y="477027"/>
                  </a:lnTo>
                  <a:lnTo>
                    <a:pt x="1366481" y="473467"/>
                  </a:lnTo>
                  <a:lnTo>
                    <a:pt x="1364723" y="471709"/>
                  </a:lnTo>
                  <a:lnTo>
                    <a:pt x="1362087" y="469339"/>
                  </a:lnTo>
                  <a:lnTo>
                    <a:pt x="1358572" y="465824"/>
                  </a:lnTo>
                  <a:lnTo>
                    <a:pt x="1356814" y="463443"/>
                  </a:lnTo>
                  <a:lnTo>
                    <a:pt x="1353299" y="460495"/>
                  </a:lnTo>
                  <a:lnTo>
                    <a:pt x="1351542" y="458136"/>
                  </a:lnTo>
                  <a:lnTo>
                    <a:pt x="1348027" y="455778"/>
                  </a:lnTo>
                  <a:lnTo>
                    <a:pt x="1346269" y="453419"/>
                  </a:lnTo>
                  <a:lnTo>
                    <a:pt x="1343633" y="450471"/>
                  </a:lnTo>
                  <a:lnTo>
                    <a:pt x="1341875" y="449292"/>
                  </a:lnTo>
                  <a:lnTo>
                    <a:pt x="1338360" y="446934"/>
                  </a:lnTo>
                  <a:lnTo>
                    <a:pt x="1334845" y="443419"/>
                  </a:lnTo>
                  <a:lnTo>
                    <a:pt x="1333088" y="441037"/>
                  </a:lnTo>
                  <a:lnTo>
                    <a:pt x="1331330" y="439858"/>
                  </a:lnTo>
                  <a:lnTo>
                    <a:pt x="1326936" y="435731"/>
                  </a:lnTo>
                  <a:lnTo>
                    <a:pt x="1321664" y="431014"/>
                  </a:lnTo>
                  <a:lnTo>
                    <a:pt x="1316391" y="426886"/>
                  </a:lnTo>
                  <a:lnTo>
                    <a:pt x="1312876" y="422169"/>
                  </a:lnTo>
                  <a:lnTo>
                    <a:pt x="1308482" y="417452"/>
                  </a:lnTo>
                  <a:lnTo>
                    <a:pt x="1303210" y="414504"/>
                  </a:lnTo>
                  <a:lnTo>
                    <a:pt x="1299695" y="409787"/>
                  </a:lnTo>
                  <a:lnTo>
                    <a:pt x="1294422" y="405660"/>
                  </a:lnTo>
                  <a:lnTo>
                    <a:pt x="1291786" y="402122"/>
                  </a:lnTo>
                  <a:lnTo>
                    <a:pt x="1288271" y="397405"/>
                  </a:lnTo>
                  <a:lnTo>
                    <a:pt x="1284756" y="395047"/>
                  </a:lnTo>
                  <a:lnTo>
                    <a:pt x="1282998" y="393289"/>
                  </a:lnTo>
                  <a:lnTo>
                    <a:pt x="1281240" y="390918"/>
                  </a:lnTo>
                  <a:lnTo>
                    <a:pt x="1279483" y="388561"/>
                  </a:lnTo>
                  <a:lnTo>
                    <a:pt x="1276847" y="386202"/>
                  </a:lnTo>
                  <a:lnTo>
                    <a:pt x="1275089" y="383844"/>
                  </a:lnTo>
                  <a:lnTo>
                    <a:pt x="1273332" y="382087"/>
                  </a:lnTo>
                  <a:lnTo>
                    <a:pt x="1273332" y="379717"/>
                  </a:lnTo>
                  <a:lnTo>
                    <a:pt x="1269816" y="377358"/>
                  </a:lnTo>
                  <a:lnTo>
                    <a:pt x="1268059" y="375000"/>
                  </a:lnTo>
                  <a:lnTo>
                    <a:pt x="1266301" y="372052"/>
                  </a:lnTo>
                  <a:lnTo>
                    <a:pt x="1264544" y="369693"/>
                  </a:lnTo>
                  <a:lnTo>
                    <a:pt x="1262786" y="367335"/>
                  </a:lnTo>
                  <a:lnTo>
                    <a:pt x="1261029" y="364975"/>
                  </a:lnTo>
                  <a:lnTo>
                    <a:pt x="1260150" y="361438"/>
                  </a:lnTo>
                  <a:lnTo>
                    <a:pt x="1260150" y="359669"/>
                  </a:lnTo>
                  <a:lnTo>
                    <a:pt x="1256635" y="356154"/>
                  </a:lnTo>
                  <a:lnTo>
                    <a:pt x="1254877" y="353773"/>
                  </a:lnTo>
                  <a:lnTo>
                    <a:pt x="1253120" y="350235"/>
                  </a:lnTo>
                  <a:lnTo>
                    <a:pt x="1251362" y="348477"/>
                  </a:lnTo>
                  <a:lnTo>
                    <a:pt x="1249605" y="344929"/>
                  </a:lnTo>
                  <a:lnTo>
                    <a:pt x="1247847" y="341391"/>
                  </a:lnTo>
                  <a:lnTo>
                    <a:pt x="1247847" y="338443"/>
                  </a:lnTo>
                  <a:lnTo>
                    <a:pt x="1246090" y="336085"/>
                  </a:lnTo>
                  <a:lnTo>
                    <a:pt x="1244332" y="331368"/>
                  </a:lnTo>
                  <a:lnTo>
                    <a:pt x="1243454" y="327829"/>
                  </a:lnTo>
                  <a:lnTo>
                    <a:pt x="1241696" y="324882"/>
                  </a:lnTo>
                  <a:lnTo>
                    <a:pt x="1239938" y="322523"/>
                  </a:lnTo>
                  <a:lnTo>
                    <a:pt x="1238181" y="317806"/>
                  </a:lnTo>
                  <a:lnTo>
                    <a:pt x="1236423" y="314858"/>
                  </a:lnTo>
                  <a:lnTo>
                    <a:pt x="1236423" y="312500"/>
                  </a:lnTo>
                  <a:lnTo>
                    <a:pt x="1234666" y="308962"/>
                  </a:lnTo>
                  <a:lnTo>
                    <a:pt x="1232908" y="304245"/>
                  </a:lnTo>
                  <a:lnTo>
                    <a:pt x="1232908" y="301297"/>
                  </a:lnTo>
                  <a:lnTo>
                    <a:pt x="1231151" y="296580"/>
                  </a:lnTo>
                  <a:lnTo>
                    <a:pt x="1229393" y="293042"/>
                  </a:lnTo>
                  <a:lnTo>
                    <a:pt x="1229393" y="290093"/>
                  </a:lnTo>
                  <a:lnTo>
                    <a:pt x="1227636" y="286556"/>
                  </a:lnTo>
                  <a:lnTo>
                    <a:pt x="1227636" y="281838"/>
                  </a:lnTo>
                  <a:lnTo>
                    <a:pt x="1226757" y="278891"/>
                  </a:lnTo>
                  <a:lnTo>
                    <a:pt x="1224999" y="274173"/>
                  </a:lnTo>
                  <a:lnTo>
                    <a:pt x="1224999" y="270636"/>
                  </a:lnTo>
                  <a:lnTo>
                    <a:pt x="1223242" y="266508"/>
                  </a:lnTo>
                  <a:lnTo>
                    <a:pt x="1223242" y="262971"/>
                  </a:lnTo>
                  <a:lnTo>
                    <a:pt x="1221484" y="258844"/>
                  </a:lnTo>
                  <a:lnTo>
                    <a:pt x="1221484" y="255306"/>
                  </a:lnTo>
                  <a:lnTo>
                    <a:pt x="1221484" y="251768"/>
                  </a:lnTo>
                  <a:lnTo>
                    <a:pt x="1221484" y="248231"/>
                  </a:lnTo>
                  <a:lnTo>
                    <a:pt x="1219727" y="244102"/>
                  </a:lnTo>
                  <a:lnTo>
                    <a:pt x="1219727" y="239386"/>
                  </a:lnTo>
                  <a:lnTo>
                    <a:pt x="1217969" y="236437"/>
                  </a:lnTo>
                  <a:lnTo>
                    <a:pt x="1217969" y="231721"/>
                  </a:lnTo>
                  <a:lnTo>
                    <a:pt x="1216212" y="228184"/>
                  </a:lnTo>
                  <a:lnTo>
                    <a:pt x="1216212" y="224056"/>
                  </a:lnTo>
                  <a:lnTo>
                    <a:pt x="1216212" y="219339"/>
                  </a:lnTo>
                  <a:lnTo>
                    <a:pt x="1216212" y="215801"/>
                  </a:lnTo>
                  <a:lnTo>
                    <a:pt x="1214454" y="211674"/>
                  </a:lnTo>
                  <a:lnTo>
                    <a:pt x="1214454" y="208136"/>
                  </a:lnTo>
                  <a:lnTo>
                    <a:pt x="1214454" y="203419"/>
                  </a:lnTo>
                  <a:lnTo>
                    <a:pt x="1214454" y="200471"/>
                  </a:lnTo>
                  <a:lnTo>
                    <a:pt x="1214454" y="195754"/>
                  </a:lnTo>
                  <a:lnTo>
                    <a:pt x="1214454" y="192216"/>
                  </a:lnTo>
                  <a:lnTo>
                    <a:pt x="1214454" y="188089"/>
                  </a:lnTo>
                  <a:lnTo>
                    <a:pt x="1214454" y="184551"/>
                  </a:lnTo>
                  <a:lnTo>
                    <a:pt x="1212697" y="180424"/>
                  </a:lnTo>
                  <a:lnTo>
                    <a:pt x="1212697" y="175706"/>
                  </a:lnTo>
                  <a:lnTo>
                    <a:pt x="1212697" y="172169"/>
                  </a:lnTo>
                  <a:lnTo>
                    <a:pt x="1212697" y="168041"/>
                  </a:lnTo>
                  <a:lnTo>
                    <a:pt x="1212697" y="164504"/>
                  </a:lnTo>
                  <a:lnTo>
                    <a:pt x="1212697" y="160966"/>
                  </a:lnTo>
                  <a:lnTo>
                    <a:pt x="1212697" y="158018"/>
                  </a:lnTo>
                  <a:lnTo>
                    <a:pt x="1214454" y="153301"/>
                  </a:lnTo>
                  <a:lnTo>
                    <a:pt x="1214454" y="149764"/>
                  </a:lnTo>
                  <a:lnTo>
                    <a:pt x="1214454" y="145636"/>
                  </a:lnTo>
                  <a:lnTo>
                    <a:pt x="1214454" y="142099"/>
                  </a:lnTo>
                  <a:lnTo>
                    <a:pt x="1214454" y="138561"/>
                  </a:lnTo>
                  <a:lnTo>
                    <a:pt x="1214454" y="134434"/>
                  </a:lnTo>
                  <a:lnTo>
                    <a:pt x="1216212" y="132075"/>
                  </a:lnTo>
                  <a:lnTo>
                    <a:pt x="1216212" y="127358"/>
                  </a:lnTo>
                  <a:lnTo>
                    <a:pt x="1217969" y="124410"/>
                  </a:lnTo>
                  <a:lnTo>
                    <a:pt x="1217969" y="120872"/>
                  </a:lnTo>
                  <a:lnTo>
                    <a:pt x="1217969" y="117334"/>
                  </a:lnTo>
                  <a:lnTo>
                    <a:pt x="1219727" y="113797"/>
                  </a:lnTo>
                  <a:lnTo>
                    <a:pt x="1219727" y="110849"/>
                  </a:lnTo>
                  <a:lnTo>
                    <a:pt x="1219727" y="107311"/>
                  </a:lnTo>
                  <a:lnTo>
                    <a:pt x="1221484" y="103773"/>
                  </a:lnTo>
                  <a:lnTo>
                    <a:pt x="1221484" y="100825"/>
                  </a:lnTo>
                  <a:lnTo>
                    <a:pt x="1223242" y="97287"/>
                  </a:lnTo>
                  <a:lnTo>
                    <a:pt x="1223242" y="93750"/>
                  </a:lnTo>
                  <a:lnTo>
                    <a:pt x="1223242" y="90801"/>
                  </a:lnTo>
                  <a:lnTo>
                    <a:pt x="1224999" y="88443"/>
                  </a:lnTo>
                  <a:lnTo>
                    <a:pt x="1224999" y="84905"/>
                  </a:lnTo>
                  <a:lnTo>
                    <a:pt x="1226757" y="81367"/>
                  </a:lnTo>
                  <a:lnTo>
                    <a:pt x="1227636" y="78419"/>
                  </a:lnTo>
                  <a:lnTo>
                    <a:pt x="1227636" y="76061"/>
                  </a:lnTo>
                  <a:lnTo>
                    <a:pt x="1229393" y="72523"/>
                  </a:lnTo>
                  <a:lnTo>
                    <a:pt x="1229393" y="70165"/>
                  </a:lnTo>
                  <a:lnTo>
                    <a:pt x="1231151" y="67217"/>
                  </a:lnTo>
                  <a:lnTo>
                    <a:pt x="1231151" y="63679"/>
                  </a:lnTo>
                  <a:lnTo>
                    <a:pt x="1232908" y="61320"/>
                  </a:lnTo>
                  <a:lnTo>
                    <a:pt x="1232908" y="58962"/>
                  </a:lnTo>
                  <a:lnTo>
                    <a:pt x="1234666" y="57204"/>
                  </a:lnTo>
                  <a:lnTo>
                    <a:pt x="1234666" y="54834"/>
                  </a:lnTo>
                  <a:lnTo>
                    <a:pt x="1236423" y="51297"/>
                  </a:lnTo>
                  <a:lnTo>
                    <a:pt x="1238181" y="48938"/>
                  </a:lnTo>
                  <a:lnTo>
                    <a:pt x="1238181" y="46580"/>
                  </a:lnTo>
                  <a:lnTo>
                    <a:pt x="1239938" y="44823"/>
                  </a:lnTo>
                  <a:lnTo>
                    <a:pt x="1241696" y="42452"/>
                  </a:lnTo>
                  <a:lnTo>
                    <a:pt x="1243454" y="37735"/>
                  </a:lnTo>
                  <a:lnTo>
                    <a:pt x="1246090" y="33608"/>
                  </a:lnTo>
                  <a:lnTo>
                    <a:pt x="1247847" y="28891"/>
                  </a:lnTo>
                  <a:lnTo>
                    <a:pt x="1249605" y="25353"/>
                  </a:lnTo>
                  <a:lnTo>
                    <a:pt x="1251362" y="22405"/>
                  </a:lnTo>
                  <a:lnTo>
                    <a:pt x="1253120" y="18867"/>
                  </a:lnTo>
                  <a:lnTo>
                    <a:pt x="1254877" y="15330"/>
                  </a:lnTo>
                  <a:lnTo>
                    <a:pt x="1256635" y="12971"/>
                  </a:lnTo>
                  <a:lnTo>
                    <a:pt x="1258393" y="10023"/>
                  </a:lnTo>
                  <a:lnTo>
                    <a:pt x="1260150" y="7665"/>
                  </a:lnTo>
                  <a:lnTo>
                    <a:pt x="1262786" y="4127"/>
                  </a:lnTo>
                  <a:lnTo>
                    <a:pt x="1264544" y="1768"/>
                  </a:lnTo>
                  <a:lnTo>
                    <a:pt x="1266301" y="11"/>
                  </a:lnTo>
                  <a:lnTo>
                    <a:pt x="1266301" y="0"/>
                  </a:lnTo>
                  <a:lnTo>
                    <a:pt x="791768" y="24174"/>
                  </a:lnTo>
                  <a:lnTo>
                    <a:pt x="411262" y="11792"/>
                  </a:lnTo>
                  <a:close/>
                </a:path>
              </a:pathLst>
            </a:custGeom>
            <a:solidFill>
              <a:srgbClr val="0066FF"/>
            </a:solidFill>
            <a:ln w="38100" cap="flat" cmpd="sng" algn="ctr">
              <a:solidFill>
                <a:schemeClr val="tx1"/>
              </a:solidFill>
              <a:prstDash val="solid"/>
              <a:headEnd type="none"/>
              <a:tailEnd type="none"/>
            </a:ln>
            <a:effectLst/>
          </p:spPr>
          <p:txBody>
            <a:bodyPr vert="horz" wrap="square" lIns="0" tIns="0" rIns="3810" bIns="2540" numCol="1" spcCol="215900" anchor="t"/>
            <a:lstStyle/>
            <a:p>
              <a:pPr/>
              <a:endParaRPr lang="en-us" cap="none"/>
            </a:p>
          </p:txBody>
        </p:sp>
        <p:sp>
          <p:nvSpPr>
            <p:cNvPr id="21" name="Freeform 182"/>
            <p:cNvSpPr>
              <a:extLst>
                <a:ext uri="smNativeData">
                  <pr:smNativeData xmlns:pr="smNativeData" xmlns="smNativeData" val="SMDATA_15_VcZhaRMAAAAlAAAACwAAAA0AAAAAAAAAAAAAAAAGAAAAAwAAAAAAAAAAAAAAAAAAAAEAAABQAAAAAAAAAAAA4D8AAAAAAADgPwAAAAAAAOA/AAAAAAAA4D8AAAAAAADgPwAAAAAAAOA/AAAAAAAA4D8AAAAAAADgPwAAAAAAAOA/AAAAAAAA4D8CAAAAjAAAAAEAAAAAAAAAzOz/AP///wgAAAAAAAAAAAAAAAAAAAAAAAAAAAAAAAAAAAAAeAAAAAEAAABAAAAAAAAAAAAAAABaAAAAAAAAAAAAAAAAAAAAAAAAAAAAAAAAAAAAAAAAAAAAAAAAAAAAAAAAAAAAAAAAAAAAAAAAAAAAAAAAAAAAAAAAAAAAAAAAAAAAFAAAADwAAAABAAAAAAAAAP8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g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zOz/AP///wEAAAAAAAAAAAAAAAAAAAAAAAAAAAAAAAAAAAAAAAAAAP8AAAB/f38AH0l9A8zMzADAwP8Af39/AAAAAAAAAAAAAAAAAAAAAAAAAAAAIQAAABgAAAAUAAAAKAUAAHMJAABXCgAANwoAAAAAAAAmAAAACAAAAP//////////"/>
                </a:ext>
              </a:extLst>
            </p:cNvSpPr>
            <p:nvPr/>
          </p:nvSpPr>
          <p:spPr>
            <a:xfrm>
              <a:off x="838200" y="1536065"/>
              <a:ext cx="842645" cy="124460"/>
            </a:xfrm>
            <a:custGeom>
              <a:avLst/>
              <a:gdLst/>
              <a:ahLst/>
              <a:cxnLst/>
              <a:rect l="0" t="0" r="842645" b="124460"/>
              <a:pathLst>
                <a:path w="842645" h="124460">
                  <a:moveTo>
                    <a:pt x="5266" y="0"/>
                  </a:moveTo>
                  <a:lnTo>
                    <a:pt x="0" y="118589"/>
                  </a:lnTo>
                  <a:lnTo>
                    <a:pt x="809290" y="118589"/>
                  </a:lnTo>
                  <a:lnTo>
                    <a:pt x="842645" y="17612"/>
                  </a:lnTo>
                  <a:lnTo>
                    <a:pt x="5266" y="0"/>
                  </a:lnTo>
                  <a:close/>
                </a:path>
              </a:pathLst>
            </a:custGeom>
            <a:solidFill>
              <a:srgbClr val="CCECFF"/>
            </a:solidFill>
            <a:ln w="9525" cap="flat" cmpd="sng" algn="ctr">
              <a:solidFill>
                <a:srgbClr val="FF0000"/>
              </a:solidFill>
              <a:prstDash val="solid"/>
              <a:headEnd type="none"/>
              <a:tailEnd type="none"/>
            </a:ln>
            <a:effectLst/>
          </p:spPr>
          <p:txBody>
            <a:bodyPr vert="horz" wrap="square" lIns="0" tIns="0" rIns="3810" bIns="1905" numCol="1" spcCol="215900" anchor="t"/>
            <a:lstStyle/>
            <a:p>
              <a:pPr/>
              <a:endParaRPr lang="en-us" cap="none"/>
            </a:p>
          </p:txBody>
        </p:sp>
        <p:sp>
          <p:nvSpPr>
            <p:cNvPr id="20" name="Freeform 183"/>
            <p:cNvSpPr>
              <a:extLst>
                <a:ext uri="smNativeData">
                  <pr:smNativeData xmlns:pr="smNativeData" xmlns="smNativeData" val="SMDATA_15_VcZhaRMAAAAlAAAACwAAAA0AAAAAAAAAAAAAAAAFAAAAAw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LwQAAP4KAADXBAAAiwsAAAAAAAAmAAAACAAAAP//////////"/>
                </a:ext>
              </a:extLst>
            </p:cNvSpPr>
            <p:nvPr/>
          </p:nvSpPr>
          <p:spPr>
            <a:xfrm>
              <a:off x="680085" y="1786890"/>
              <a:ext cx="106680" cy="89535"/>
            </a:xfrm>
            <a:custGeom>
              <a:avLst/>
              <a:gdLst/>
              <a:ahLst/>
              <a:cxnLst/>
              <a:rect l="0" t="0" r="106680" b="89535"/>
              <a:pathLst>
                <a:path w="106680" h="89535">
                  <a:moveTo>
                    <a:pt x="106680" y="0"/>
                  </a:moveTo>
                  <a:lnTo>
                    <a:pt x="55921" y="89535"/>
                  </a:lnTo>
                  <a:lnTo>
                    <a:pt x="54200" y="89535"/>
                  </a:lnTo>
                  <a:lnTo>
                    <a:pt x="49038" y="87178"/>
                  </a:lnTo>
                  <a:lnTo>
                    <a:pt x="45597" y="86000"/>
                  </a:lnTo>
                  <a:lnTo>
                    <a:pt x="43016" y="85411"/>
                  </a:lnTo>
                  <a:lnTo>
                    <a:pt x="39575" y="83055"/>
                  </a:lnTo>
                  <a:lnTo>
                    <a:pt x="36134" y="81877"/>
                  </a:lnTo>
                  <a:lnTo>
                    <a:pt x="30972" y="79521"/>
                  </a:lnTo>
                  <a:lnTo>
                    <a:pt x="28391" y="78343"/>
                  </a:lnTo>
                  <a:lnTo>
                    <a:pt x="23229" y="75986"/>
                  </a:lnTo>
                  <a:lnTo>
                    <a:pt x="19787" y="74808"/>
                  </a:lnTo>
                  <a:lnTo>
                    <a:pt x="16346" y="73041"/>
                  </a:lnTo>
                  <a:lnTo>
                    <a:pt x="12905" y="70685"/>
                  </a:lnTo>
                  <a:lnTo>
                    <a:pt x="10324" y="68329"/>
                  </a:lnTo>
                  <a:lnTo>
                    <a:pt x="8603" y="67151"/>
                  </a:lnTo>
                  <a:lnTo>
                    <a:pt x="5162" y="64795"/>
                  </a:lnTo>
                  <a:lnTo>
                    <a:pt x="3441" y="63027"/>
                  </a:lnTo>
                  <a:lnTo>
                    <a:pt x="1721" y="60671"/>
                  </a:lnTo>
                  <a:lnTo>
                    <a:pt x="1721" y="58315"/>
                  </a:lnTo>
                  <a:lnTo>
                    <a:pt x="0" y="54781"/>
                  </a:lnTo>
                  <a:lnTo>
                    <a:pt x="1721" y="52424"/>
                  </a:lnTo>
                  <a:lnTo>
                    <a:pt x="1721" y="50657"/>
                  </a:lnTo>
                  <a:lnTo>
                    <a:pt x="1721" y="48301"/>
                  </a:lnTo>
                  <a:lnTo>
                    <a:pt x="3441" y="44767"/>
                  </a:lnTo>
                  <a:lnTo>
                    <a:pt x="5162" y="42411"/>
                  </a:lnTo>
                  <a:lnTo>
                    <a:pt x="6883" y="39466"/>
                  </a:lnTo>
                  <a:lnTo>
                    <a:pt x="8603" y="37109"/>
                  </a:lnTo>
                  <a:lnTo>
                    <a:pt x="12045" y="34753"/>
                  </a:lnTo>
                  <a:lnTo>
                    <a:pt x="14625" y="32397"/>
                  </a:lnTo>
                  <a:lnTo>
                    <a:pt x="18067" y="29452"/>
                  </a:lnTo>
                  <a:lnTo>
                    <a:pt x="23229" y="28274"/>
                  </a:lnTo>
                  <a:lnTo>
                    <a:pt x="26670" y="24739"/>
                  </a:lnTo>
                  <a:lnTo>
                    <a:pt x="32692" y="22383"/>
                  </a:lnTo>
                  <a:lnTo>
                    <a:pt x="34413" y="21205"/>
                  </a:lnTo>
                  <a:lnTo>
                    <a:pt x="37854" y="20027"/>
                  </a:lnTo>
                  <a:lnTo>
                    <a:pt x="41295" y="18848"/>
                  </a:lnTo>
                  <a:lnTo>
                    <a:pt x="44737" y="18260"/>
                  </a:lnTo>
                  <a:lnTo>
                    <a:pt x="47318" y="17082"/>
                  </a:lnTo>
                  <a:lnTo>
                    <a:pt x="50759" y="15904"/>
                  </a:lnTo>
                  <a:lnTo>
                    <a:pt x="54200" y="14726"/>
                  </a:lnTo>
                  <a:lnTo>
                    <a:pt x="59362" y="12369"/>
                  </a:lnTo>
                  <a:lnTo>
                    <a:pt x="61943" y="11191"/>
                  </a:lnTo>
                  <a:lnTo>
                    <a:pt x="65385" y="11191"/>
                  </a:lnTo>
                  <a:lnTo>
                    <a:pt x="68826" y="8835"/>
                  </a:lnTo>
                  <a:lnTo>
                    <a:pt x="72267" y="8835"/>
                  </a:lnTo>
                  <a:lnTo>
                    <a:pt x="75708" y="7657"/>
                  </a:lnTo>
                  <a:lnTo>
                    <a:pt x="78289" y="7068"/>
                  </a:lnTo>
                  <a:lnTo>
                    <a:pt x="81731" y="5890"/>
                  </a:lnTo>
                  <a:lnTo>
                    <a:pt x="85172" y="4712"/>
                  </a:lnTo>
                  <a:lnTo>
                    <a:pt x="92055" y="3534"/>
                  </a:lnTo>
                  <a:lnTo>
                    <a:pt x="96356" y="2356"/>
                  </a:lnTo>
                  <a:lnTo>
                    <a:pt x="99797" y="1178"/>
                  </a:lnTo>
                  <a:lnTo>
                    <a:pt x="104959" y="0"/>
                  </a:lnTo>
                  <a:lnTo>
                    <a:pt x="106680" y="0"/>
                  </a:lnTo>
                  <a:close/>
                </a:path>
              </a:pathLst>
            </a:custGeom>
            <a:solidFill>
              <a:schemeClr val="folHlink"/>
            </a:solidFill>
            <a:ln>
              <a:noFill/>
            </a:ln>
            <a:effectLst/>
          </p:spPr>
          <p:txBody>
            <a:bodyPr vert="horz" wrap="square" lIns="0" tIns="0" rIns="3175" bIns="1905" numCol="1" spcCol="215900" anchor="t"/>
            <a:lstStyle/>
            <a:p>
              <a:pPr/>
              <a:endParaRPr lang="en-us" cap="none"/>
            </a:p>
          </p:txBody>
        </p:sp>
        <p:sp>
          <p:nvSpPr>
            <p:cNvPr id="19" name="Freeform 184"/>
            <p:cNvSpPr>
              <a:extLst>
                <a:ext uri="smNativeData">
                  <pr:smNativeData xmlns:pr="smNativeData" xmlns="smNativeData" val="SMDATA_15_VcZhaRMAAAAlAAAACwAAAA0AAAAAAAAAAAAAAAAFAAAAAw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fl//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AAQAAMQLAABKBgAAXAwAAAAAAAAmAAAACAAAAP//////////"/>
                </a:ext>
              </a:extLst>
            </p:cNvSpPr>
            <p:nvPr/>
          </p:nvSpPr>
          <p:spPr>
            <a:xfrm>
              <a:off x="650240" y="1912620"/>
              <a:ext cx="372110" cy="96520"/>
            </a:xfrm>
            <a:custGeom>
              <a:avLst/>
              <a:gdLst/>
              <a:ahLst/>
              <a:cxnLst/>
              <a:rect l="0" t="0" r="372110" b="96520"/>
              <a:pathLst>
                <a:path w="372110" h="96520">
                  <a:moveTo>
                    <a:pt x="372110" y="0"/>
                  </a:moveTo>
                  <a:lnTo>
                    <a:pt x="372110" y="2369"/>
                  </a:lnTo>
                  <a:lnTo>
                    <a:pt x="370355" y="4737"/>
                  </a:lnTo>
                  <a:lnTo>
                    <a:pt x="368600" y="6514"/>
                  </a:lnTo>
                  <a:lnTo>
                    <a:pt x="365089" y="10067"/>
                  </a:lnTo>
                  <a:lnTo>
                    <a:pt x="363334" y="14804"/>
                  </a:lnTo>
                  <a:lnTo>
                    <a:pt x="360701" y="15988"/>
                  </a:lnTo>
                  <a:lnTo>
                    <a:pt x="358946" y="18949"/>
                  </a:lnTo>
                  <a:lnTo>
                    <a:pt x="357190" y="21317"/>
                  </a:lnTo>
                  <a:lnTo>
                    <a:pt x="355435" y="23686"/>
                  </a:lnTo>
                  <a:lnTo>
                    <a:pt x="351925" y="26054"/>
                  </a:lnTo>
                  <a:lnTo>
                    <a:pt x="350170" y="27831"/>
                  </a:lnTo>
                  <a:lnTo>
                    <a:pt x="346659" y="31384"/>
                  </a:lnTo>
                  <a:lnTo>
                    <a:pt x="344904" y="33752"/>
                  </a:lnTo>
                  <a:lnTo>
                    <a:pt x="340516" y="36121"/>
                  </a:lnTo>
                  <a:lnTo>
                    <a:pt x="337005" y="39082"/>
                  </a:lnTo>
                  <a:lnTo>
                    <a:pt x="333495" y="41450"/>
                  </a:lnTo>
                  <a:lnTo>
                    <a:pt x="329984" y="45003"/>
                  </a:lnTo>
                  <a:lnTo>
                    <a:pt x="327351" y="47372"/>
                  </a:lnTo>
                  <a:lnTo>
                    <a:pt x="322086" y="49740"/>
                  </a:lnTo>
                  <a:lnTo>
                    <a:pt x="316820" y="52701"/>
                  </a:lnTo>
                  <a:lnTo>
                    <a:pt x="313310" y="55070"/>
                  </a:lnTo>
                  <a:lnTo>
                    <a:pt x="307166" y="57438"/>
                  </a:lnTo>
                  <a:lnTo>
                    <a:pt x="301901" y="59807"/>
                  </a:lnTo>
                  <a:lnTo>
                    <a:pt x="296635" y="61583"/>
                  </a:lnTo>
                  <a:lnTo>
                    <a:pt x="292247" y="65136"/>
                  </a:lnTo>
                  <a:lnTo>
                    <a:pt x="285226" y="66320"/>
                  </a:lnTo>
                  <a:lnTo>
                    <a:pt x="279960" y="68689"/>
                  </a:lnTo>
                  <a:lnTo>
                    <a:pt x="273817" y="71058"/>
                  </a:lnTo>
                  <a:lnTo>
                    <a:pt x="266796" y="72242"/>
                  </a:lnTo>
                  <a:lnTo>
                    <a:pt x="263285" y="72834"/>
                  </a:lnTo>
                  <a:lnTo>
                    <a:pt x="259775" y="74018"/>
                  </a:lnTo>
                  <a:lnTo>
                    <a:pt x="257142" y="75203"/>
                  </a:lnTo>
                  <a:lnTo>
                    <a:pt x="253632" y="75203"/>
                  </a:lnTo>
                  <a:lnTo>
                    <a:pt x="246611" y="77571"/>
                  </a:lnTo>
                  <a:lnTo>
                    <a:pt x="242223" y="79940"/>
                  </a:lnTo>
                  <a:lnTo>
                    <a:pt x="236957" y="79940"/>
                  </a:lnTo>
                  <a:lnTo>
                    <a:pt x="233446" y="81124"/>
                  </a:lnTo>
                  <a:lnTo>
                    <a:pt x="229936" y="81124"/>
                  </a:lnTo>
                  <a:lnTo>
                    <a:pt x="226425" y="82308"/>
                  </a:lnTo>
                  <a:lnTo>
                    <a:pt x="223793" y="83493"/>
                  </a:lnTo>
                  <a:lnTo>
                    <a:pt x="220282" y="83493"/>
                  </a:lnTo>
                  <a:lnTo>
                    <a:pt x="216772" y="84085"/>
                  </a:lnTo>
                  <a:lnTo>
                    <a:pt x="213261" y="85269"/>
                  </a:lnTo>
                  <a:lnTo>
                    <a:pt x="209751" y="85269"/>
                  </a:lnTo>
                  <a:lnTo>
                    <a:pt x="207118" y="86453"/>
                  </a:lnTo>
                  <a:lnTo>
                    <a:pt x="203607" y="86453"/>
                  </a:lnTo>
                  <a:lnTo>
                    <a:pt x="200097" y="87638"/>
                  </a:lnTo>
                  <a:lnTo>
                    <a:pt x="196586" y="87638"/>
                  </a:lnTo>
                  <a:lnTo>
                    <a:pt x="193076" y="88822"/>
                  </a:lnTo>
                  <a:lnTo>
                    <a:pt x="190443" y="88822"/>
                  </a:lnTo>
                  <a:lnTo>
                    <a:pt x="186933" y="90006"/>
                  </a:lnTo>
                  <a:lnTo>
                    <a:pt x="183422" y="90006"/>
                  </a:lnTo>
                  <a:lnTo>
                    <a:pt x="179912" y="91191"/>
                  </a:lnTo>
                  <a:lnTo>
                    <a:pt x="176401" y="91191"/>
                  </a:lnTo>
                  <a:lnTo>
                    <a:pt x="173768" y="92375"/>
                  </a:lnTo>
                  <a:lnTo>
                    <a:pt x="170258" y="92375"/>
                  </a:lnTo>
                  <a:lnTo>
                    <a:pt x="166747" y="92375"/>
                  </a:lnTo>
                  <a:lnTo>
                    <a:pt x="163237" y="92375"/>
                  </a:lnTo>
                  <a:lnTo>
                    <a:pt x="159726" y="93559"/>
                  </a:lnTo>
                  <a:lnTo>
                    <a:pt x="157094" y="93559"/>
                  </a:lnTo>
                  <a:lnTo>
                    <a:pt x="153583" y="93559"/>
                  </a:lnTo>
                  <a:lnTo>
                    <a:pt x="150073" y="93559"/>
                  </a:lnTo>
                  <a:lnTo>
                    <a:pt x="146562" y="94744"/>
                  </a:lnTo>
                  <a:lnTo>
                    <a:pt x="140419" y="94744"/>
                  </a:lnTo>
                  <a:lnTo>
                    <a:pt x="133398" y="95336"/>
                  </a:lnTo>
                  <a:lnTo>
                    <a:pt x="126377" y="95336"/>
                  </a:lnTo>
                  <a:lnTo>
                    <a:pt x="121989" y="95336"/>
                  </a:lnTo>
                  <a:lnTo>
                    <a:pt x="114968" y="95336"/>
                  </a:lnTo>
                  <a:lnTo>
                    <a:pt x="109702" y="96520"/>
                  </a:lnTo>
                  <a:lnTo>
                    <a:pt x="103559" y="96520"/>
                  </a:lnTo>
                  <a:lnTo>
                    <a:pt x="98293" y="96520"/>
                  </a:lnTo>
                  <a:lnTo>
                    <a:pt x="93028" y="96520"/>
                  </a:lnTo>
                  <a:lnTo>
                    <a:pt x="88639" y="96520"/>
                  </a:lnTo>
                  <a:lnTo>
                    <a:pt x="83374" y="95336"/>
                  </a:lnTo>
                  <a:lnTo>
                    <a:pt x="76353" y="94744"/>
                  </a:lnTo>
                  <a:lnTo>
                    <a:pt x="71965" y="94744"/>
                  </a:lnTo>
                  <a:lnTo>
                    <a:pt x="68454" y="94744"/>
                  </a:lnTo>
                  <a:lnTo>
                    <a:pt x="63188" y="94744"/>
                  </a:lnTo>
                  <a:lnTo>
                    <a:pt x="57923" y="93559"/>
                  </a:lnTo>
                  <a:lnTo>
                    <a:pt x="55290" y="93559"/>
                  </a:lnTo>
                  <a:lnTo>
                    <a:pt x="51779" y="93559"/>
                  </a:lnTo>
                  <a:lnTo>
                    <a:pt x="46514" y="93559"/>
                  </a:lnTo>
                  <a:lnTo>
                    <a:pt x="43003" y="92375"/>
                  </a:lnTo>
                  <a:lnTo>
                    <a:pt x="38615" y="92375"/>
                  </a:lnTo>
                  <a:lnTo>
                    <a:pt x="36860" y="92375"/>
                  </a:lnTo>
                  <a:lnTo>
                    <a:pt x="31594" y="92375"/>
                  </a:lnTo>
                  <a:lnTo>
                    <a:pt x="29839" y="91191"/>
                  </a:lnTo>
                  <a:lnTo>
                    <a:pt x="26329" y="91191"/>
                  </a:lnTo>
                  <a:lnTo>
                    <a:pt x="22818" y="91191"/>
                  </a:lnTo>
                  <a:lnTo>
                    <a:pt x="18430" y="91191"/>
                  </a:lnTo>
                  <a:lnTo>
                    <a:pt x="13164" y="90006"/>
                  </a:lnTo>
                  <a:lnTo>
                    <a:pt x="7899" y="90006"/>
                  </a:lnTo>
                  <a:lnTo>
                    <a:pt x="6143" y="90006"/>
                  </a:lnTo>
                  <a:lnTo>
                    <a:pt x="1755" y="88822"/>
                  </a:lnTo>
                  <a:lnTo>
                    <a:pt x="0" y="88822"/>
                  </a:lnTo>
                  <a:lnTo>
                    <a:pt x="33349" y="40266"/>
                  </a:lnTo>
                  <a:lnTo>
                    <a:pt x="257142" y="45003"/>
                  </a:lnTo>
                  <a:lnTo>
                    <a:pt x="372110" y="0"/>
                  </a:lnTo>
                  <a:close/>
                </a:path>
              </a:pathLst>
            </a:custGeom>
            <a:solidFill>
              <a:schemeClr val="folHlink"/>
            </a:solidFill>
            <a:ln>
              <a:noFill/>
            </a:ln>
            <a:effectLst/>
          </p:spPr>
          <p:txBody>
            <a:bodyPr vert="horz" wrap="square" lIns="0" tIns="0" rIns="3175" bIns="1905" numCol="1" spcCol="215900" anchor="t"/>
            <a:lstStyle/>
            <a:p>
              <a:pPr/>
              <a:endParaRPr lang="en-us" cap="none"/>
            </a:p>
          </p:txBody>
        </p:sp>
        <p:sp>
          <p:nvSpPr>
            <p:cNvPr id="18" name="Freeform 185"/>
            <p:cNvSpPr>
              <a:extLst>
                <a:ext uri="smNativeData">
                  <pr:smNativeData xmlns:pr="smNativeData" xmlns="smNativeData" val="SMDATA_15_VcZhaRMAAAAlAAAACwAAAA0AAAAAAAAAAAAAAAAGAAAAAw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hj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bwkAAJoLAACXCgAAXwwAAAAAAAAmAAAACAAAAP//////////"/>
                </a:ext>
              </a:extLst>
            </p:cNvSpPr>
            <p:nvPr/>
          </p:nvSpPr>
          <p:spPr>
            <a:xfrm>
              <a:off x="1533525" y="1885950"/>
              <a:ext cx="187960" cy="125095"/>
            </a:xfrm>
            <a:custGeom>
              <a:avLst/>
              <a:gdLst/>
              <a:ahLst/>
              <a:cxnLst/>
              <a:rect l="0" t="0" r="187960" b="125095"/>
              <a:pathLst>
                <a:path w="187960" h="125095">
                  <a:moveTo>
                    <a:pt x="104128" y="0"/>
                  </a:moveTo>
                  <a:lnTo>
                    <a:pt x="102363" y="0"/>
                  </a:lnTo>
                  <a:lnTo>
                    <a:pt x="97069" y="0"/>
                  </a:lnTo>
                  <a:lnTo>
                    <a:pt x="93539" y="0"/>
                  </a:lnTo>
                  <a:lnTo>
                    <a:pt x="90009" y="0"/>
                  </a:lnTo>
                  <a:lnTo>
                    <a:pt x="85597" y="1163"/>
                  </a:lnTo>
                  <a:lnTo>
                    <a:pt x="82067" y="1163"/>
                  </a:lnTo>
                  <a:lnTo>
                    <a:pt x="76772" y="1163"/>
                  </a:lnTo>
                  <a:lnTo>
                    <a:pt x="71478" y="2327"/>
                  </a:lnTo>
                  <a:lnTo>
                    <a:pt x="68830" y="2327"/>
                  </a:lnTo>
                  <a:lnTo>
                    <a:pt x="63536" y="3491"/>
                  </a:lnTo>
                  <a:lnTo>
                    <a:pt x="58241" y="4654"/>
                  </a:lnTo>
                  <a:lnTo>
                    <a:pt x="52946" y="5818"/>
                  </a:lnTo>
                  <a:lnTo>
                    <a:pt x="48534" y="6982"/>
                  </a:lnTo>
                  <a:lnTo>
                    <a:pt x="45005" y="9308"/>
                  </a:lnTo>
                  <a:lnTo>
                    <a:pt x="39710" y="10472"/>
                  </a:lnTo>
                  <a:lnTo>
                    <a:pt x="35298" y="12218"/>
                  </a:lnTo>
                  <a:lnTo>
                    <a:pt x="31768" y="14545"/>
                  </a:lnTo>
                  <a:lnTo>
                    <a:pt x="28238" y="16873"/>
                  </a:lnTo>
                  <a:lnTo>
                    <a:pt x="24708" y="19200"/>
                  </a:lnTo>
                  <a:lnTo>
                    <a:pt x="21179" y="21526"/>
                  </a:lnTo>
                  <a:lnTo>
                    <a:pt x="18531" y="24437"/>
                  </a:lnTo>
                  <a:lnTo>
                    <a:pt x="16766" y="27928"/>
                  </a:lnTo>
                  <a:lnTo>
                    <a:pt x="15002" y="30255"/>
                  </a:lnTo>
                  <a:lnTo>
                    <a:pt x="11472" y="33164"/>
                  </a:lnTo>
                  <a:lnTo>
                    <a:pt x="9707" y="37819"/>
                  </a:lnTo>
                  <a:lnTo>
                    <a:pt x="7942" y="41310"/>
                  </a:lnTo>
                  <a:lnTo>
                    <a:pt x="6177" y="44219"/>
                  </a:lnTo>
                  <a:lnTo>
                    <a:pt x="4412" y="48874"/>
                  </a:lnTo>
                  <a:lnTo>
                    <a:pt x="2647" y="52365"/>
                  </a:lnTo>
                  <a:lnTo>
                    <a:pt x="2647" y="57601"/>
                  </a:lnTo>
                  <a:lnTo>
                    <a:pt x="1765" y="58765"/>
                  </a:lnTo>
                  <a:lnTo>
                    <a:pt x="0" y="62256"/>
                  </a:lnTo>
                  <a:lnTo>
                    <a:pt x="0" y="63420"/>
                  </a:lnTo>
                  <a:lnTo>
                    <a:pt x="0" y="66329"/>
                  </a:lnTo>
                  <a:lnTo>
                    <a:pt x="0" y="67493"/>
                  </a:lnTo>
                  <a:lnTo>
                    <a:pt x="0" y="69820"/>
                  </a:lnTo>
                  <a:lnTo>
                    <a:pt x="0" y="73311"/>
                  </a:lnTo>
                  <a:lnTo>
                    <a:pt x="0" y="75638"/>
                  </a:lnTo>
                  <a:lnTo>
                    <a:pt x="0" y="79711"/>
                  </a:lnTo>
                  <a:lnTo>
                    <a:pt x="0" y="84366"/>
                  </a:lnTo>
                  <a:lnTo>
                    <a:pt x="0" y="85530"/>
                  </a:lnTo>
                  <a:lnTo>
                    <a:pt x="1765" y="88439"/>
                  </a:lnTo>
                  <a:lnTo>
                    <a:pt x="2647" y="89602"/>
                  </a:lnTo>
                  <a:lnTo>
                    <a:pt x="2647" y="93093"/>
                  </a:lnTo>
                  <a:lnTo>
                    <a:pt x="4412" y="96584"/>
                  </a:lnTo>
                  <a:lnTo>
                    <a:pt x="6177" y="99494"/>
                  </a:lnTo>
                  <a:lnTo>
                    <a:pt x="9707" y="104148"/>
                  </a:lnTo>
                  <a:lnTo>
                    <a:pt x="11472" y="107639"/>
                  </a:lnTo>
                  <a:lnTo>
                    <a:pt x="15002" y="110549"/>
                  </a:lnTo>
                  <a:lnTo>
                    <a:pt x="18531" y="114040"/>
                  </a:lnTo>
                  <a:lnTo>
                    <a:pt x="21179" y="116367"/>
                  </a:lnTo>
                  <a:lnTo>
                    <a:pt x="26473" y="118694"/>
                  </a:lnTo>
                  <a:lnTo>
                    <a:pt x="30003" y="121022"/>
                  </a:lnTo>
                  <a:lnTo>
                    <a:pt x="35298" y="121603"/>
                  </a:lnTo>
                  <a:lnTo>
                    <a:pt x="37945" y="122767"/>
                  </a:lnTo>
                  <a:lnTo>
                    <a:pt x="45005" y="123931"/>
                  </a:lnTo>
                  <a:lnTo>
                    <a:pt x="50299" y="123931"/>
                  </a:lnTo>
                  <a:lnTo>
                    <a:pt x="54711" y="125095"/>
                  </a:lnTo>
                  <a:lnTo>
                    <a:pt x="60006" y="125095"/>
                  </a:lnTo>
                  <a:lnTo>
                    <a:pt x="65301" y="125095"/>
                  </a:lnTo>
                  <a:lnTo>
                    <a:pt x="71478" y="125095"/>
                  </a:lnTo>
                  <a:lnTo>
                    <a:pt x="76772" y="123931"/>
                  </a:lnTo>
                  <a:lnTo>
                    <a:pt x="83832" y="123931"/>
                  </a:lnTo>
                  <a:lnTo>
                    <a:pt x="90009" y="122767"/>
                  </a:lnTo>
                  <a:lnTo>
                    <a:pt x="93539" y="122767"/>
                  </a:lnTo>
                  <a:lnTo>
                    <a:pt x="97069" y="121603"/>
                  </a:lnTo>
                  <a:lnTo>
                    <a:pt x="100598" y="121022"/>
                  </a:lnTo>
                  <a:lnTo>
                    <a:pt x="104128" y="121022"/>
                  </a:lnTo>
                  <a:lnTo>
                    <a:pt x="108540" y="119858"/>
                  </a:lnTo>
                  <a:lnTo>
                    <a:pt x="112070" y="118694"/>
                  </a:lnTo>
                  <a:lnTo>
                    <a:pt x="115600" y="117531"/>
                  </a:lnTo>
                  <a:lnTo>
                    <a:pt x="119130" y="117531"/>
                  </a:lnTo>
                  <a:lnTo>
                    <a:pt x="121777" y="116367"/>
                  </a:lnTo>
                  <a:lnTo>
                    <a:pt x="125307" y="115203"/>
                  </a:lnTo>
                  <a:lnTo>
                    <a:pt x="128836" y="114040"/>
                  </a:lnTo>
                  <a:lnTo>
                    <a:pt x="132366" y="112876"/>
                  </a:lnTo>
                  <a:lnTo>
                    <a:pt x="135896" y="111712"/>
                  </a:lnTo>
                  <a:lnTo>
                    <a:pt x="140308" y="110549"/>
                  </a:lnTo>
                  <a:lnTo>
                    <a:pt x="142073" y="109967"/>
                  </a:lnTo>
                  <a:lnTo>
                    <a:pt x="147368" y="108803"/>
                  </a:lnTo>
                  <a:lnTo>
                    <a:pt x="152662" y="106476"/>
                  </a:lnTo>
                  <a:lnTo>
                    <a:pt x="157075" y="105312"/>
                  </a:lnTo>
                  <a:lnTo>
                    <a:pt x="162369" y="102985"/>
                  </a:lnTo>
                  <a:lnTo>
                    <a:pt x="167664" y="101821"/>
                  </a:lnTo>
                  <a:lnTo>
                    <a:pt x="171194" y="99494"/>
                  </a:lnTo>
                  <a:lnTo>
                    <a:pt x="175606" y="97748"/>
                  </a:lnTo>
                  <a:lnTo>
                    <a:pt x="179136" y="96584"/>
                  </a:lnTo>
                  <a:lnTo>
                    <a:pt x="182665" y="95421"/>
                  </a:lnTo>
                  <a:lnTo>
                    <a:pt x="186195" y="94257"/>
                  </a:lnTo>
                  <a:lnTo>
                    <a:pt x="187960" y="93093"/>
                  </a:lnTo>
                  <a:lnTo>
                    <a:pt x="70595" y="74475"/>
                  </a:lnTo>
                  <a:lnTo>
                    <a:pt x="104128" y="0"/>
                  </a:lnTo>
                  <a:close/>
                </a:path>
              </a:pathLst>
            </a:custGeom>
            <a:solidFill>
              <a:schemeClr val="folHlink"/>
            </a:solidFill>
            <a:ln>
              <a:noFill/>
            </a:ln>
            <a:effectLst/>
          </p:spPr>
          <p:txBody>
            <a:bodyPr vert="horz" wrap="square" lIns="0" tIns="0" rIns="3810" bIns="1905" numCol="1" spcCol="215900" anchor="t"/>
            <a:lstStyle/>
            <a:p>
              <a:pPr/>
              <a:endParaRPr lang="en-us" cap="none"/>
            </a:p>
          </p:txBody>
        </p:sp>
        <p:sp>
          <p:nvSpPr>
            <p:cNvPr id="17" name="Oval 186"/>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Gb/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IIIY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Gb/AP///wEAAAAAAAAAAAAAAAAAAAAAAAAAAAAAAAAAAAAAAAAAAAAAAAJ/f38AH0l9A8zMzADAwP8Af39/AAAAAAAAAAAAAAAAAAAAAAAAAAAAIQAAABgAAAAUAAAANQUAAOMJAAAKCgAAcAoAAAAgAAAmAAAACAAAAP//////////"/>
                </a:ext>
              </a:extLst>
            </p:cNvSpPr>
            <p:nvPr/>
          </p:nvSpPr>
          <p:spPr>
            <a:xfrm>
              <a:off x="846455" y="1607185"/>
              <a:ext cx="785495" cy="89535"/>
            </a:xfrm>
            <a:prstGeom prst="ellipse">
              <a:avLst/>
            </a:prstGeom>
            <a:solidFill>
              <a:srgbClr val="0066FF"/>
            </a:solidFill>
            <a:ln>
              <a:noFill/>
            </a:ln>
            <a:effectLst/>
          </p:spPr>
          <p:txBody>
            <a:bodyPr vert="horz" wrap="none" lIns="91440" tIns="45720" rIns="91440" bIns="45720" numCol="1" spcCol="215900" anchor="ctr"/>
            <a:lstStyle/>
            <a:p>
              <a:pPr/>
              <a:endParaRPr lang="en-us" cap="none"/>
            </a:p>
          </p:txBody>
        </p:sp>
        <p:sp>
          <p:nvSpPr>
            <p:cNvPr id="16" name="Freeform 187"/>
            <p:cNvSpPr>
              <a:extLst>
                <a:ext uri="smNativeData">
                  <pr:smNativeData xmlns:pr="smNativeData" xmlns="smNativeData" val="SMDATA_15_VcZhaRMAAAAlAAAACwAAAA0AAAAAAAAAAAAAAAAGAAAAAwAAAAAAAAAAAAAAAAAAAAEAAABQAAAAAAAAAAAA4D8AAAAAAADgPwAAAAAAAOA/AAAAAAAA4D8AAAAAAADgPwAAAAAAAOA/AAAAAAAA4D8AAAAAAADgPwAAAAAAAOA/AAAAAAAA4D8CAAAAjAAAAAEAAAAAAAAAzOz/A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QmB1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zOz/AP///wEAAAAAAAAAAAAAAAAAAAAAAAAAAAAAAAAAAAAAAAAAAAAAAAJ/f38AH0l9A8zMzADAwP8Af39/AAAAAAAAAAAAAAAAAAAAAAAAAAAAIQAAABgAAAAUAAAA+wQAAOQIAACcCgAAAwoAAAAAAAAmAAAACAAAAP//////////"/>
                </a:ext>
              </a:extLst>
            </p:cNvSpPr>
            <p:nvPr/>
          </p:nvSpPr>
          <p:spPr>
            <a:xfrm>
              <a:off x="809625" y="1445260"/>
              <a:ext cx="915035" cy="182245"/>
            </a:xfrm>
            <a:custGeom>
              <a:avLst/>
              <a:gdLst/>
              <a:ahLst/>
              <a:cxnLst/>
              <a:rect l="0" t="0" r="915035" b="182245"/>
              <a:pathLst>
                <a:path w="915035" h="182245">
                  <a:moveTo>
                    <a:pt x="70252" y="0"/>
                  </a:moveTo>
                  <a:lnTo>
                    <a:pt x="68495" y="0"/>
                  </a:lnTo>
                  <a:lnTo>
                    <a:pt x="64105" y="1179"/>
                  </a:lnTo>
                  <a:lnTo>
                    <a:pt x="62348" y="1769"/>
                  </a:lnTo>
                  <a:lnTo>
                    <a:pt x="58836" y="2948"/>
                  </a:lnTo>
                  <a:lnTo>
                    <a:pt x="55323" y="4128"/>
                  </a:lnTo>
                  <a:lnTo>
                    <a:pt x="50932" y="6487"/>
                  </a:lnTo>
                  <a:lnTo>
                    <a:pt x="45663" y="7667"/>
                  </a:lnTo>
                  <a:lnTo>
                    <a:pt x="42151" y="10026"/>
                  </a:lnTo>
                  <a:lnTo>
                    <a:pt x="36882" y="12385"/>
                  </a:lnTo>
                  <a:lnTo>
                    <a:pt x="34247" y="15334"/>
                  </a:lnTo>
                  <a:lnTo>
                    <a:pt x="28979" y="18873"/>
                  </a:lnTo>
                  <a:lnTo>
                    <a:pt x="23710" y="22412"/>
                  </a:lnTo>
                  <a:lnTo>
                    <a:pt x="21953" y="24169"/>
                  </a:lnTo>
                  <a:lnTo>
                    <a:pt x="18441" y="25360"/>
                  </a:lnTo>
                  <a:lnTo>
                    <a:pt x="17563" y="28899"/>
                  </a:lnTo>
                  <a:lnTo>
                    <a:pt x="15806" y="31258"/>
                  </a:lnTo>
                  <a:lnTo>
                    <a:pt x="12294" y="34770"/>
                  </a:lnTo>
                  <a:lnTo>
                    <a:pt x="8781" y="38926"/>
                  </a:lnTo>
                  <a:lnTo>
                    <a:pt x="7025" y="42464"/>
                  </a:lnTo>
                  <a:lnTo>
                    <a:pt x="5268" y="44824"/>
                  </a:lnTo>
                  <a:lnTo>
                    <a:pt x="3512" y="46580"/>
                  </a:lnTo>
                  <a:lnTo>
                    <a:pt x="3512" y="48952"/>
                  </a:lnTo>
                  <a:lnTo>
                    <a:pt x="1756" y="51311"/>
                  </a:lnTo>
                  <a:lnTo>
                    <a:pt x="1756" y="54850"/>
                  </a:lnTo>
                  <a:lnTo>
                    <a:pt x="1756" y="57209"/>
                  </a:lnTo>
                  <a:lnTo>
                    <a:pt x="1756" y="58978"/>
                  </a:lnTo>
                  <a:lnTo>
                    <a:pt x="0" y="61338"/>
                  </a:lnTo>
                  <a:lnTo>
                    <a:pt x="0" y="63697"/>
                  </a:lnTo>
                  <a:lnTo>
                    <a:pt x="0" y="67236"/>
                  </a:lnTo>
                  <a:lnTo>
                    <a:pt x="0" y="69005"/>
                  </a:lnTo>
                  <a:lnTo>
                    <a:pt x="0" y="71364"/>
                  </a:lnTo>
                  <a:lnTo>
                    <a:pt x="0" y="73723"/>
                  </a:lnTo>
                  <a:lnTo>
                    <a:pt x="0" y="76082"/>
                  </a:lnTo>
                  <a:lnTo>
                    <a:pt x="1756" y="78442"/>
                  </a:lnTo>
                  <a:lnTo>
                    <a:pt x="1756" y="80211"/>
                  </a:lnTo>
                  <a:lnTo>
                    <a:pt x="3512" y="82570"/>
                  </a:lnTo>
                  <a:lnTo>
                    <a:pt x="3512" y="84929"/>
                  </a:lnTo>
                  <a:lnTo>
                    <a:pt x="5268" y="87288"/>
                  </a:lnTo>
                  <a:lnTo>
                    <a:pt x="5268" y="89648"/>
                  </a:lnTo>
                  <a:lnTo>
                    <a:pt x="7025" y="92591"/>
                  </a:lnTo>
                  <a:lnTo>
                    <a:pt x="7025" y="93776"/>
                  </a:lnTo>
                  <a:lnTo>
                    <a:pt x="8781" y="97315"/>
                  </a:lnTo>
                  <a:lnTo>
                    <a:pt x="10537" y="98494"/>
                  </a:lnTo>
                  <a:lnTo>
                    <a:pt x="12294" y="102033"/>
                  </a:lnTo>
                  <a:lnTo>
                    <a:pt x="14050" y="102623"/>
                  </a:lnTo>
                  <a:lnTo>
                    <a:pt x="15806" y="106162"/>
                  </a:lnTo>
                  <a:lnTo>
                    <a:pt x="18441" y="109700"/>
                  </a:lnTo>
                  <a:lnTo>
                    <a:pt x="21953" y="113829"/>
                  </a:lnTo>
                  <a:lnTo>
                    <a:pt x="27222" y="117368"/>
                  </a:lnTo>
                  <a:lnTo>
                    <a:pt x="32491" y="123266"/>
                  </a:lnTo>
                  <a:lnTo>
                    <a:pt x="36882" y="126214"/>
                  </a:lnTo>
                  <a:lnTo>
                    <a:pt x="42151" y="129753"/>
                  </a:lnTo>
                  <a:lnTo>
                    <a:pt x="49176" y="133292"/>
                  </a:lnTo>
                  <a:lnTo>
                    <a:pt x="55323" y="137420"/>
                  </a:lnTo>
                  <a:lnTo>
                    <a:pt x="60592" y="139780"/>
                  </a:lnTo>
                  <a:lnTo>
                    <a:pt x="67617" y="143318"/>
                  </a:lnTo>
                  <a:lnTo>
                    <a:pt x="70252" y="144498"/>
                  </a:lnTo>
                  <a:lnTo>
                    <a:pt x="75521" y="146857"/>
                  </a:lnTo>
                  <a:lnTo>
                    <a:pt x="79033" y="147447"/>
                  </a:lnTo>
                  <a:lnTo>
                    <a:pt x="82546" y="148626"/>
                  </a:lnTo>
                  <a:lnTo>
                    <a:pt x="85180" y="149806"/>
                  </a:lnTo>
                  <a:lnTo>
                    <a:pt x="88693" y="150986"/>
                  </a:lnTo>
                  <a:lnTo>
                    <a:pt x="93962" y="153345"/>
                  </a:lnTo>
                  <a:lnTo>
                    <a:pt x="97474" y="154524"/>
                  </a:lnTo>
                  <a:lnTo>
                    <a:pt x="100987" y="154524"/>
                  </a:lnTo>
                  <a:lnTo>
                    <a:pt x="105378" y="155704"/>
                  </a:lnTo>
                  <a:lnTo>
                    <a:pt x="108890" y="156884"/>
                  </a:lnTo>
                  <a:lnTo>
                    <a:pt x="114159" y="158063"/>
                  </a:lnTo>
                  <a:lnTo>
                    <a:pt x="117672" y="159243"/>
                  </a:lnTo>
                  <a:lnTo>
                    <a:pt x="122063" y="159243"/>
                  </a:lnTo>
                  <a:lnTo>
                    <a:pt x="125575" y="159832"/>
                  </a:lnTo>
                  <a:lnTo>
                    <a:pt x="130844" y="159832"/>
                  </a:lnTo>
                  <a:lnTo>
                    <a:pt x="135235" y="161012"/>
                  </a:lnTo>
                  <a:lnTo>
                    <a:pt x="140504" y="162192"/>
                  </a:lnTo>
                  <a:lnTo>
                    <a:pt x="144017" y="162192"/>
                  </a:lnTo>
                  <a:lnTo>
                    <a:pt x="149285" y="163371"/>
                  </a:lnTo>
                  <a:lnTo>
                    <a:pt x="153676" y="163371"/>
                  </a:lnTo>
                  <a:lnTo>
                    <a:pt x="158945" y="164551"/>
                  </a:lnTo>
                  <a:lnTo>
                    <a:pt x="162457" y="164551"/>
                  </a:lnTo>
                  <a:lnTo>
                    <a:pt x="167727" y="165730"/>
                  </a:lnTo>
                  <a:lnTo>
                    <a:pt x="172117" y="166910"/>
                  </a:lnTo>
                  <a:lnTo>
                    <a:pt x="177386" y="168090"/>
                  </a:lnTo>
                  <a:lnTo>
                    <a:pt x="182655" y="168090"/>
                  </a:lnTo>
                  <a:lnTo>
                    <a:pt x="187046" y="169269"/>
                  </a:lnTo>
                  <a:lnTo>
                    <a:pt x="192314" y="169269"/>
                  </a:lnTo>
                  <a:lnTo>
                    <a:pt x="197584" y="170449"/>
                  </a:lnTo>
                  <a:lnTo>
                    <a:pt x="202853" y="171038"/>
                  </a:lnTo>
                  <a:lnTo>
                    <a:pt x="207244" y="171038"/>
                  </a:lnTo>
                  <a:lnTo>
                    <a:pt x="214269" y="172218"/>
                  </a:lnTo>
                  <a:lnTo>
                    <a:pt x="219538" y="172218"/>
                  </a:lnTo>
                  <a:lnTo>
                    <a:pt x="225685" y="173398"/>
                  </a:lnTo>
                  <a:lnTo>
                    <a:pt x="230954" y="173398"/>
                  </a:lnTo>
                  <a:lnTo>
                    <a:pt x="236223" y="174577"/>
                  </a:lnTo>
                  <a:lnTo>
                    <a:pt x="244125" y="175757"/>
                  </a:lnTo>
                  <a:lnTo>
                    <a:pt x="245881" y="175757"/>
                  </a:lnTo>
                  <a:lnTo>
                    <a:pt x="249395" y="175757"/>
                  </a:lnTo>
                  <a:lnTo>
                    <a:pt x="252907" y="175757"/>
                  </a:lnTo>
                  <a:lnTo>
                    <a:pt x="257298" y="176936"/>
                  </a:lnTo>
                  <a:lnTo>
                    <a:pt x="259055" y="176936"/>
                  </a:lnTo>
                  <a:lnTo>
                    <a:pt x="262567" y="176936"/>
                  </a:lnTo>
                  <a:lnTo>
                    <a:pt x="266080" y="176936"/>
                  </a:lnTo>
                  <a:lnTo>
                    <a:pt x="271349" y="178116"/>
                  </a:lnTo>
                  <a:lnTo>
                    <a:pt x="273983" y="178116"/>
                  </a:lnTo>
                  <a:lnTo>
                    <a:pt x="277496" y="178116"/>
                  </a:lnTo>
                  <a:lnTo>
                    <a:pt x="281008" y="179296"/>
                  </a:lnTo>
                  <a:lnTo>
                    <a:pt x="284521" y="179296"/>
                  </a:lnTo>
                  <a:lnTo>
                    <a:pt x="288912" y="179296"/>
                  </a:lnTo>
                  <a:lnTo>
                    <a:pt x="292424" y="179296"/>
                  </a:lnTo>
                  <a:lnTo>
                    <a:pt x="295937" y="179296"/>
                  </a:lnTo>
                  <a:lnTo>
                    <a:pt x="299450" y="179296"/>
                  </a:lnTo>
                  <a:lnTo>
                    <a:pt x="302962" y="179296"/>
                  </a:lnTo>
                  <a:lnTo>
                    <a:pt x="305597" y="180475"/>
                  </a:lnTo>
                  <a:lnTo>
                    <a:pt x="310866" y="180475"/>
                  </a:lnTo>
                  <a:lnTo>
                    <a:pt x="316134" y="180475"/>
                  </a:lnTo>
                  <a:lnTo>
                    <a:pt x="319647" y="180475"/>
                  </a:lnTo>
                  <a:lnTo>
                    <a:pt x="322282" y="180475"/>
                  </a:lnTo>
                  <a:lnTo>
                    <a:pt x="325794" y="180475"/>
                  </a:lnTo>
                  <a:lnTo>
                    <a:pt x="331063" y="180475"/>
                  </a:lnTo>
                  <a:lnTo>
                    <a:pt x="334576" y="180475"/>
                  </a:lnTo>
                  <a:lnTo>
                    <a:pt x="338966" y="181655"/>
                  </a:lnTo>
                  <a:lnTo>
                    <a:pt x="342479" y="181655"/>
                  </a:lnTo>
                  <a:lnTo>
                    <a:pt x="347748" y="181655"/>
                  </a:lnTo>
                  <a:lnTo>
                    <a:pt x="351261" y="181655"/>
                  </a:lnTo>
                  <a:lnTo>
                    <a:pt x="355651" y="181655"/>
                  </a:lnTo>
                  <a:lnTo>
                    <a:pt x="359164" y="181655"/>
                  </a:lnTo>
                  <a:lnTo>
                    <a:pt x="364433" y="181655"/>
                  </a:lnTo>
                  <a:lnTo>
                    <a:pt x="369702" y="181655"/>
                  </a:lnTo>
                  <a:lnTo>
                    <a:pt x="372336" y="181655"/>
                  </a:lnTo>
                  <a:lnTo>
                    <a:pt x="377605" y="181655"/>
                  </a:lnTo>
                  <a:lnTo>
                    <a:pt x="382874" y="182245"/>
                  </a:lnTo>
                  <a:lnTo>
                    <a:pt x="386387" y="182245"/>
                  </a:lnTo>
                  <a:lnTo>
                    <a:pt x="390777" y="182245"/>
                  </a:lnTo>
                  <a:lnTo>
                    <a:pt x="396046" y="182245"/>
                  </a:lnTo>
                  <a:lnTo>
                    <a:pt x="399559" y="182245"/>
                  </a:lnTo>
                  <a:lnTo>
                    <a:pt x="404828" y="182245"/>
                  </a:lnTo>
                  <a:lnTo>
                    <a:pt x="409219" y="182245"/>
                  </a:lnTo>
                  <a:lnTo>
                    <a:pt x="414488" y="182245"/>
                  </a:lnTo>
                  <a:lnTo>
                    <a:pt x="419756" y="182245"/>
                  </a:lnTo>
                  <a:lnTo>
                    <a:pt x="423269" y="182245"/>
                  </a:lnTo>
                  <a:lnTo>
                    <a:pt x="427660" y="182245"/>
                  </a:lnTo>
                  <a:lnTo>
                    <a:pt x="432929" y="182245"/>
                  </a:lnTo>
                  <a:lnTo>
                    <a:pt x="438198" y="182245"/>
                  </a:lnTo>
                  <a:lnTo>
                    <a:pt x="440832" y="182245"/>
                  </a:lnTo>
                  <a:lnTo>
                    <a:pt x="446101" y="182245"/>
                  </a:lnTo>
                  <a:lnTo>
                    <a:pt x="451370" y="182245"/>
                  </a:lnTo>
                  <a:lnTo>
                    <a:pt x="456639" y="182245"/>
                  </a:lnTo>
                  <a:lnTo>
                    <a:pt x="459273" y="182245"/>
                  </a:lnTo>
                  <a:lnTo>
                    <a:pt x="464542" y="182245"/>
                  </a:lnTo>
                  <a:lnTo>
                    <a:pt x="469811" y="182245"/>
                  </a:lnTo>
                  <a:lnTo>
                    <a:pt x="474202" y="182245"/>
                  </a:lnTo>
                  <a:lnTo>
                    <a:pt x="477715" y="182245"/>
                  </a:lnTo>
                  <a:lnTo>
                    <a:pt x="482983" y="182245"/>
                  </a:lnTo>
                  <a:lnTo>
                    <a:pt x="488251" y="182245"/>
                  </a:lnTo>
                  <a:lnTo>
                    <a:pt x="492643" y="182245"/>
                  </a:lnTo>
                  <a:lnTo>
                    <a:pt x="496155" y="181655"/>
                  </a:lnTo>
                  <a:lnTo>
                    <a:pt x="501425" y="181655"/>
                  </a:lnTo>
                  <a:lnTo>
                    <a:pt x="506694" y="181655"/>
                  </a:lnTo>
                  <a:lnTo>
                    <a:pt x="511084" y="181655"/>
                  </a:lnTo>
                  <a:lnTo>
                    <a:pt x="514596" y="181655"/>
                  </a:lnTo>
                  <a:lnTo>
                    <a:pt x="519866" y="181655"/>
                  </a:lnTo>
                  <a:lnTo>
                    <a:pt x="524256" y="181655"/>
                  </a:lnTo>
                  <a:lnTo>
                    <a:pt x="529526" y="181655"/>
                  </a:lnTo>
                  <a:lnTo>
                    <a:pt x="534794" y="181655"/>
                  </a:lnTo>
                  <a:lnTo>
                    <a:pt x="540063" y="181655"/>
                  </a:lnTo>
                  <a:lnTo>
                    <a:pt x="542698" y="181655"/>
                  </a:lnTo>
                  <a:lnTo>
                    <a:pt x="547967" y="181655"/>
                  </a:lnTo>
                  <a:lnTo>
                    <a:pt x="553236" y="180475"/>
                  </a:lnTo>
                  <a:lnTo>
                    <a:pt x="556748" y="180475"/>
                  </a:lnTo>
                  <a:lnTo>
                    <a:pt x="561139" y="180475"/>
                  </a:lnTo>
                  <a:lnTo>
                    <a:pt x="566408" y="180475"/>
                  </a:lnTo>
                  <a:lnTo>
                    <a:pt x="571677" y="180475"/>
                  </a:lnTo>
                  <a:lnTo>
                    <a:pt x="575189" y="180475"/>
                  </a:lnTo>
                  <a:lnTo>
                    <a:pt x="579580" y="179296"/>
                  </a:lnTo>
                  <a:lnTo>
                    <a:pt x="584849" y="179296"/>
                  </a:lnTo>
                  <a:lnTo>
                    <a:pt x="588362" y="179296"/>
                  </a:lnTo>
                  <a:lnTo>
                    <a:pt x="591874" y="179296"/>
                  </a:lnTo>
                  <a:lnTo>
                    <a:pt x="596265" y="179296"/>
                  </a:lnTo>
                  <a:lnTo>
                    <a:pt x="601534" y="179296"/>
                  </a:lnTo>
                  <a:lnTo>
                    <a:pt x="605047" y="178116"/>
                  </a:lnTo>
                  <a:lnTo>
                    <a:pt x="609437" y="178116"/>
                  </a:lnTo>
                  <a:lnTo>
                    <a:pt x="612950" y="178116"/>
                  </a:lnTo>
                  <a:lnTo>
                    <a:pt x="618219" y="178116"/>
                  </a:lnTo>
                  <a:lnTo>
                    <a:pt x="621732" y="176936"/>
                  </a:lnTo>
                  <a:lnTo>
                    <a:pt x="625244" y="176936"/>
                  </a:lnTo>
                  <a:lnTo>
                    <a:pt x="629635" y="176936"/>
                  </a:lnTo>
                  <a:lnTo>
                    <a:pt x="633148" y="176936"/>
                  </a:lnTo>
                  <a:lnTo>
                    <a:pt x="638416" y="176936"/>
                  </a:lnTo>
                  <a:lnTo>
                    <a:pt x="641929" y="175757"/>
                  </a:lnTo>
                  <a:lnTo>
                    <a:pt x="644564" y="175757"/>
                  </a:lnTo>
                  <a:lnTo>
                    <a:pt x="649832" y="175757"/>
                  </a:lnTo>
                  <a:lnTo>
                    <a:pt x="653345" y="175757"/>
                  </a:lnTo>
                  <a:lnTo>
                    <a:pt x="658614" y="174577"/>
                  </a:lnTo>
                  <a:lnTo>
                    <a:pt x="661248" y="174577"/>
                  </a:lnTo>
                  <a:lnTo>
                    <a:pt x="664761" y="174577"/>
                  </a:lnTo>
                  <a:lnTo>
                    <a:pt x="670030" y="173398"/>
                  </a:lnTo>
                  <a:lnTo>
                    <a:pt x="673543" y="173398"/>
                  </a:lnTo>
                  <a:lnTo>
                    <a:pt x="677055" y="173398"/>
                  </a:lnTo>
                  <a:lnTo>
                    <a:pt x="679690" y="173398"/>
                  </a:lnTo>
                  <a:lnTo>
                    <a:pt x="683202" y="172218"/>
                  </a:lnTo>
                  <a:lnTo>
                    <a:pt x="686715" y="172218"/>
                  </a:lnTo>
                  <a:lnTo>
                    <a:pt x="691984" y="172218"/>
                  </a:lnTo>
                  <a:lnTo>
                    <a:pt x="694618" y="172218"/>
                  </a:lnTo>
                  <a:lnTo>
                    <a:pt x="698131" y="171038"/>
                  </a:lnTo>
                  <a:lnTo>
                    <a:pt x="701643" y="171038"/>
                  </a:lnTo>
                  <a:lnTo>
                    <a:pt x="705156" y="171038"/>
                  </a:lnTo>
                  <a:lnTo>
                    <a:pt x="710425" y="171038"/>
                  </a:lnTo>
                  <a:lnTo>
                    <a:pt x="711303" y="170449"/>
                  </a:lnTo>
                  <a:lnTo>
                    <a:pt x="716572" y="170449"/>
                  </a:lnTo>
                  <a:lnTo>
                    <a:pt x="720085" y="169269"/>
                  </a:lnTo>
                  <a:lnTo>
                    <a:pt x="723597" y="169269"/>
                  </a:lnTo>
                  <a:lnTo>
                    <a:pt x="729744" y="169269"/>
                  </a:lnTo>
                  <a:lnTo>
                    <a:pt x="736770" y="168090"/>
                  </a:lnTo>
                  <a:lnTo>
                    <a:pt x="738526" y="168090"/>
                  </a:lnTo>
                  <a:lnTo>
                    <a:pt x="743795" y="166910"/>
                  </a:lnTo>
                  <a:lnTo>
                    <a:pt x="744673" y="166910"/>
                  </a:lnTo>
                  <a:lnTo>
                    <a:pt x="749942" y="166910"/>
                  </a:lnTo>
                  <a:lnTo>
                    <a:pt x="755211" y="165730"/>
                  </a:lnTo>
                  <a:lnTo>
                    <a:pt x="761358" y="164551"/>
                  </a:lnTo>
                  <a:lnTo>
                    <a:pt x="766627" y="163371"/>
                  </a:lnTo>
                  <a:lnTo>
                    <a:pt x="773652" y="163371"/>
                  </a:lnTo>
                  <a:lnTo>
                    <a:pt x="778043" y="162192"/>
                  </a:lnTo>
                  <a:lnTo>
                    <a:pt x="783312" y="161012"/>
                  </a:lnTo>
                  <a:lnTo>
                    <a:pt x="790337" y="159832"/>
                  </a:lnTo>
                  <a:lnTo>
                    <a:pt x="795606" y="159832"/>
                  </a:lnTo>
                  <a:lnTo>
                    <a:pt x="799997" y="159243"/>
                  </a:lnTo>
                  <a:lnTo>
                    <a:pt x="803509" y="158063"/>
                  </a:lnTo>
                  <a:lnTo>
                    <a:pt x="808778" y="156884"/>
                  </a:lnTo>
                  <a:lnTo>
                    <a:pt x="813169" y="155704"/>
                  </a:lnTo>
                  <a:lnTo>
                    <a:pt x="818438" y="154524"/>
                  </a:lnTo>
                  <a:lnTo>
                    <a:pt x="821950" y="154524"/>
                  </a:lnTo>
                  <a:lnTo>
                    <a:pt x="827219" y="153345"/>
                  </a:lnTo>
                  <a:lnTo>
                    <a:pt x="831610" y="152165"/>
                  </a:lnTo>
                  <a:lnTo>
                    <a:pt x="835123" y="150986"/>
                  </a:lnTo>
                  <a:lnTo>
                    <a:pt x="838635" y="149806"/>
                  </a:lnTo>
                  <a:lnTo>
                    <a:pt x="842148" y="148626"/>
                  </a:lnTo>
                  <a:lnTo>
                    <a:pt x="846539" y="148626"/>
                  </a:lnTo>
                  <a:lnTo>
                    <a:pt x="850051" y="146857"/>
                  </a:lnTo>
                  <a:lnTo>
                    <a:pt x="853564" y="145678"/>
                  </a:lnTo>
                  <a:lnTo>
                    <a:pt x="857076" y="144498"/>
                  </a:lnTo>
                  <a:lnTo>
                    <a:pt x="860589" y="143318"/>
                  </a:lnTo>
                  <a:lnTo>
                    <a:pt x="864980" y="140959"/>
                  </a:lnTo>
                  <a:lnTo>
                    <a:pt x="872005" y="138600"/>
                  </a:lnTo>
                  <a:lnTo>
                    <a:pt x="875518" y="135651"/>
                  </a:lnTo>
                  <a:lnTo>
                    <a:pt x="879908" y="132112"/>
                  </a:lnTo>
                  <a:lnTo>
                    <a:pt x="885177" y="128574"/>
                  </a:lnTo>
                  <a:lnTo>
                    <a:pt x="888690" y="125061"/>
                  </a:lnTo>
                  <a:lnTo>
                    <a:pt x="892203" y="122086"/>
                  </a:lnTo>
                  <a:lnTo>
                    <a:pt x="895715" y="117368"/>
                  </a:lnTo>
                  <a:lnTo>
                    <a:pt x="896593" y="115008"/>
                  </a:lnTo>
                  <a:lnTo>
                    <a:pt x="898350" y="113251"/>
                  </a:lnTo>
                  <a:lnTo>
                    <a:pt x="900106" y="110880"/>
                  </a:lnTo>
                  <a:lnTo>
                    <a:pt x="901862" y="108521"/>
                  </a:lnTo>
                  <a:lnTo>
                    <a:pt x="903619" y="106162"/>
                  </a:lnTo>
                  <a:lnTo>
                    <a:pt x="903619" y="103802"/>
                  </a:lnTo>
                  <a:lnTo>
                    <a:pt x="905375" y="102046"/>
                  </a:lnTo>
                  <a:lnTo>
                    <a:pt x="907131" y="98494"/>
                  </a:lnTo>
                  <a:lnTo>
                    <a:pt x="907131" y="96135"/>
                  </a:lnTo>
                  <a:lnTo>
                    <a:pt x="908887" y="92591"/>
                  </a:lnTo>
                  <a:lnTo>
                    <a:pt x="908887" y="90827"/>
                  </a:lnTo>
                  <a:lnTo>
                    <a:pt x="910644" y="88468"/>
                  </a:lnTo>
                  <a:lnTo>
                    <a:pt x="910644" y="84929"/>
                  </a:lnTo>
                  <a:lnTo>
                    <a:pt x="912400" y="82570"/>
                  </a:lnTo>
                  <a:lnTo>
                    <a:pt x="912400" y="80211"/>
                  </a:lnTo>
                  <a:lnTo>
                    <a:pt x="913278" y="77262"/>
                  </a:lnTo>
                  <a:lnTo>
                    <a:pt x="913278" y="74903"/>
                  </a:lnTo>
                  <a:lnTo>
                    <a:pt x="913278" y="71364"/>
                  </a:lnTo>
                  <a:lnTo>
                    <a:pt x="913278" y="69005"/>
                  </a:lnTo>
                  <a:lnTo>
                    <a:pt x="913278" y="67236"/>
                  </a:lnTo>
                  <a:lnTo>
                    <a:pt x="913278" y="63697"/>
                  </a:lnTo>
                  <a:lnTo>
                    <a:pt x="913278" y="61338"/>
                  </a:lnTo>
                  <a:lnTo>
                    <a:pt x="913278" y="58978"/>
                  </a:lnTo>
                  <a:lnTo>
                    <a:pt x="915035" y="56030"/>
                  </a:lnTo>
                  <a:lnTo>
                    <a:pt x="913278" y="53670"/>
                  </a:lnTo>
                  <a:lnTo>
                    <a:pt x="913278" y="51311"/>
                  </a:lnTo>
                  <a:lnTo>
                    <a:pt x="913278" y="48952"/>
                  </a:lnTo>
                  <a:lnTo>
                    <a:pt x="913278" y="46593"/>
                  </a:lnTo>
                  <a:lnTo>
                    <a:pt x="913278" y="43644"/>
                  </a:lnTo>
                  <a:lnTo>
                    <a:pt x="912400" y="41285"/>
                  </a:lnTo>
                  <a:lnTo>
                    <a:pt x="912400" y="38926"/>
                  </a:lnTo>
                  <a:lnTo>
                    <a:pt x="912400" y="37746"/>
                  </a:lnTo>
                  <a:lnTo>
                    <a:pt x="908887" y="33618"/>
                  </a:lnTo>
                  <a:lnTo>
                    <a:pt x="907131" y="30079"/>
                  </a:lnTo>
                  <a:lnTo>
                    <a:pt x="903619" y="25360"/>
                  </a:lnTo>
                  <a:lnTo>
                    <a:pt x="900106" y="23591"/>
                  </a:lnTo>
                  <a:lnTo>
                    <a:pt x="896593" y="20078"/>
                  </a:lnTo>
                  <a:lnTo>
                    <a:pt x="893959" y="16514"/>
                  </a:lnTo>
                  <a:lnTo>
                    <a:pt x="888690" y="14154"/>
                  </a:lnTo>
                  <a:lnTo>
                    <a:pt x="885177" y="12385"/>
                  </a:lnTo>
                  <a:lnTo>
                    <a:pt x="879908" y="10026"/>
                  </a:lnTo>
                  <a:lnTo>
                    <a:pt x="877274" y="8846"/>
                  </a:lnTo>
                  <a:lnTo>
                    <a:pt x="872005" y="7667"/>
                  </a:lnTo>
                  <a:lnTo>
                    <a:pt x="866736" y="6487"/>
                  </a:lnTo>
                  <a:lnTo>
                    <a:pt x="862345" y="5308"/>
                  </a:lnTo>
                  <a:lnTo>
                    <a:pt x="857076" y="4128"/>
                  </a:lnTo>
                  <a:lnTo>
                    <a:pt x="851808" y="4128"/>
                  </a:lnTo>
                  <a:lnTo>
                    <a:pt x="846539" y="4128"/>
                  </a:lnTo>
                  <a:lnTo>
                    <a:pt x="842148" y="4128"/>
                  </a:lnTo>
                  <a:lnTo>
                    <a:pt x="835123" y="4128"/>
                  </a:lnTo>
                  <a:lnTo>
                    <a:pt x="829854" y="4128"/>
                  </a:lnTo>
                  <a:lnTo>
                    <a:pt x="825463" y="5308"/>
                  </a:lnTo>
                  <a:lnTo>
                    <a:pt x="820194" y="5308"/>
                  </a:lnTo>
                  <a:lnTo>
                    <a:pt x="813169" y="6487"/>
                  </a:lnTo>
                  <a:lnTo>
                    <a:pt x="808778" y="7667"/>
                  </a:lnTo>
                  <a:lnTo>
                    <a:pt x="805265" y="8846"/>
                  </a:lnTo>
                  <a:lnTo>
                    <a:pt x="799997" y="10026"/>
                  </a:lnTo>
                  <a:lnTo>
                    <a:pt x="795606" y="11206"/>
                  </a:lnTo>
                  <a:lnTo>
                    <a:pt x="792093" y="12385"/>
                  </a:lnTo>
                  <a:lnTo>
                    <a:pt x="788581" y="12975"/>
                  </a:lnTo>
                  <a:lnTo>
                    <a:pt x="783312" y="12975"/>
                  </a:lnTo>
                  <a:lnTo>
                    <a:pt x="781555" y="15334"/>
                  </a:lnTo>
                  <a:lnTo>
                    <a:pt x="778043" y="15334"/>
                  </a:lnTo>
                  <a:lnTo>
                    <a:pt x="777165" y="16514"/>
                  </a:lnTo>
                  <a:lnTo>
                    <a:pt x="70252" y="0"/>
                  </a:lnTo>
                  <a:close/>
                </a:path>
              </a:pathLst>
            </a:custGeom>
            <a:solidFill>
              <a:srgbClr val="CCECFF"/>
            </a:solidFill>
            <a:ln w="9525" cap="flat" cmpd="sng" algn="ctr">
              <a:solidFill>
                <a:schemeClr val="tx1"/>
              </a:solidFill>
              <a:prstDash val="solid"/>
              <a:headEnd type="none"/>
              <a:tailEnd type="none"/>
            </a:ln>
            <a:effectLst/>
          </p:spPr>
          <p:txBody>
            <a:bodyPr vert="horz" wrap="square" lIns="0" tIns="0" rIns="3810" bIns="1905" numCol="1" spcCol="215900" anchor="t"/>
            <a:lstStyle/>
            <a:p>
              <a:pPr/>
              <a:endParaRPr lang="en-us" cap="none"/>
            </a:p>
          </p:txBody>
        </p:sp>
        <p:sp>
          <p:nvSpPr>
            <p:cNvPr id="15" name="Freeform 188"/>
            <p:cNvSpPr>
              <a:extLst>
                <a:ext uri="smNativeData">
                  <pr:smNativeData xmlns:pr="smNativeData" xmlns="smNativeData" val="SMDATA_15_VcZhaRMAAAAlAAAACwAAAA0AAAAAAAAAAAAAAAAGAAAAAgAAAAAAAAAAAAAAAAAAAAEAAABQAAAAAAAAAAAA4D8AAAAAAADg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0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agUAAKAIAAAxCgAAMAkAAAAAAAAmAAAACAAAAP//////////"/>
                </a:ext>
              </a:extLst>
            </p:cNvSpPr>
            <p:nvPr/>
          </p:nvSpPr>
          <p:spPr>
            <a:xfrm>
              <a:off x="880110" y="1402080"/>
              <a:ext cx="776605" cy="91440"/>
            </a:xfrm>
            <a:custGeom>
              <a:avLst/>
              <a:gdLst/>
              <a:ahLst/>
              <a:cxnLst/>
              <a:rect l="0" t="0" r="776605" b="91440"/>
              <a:pathLst>
                <a:path w="776605" h="91440">
                  <a:moveTo>
                    <a:pt x="383031" y="91440"/>
                  </a:moveTo>
                  <a:lnTo>
                    <a:pt x="392695" y="91440"/>
                  </a:lnTo>
                  <a:lnTo>
                    <a:pt x="403237" y="91440"/>
                  </a:lnTo>
                  <a:lnTo>
                    <a:pt x="411143" y="91440"/>
                  </a:lnTo>
                  <a:lnTo>
                    <a:pt x="420807" y="91440"/>
                  </a:lnTo>
                  <a:lnTo>
                    <a:pt x="431349" y="90260"/>
                  </a:lnTo>
                  <a:lnTo>
                    <a:pt x="439256" y="90260"/>
                  </a:lnTo>
                  <a:lnTo>
                    <a:pt x="449798" y="90260"/>
                  </a:lnTo>
                  <a:lnTo>
                    <a:pt x="459462" y="90260"/>
                  </a:lnTo>
                  <a:lnTo>
                    <a:pt x="470004" y="89670"/>
                  </a:lnTo>
                  <a:lnTo>
                    <a:pt x="477910" y="89670"/>
                  </a:lnTo>
                  <a:lnTo>
                    <a:pt x="486695" y="89670"/>
                  </a:lnTo>
                  <a:lnTo>
                    <a:pt x="496359" y="89670"/>
                  </a:lnTo>
                  <a:lnTo>
                    <a:pt x="505144" y="88490"/>
                  </a:lnTo>
                  <a:lnTo>
                    <a:pt x="514808" y="88490"/>
                  </a:lnTo>
                  <a:lnTo>
                    <a:pt x="522714" y="87310"/>
                  </a:lnTo>
                  <a:lnTo>
                    <a:pt x="533257" y="87310"/>
                  </a:lnTo>
                  <a:lnTo>
                    <a:pt x="541163" y="86131"/>
                  </a:lnTo>
                  <a:lnTo>
                    <a:pt x="549948" y="86131"/>
                  </a:lnTo>
                  <a:lnTo>
                    <a:pt x="557855" y="84951"/>
                  </a:lnTo>
                  <a:lnTo>
                    <a:pt x="566640" y="84951"/>
                  </a:lnTo>
                  <a:lnTo>
                    <a:pt x="574547" y="83771"/>
                  </a:lnTo>
                  <a:lnTo>
                    <a:pt x="583332" y="83771"/>
                  </a:lnTo>
                  <a:lnTo>
                    <a:pt x="590360" y="82591"/>
                  </a:lnTo>
                  <a:lnTo>
                    <a:pt x="600023" y="82591"/>
                  </a:lnTo>
                  <a:lnTo>
                    <a:pt x="607052" y="81411"/>
                  </a:lnTo>
                  <a:lnTo>
                    <a:pt x="614958" y="81411"/>
                  </a:lnTo>
                  <a:lnTo>
                    <a:pt x="621986" y="80231"/>
                  </a:lnTo>
                  <a:lnTo>
                    <a:pt x="629893" y="80231"/>
                  </a:lnTo>
                  <a:lnTo>
                    <a:pt x="636921" y="78461"/>
                  </a:lnTo>
                  <a:lnTo>
                    <a:pt x="643071" y="78461"/>
                  </a:lnTo>
                  <a:lnTo>
                    <a:pt x="650099" y="77282"/>
                  </a:lnTo>
                  <a:lnTo>
                    <a:pt x="658005" y="77282"/>
                  </a:lnTo>
                  <a:lnTo>
                    <a:pt x="665033" y="76102"/>
                  </a:lnTo>
                  <a:lnTo>
                    <a:pt x="670304" y="74922"/>
                  </a:lnTo>
                  <a:lnTo>
                    <a:pt x="676454" y="73742"/>
                  </a:lnTo>
                  <a:lnTo>
                    <a:pt x="683482" y="73742"/>
                  </a:lnTo>
                  <a:lnTo>
                    <a:pt x="688753" y="72562"/>
                  </a:lnTo>
                  <a:lnTo>
                    <a:pt x="694903" y="71382"/>
                  </a:lnTo>
                  <a:lnTo>
                    <a:pt x="700174" y="71382"/>
                  </a:lnTo>
                  <a:lnTo>
                    <a:pt x="707202" y="70202"/>
                  </a:lnTo>
                  <a:lnTo>
                    <a:pt x="711595" y="69022"/>
                  </a:lnTo>
                  <a:lnTo>
                    <a:pt x="716866" y="67843"/>
                  </a:lnTo>
                  <a:lnTo>
                    <a:pt x="722137" y="67253"/>
                  </a:lnTo>
                  <a:lnTo>
                    <a:pt x="726529" y="67253"/>
                  </a:lnTo>
                  <a:lnTo>
                    <a:pt x="731800" y="66073"/>
                  </a:lnTo>
                  <a:lnTo>
                    <a:pt x="737071" y="64893"/>
                  </a:lnTo>
                  <a:lnTo>
                    <a:pt x="740585" y="63713"/>
                  </a:lnTo>
                  <a:lnTo>
                    <a:pt x="744978" y="63713"/>
                  </a:lnTo>
                  <a:lnTo>
                    <a:pt x="746735" y="62533"/>
                  </a:lnTo>
                  <a:lnTo>
                    <a:pt x="752006" y="61353"/>
                  </a:lnTo>
                  <a:lnTo>
                    <a:pt x="753763" y="60173"/>
                  </a:lnTo>
                  <a:lnTo>
                    <a:pt x="759034" y="58994"/>
                  </a:lnTo>
                  <a:lnTo>
                    <a:pt x="763427" y="56634"/>
                  </a:lnTo>
                  <a:lnTo>
                    <a:pt x="768698" y="56044"/>
                  </a:lnTo>
                  <a:lnTo>
                    <a:pt x="772212" y="53684"/>
                  </a:lnTo>
                  <a:lnTo>
                    <a:pt x="773969" y="51324"/>
                  </a:lnTo>
                  <a:lnTo>
                    <a:pt x="775726" y="50145"/>
                  </a:lnTo>
                  <a:lnTo>
                    <a:pt x="776605" y="47785"/>
                  </a:lnTo>
                  <a:lnTo>
                    <a:pt x="775726" y="46605"/>
                  </a:lnTo>
                  <a:lnTo>
                    <a:pt x="773969" y="44848"/>
                  </a:lnTo>
                  <a:lnTo>
                    <a:pt x="772212" y="42475"/>
                  </a:lnTo>
                  <a:lnTo>
                    <a:pt x="768698" y="40116"/>
                  </a:lnTo>
                  <a:lnTo>
                    <a:pt x="763427" y="37756"/>
                  </a:lnTo>
                  <a:lnTo>
                    <a:pt x="759034" y="36576"/>
                  </a:lnTo>
                  <a:lnTo>
                    <a:pt x="753763" y="34216"/>
                  </a:lnTo>
                  <a:lnTo>
                    <a:pt x="752006" y="34216"/>
                  </a:lnTo>
                  <a:lnTo>
                    <a:pt x="746735" y="33626"/>
                  </a:lnTo>
                  <a:lnTo>
                    <a:pt x="744978" y="32446"/>
                  </a:lnTo>
                  <a:lnTo>
                    <a:pt x="740585" y="31267"/>
                  </a:lnTo>
                  <a:lnTo>
                    <a:pt x="737071" y="30087"/>
                  </a:lnTo>
                  <a:lnTo>
                    <a:pt x="731800" y="28907"/>
                  </a:lnTo>
                  <a:lnTo>
                    <a:pt x="726529" y="27727"/>
                  </a:lnTo>
                  <a:lnTo>
                    <a:pt x="722137" y="26547"/>
                  </a:lnTo>
                  <a:lnTo>
                    <a:pt x="716866" y="25367"/>
                  </a:lnTo>
                  <a:lnTo>
                    <a:pt x="711595" y="24187"/>
                  </a:lnTo>
                  <a:lnTo>
                    <a:pt x="707202" y="24187"/>
                  </a:lnTo>
                  <a:lnTo>
                    <a:pt x="700174" y="22418"/>
                  </a:lnTo>
                  <a:lnTo>
                    <a:pt x="694903" y="22418"/>
                  </a:lnTo>
                  <a:lnTo>
                    <a:pt x="688753" y="21238"/>
                  </a:lnTo>
                  <a:lnTo>
                    <a:pt x="683482" y="20058"/>
                  </a:lnTo>
                  <a:lnTo>
                    <a:pt x="676454" y="18878"/>
                  </a:lnTo>
                  <a:lnTo>
                    <a:pt x="672062" y="17698"/>
                  </a:lnTo>
                  <a:lnTo>
                    <a:pt x="665033" y="17698"/>
                  </a:lnTo>
                  <a:lnTo>
                    <a:pt x="658005" y="16518"/>
                  </a:lnTo>
                  <a:lnTo>
                    <a:pt x="651856" y="15338"/>
                  </a:lnTo>
                  <a:lnTo>
                    <a:pt x="644828" y="14158"/>
                  </a:lnTo>
                  <a:lnTo>
                    <a:pt x="636921" y="12979"/>
                  </a:lnTo>
                  <a:lnTo>
                    <a:pt x="629893" y="12979"/>
                  </a:lnTo>
                  <a:lnTo>
                    <a:pt x="621986" y="11799"/>
                  </a:lnTo>
                  <a:lnTo>
                    <a:pt x="614958" y="11209"/>
                  </a:lnTo>
                  <a:lnTo>
                    <a:pt x="607052" y="10029"/>
                  </a:lnTo>
                  <a:lnTo>
                    <a:pt x="600023" y="10029"/>
                  </a:lnTo>
                  <a:lnTo>
                    <a:pt x="591238" y="8849"/>
                  </a:lnTo>
                  <a:lnTo>
                    <a:pt x="583332" y="7669"/>
                  </a:lnTo>
                  <a:lnTo>
                    <a:pt x="574547" y="7669"/>
                  </a:lnTo>
                  <a:lnTo>
                    <a:pt x="568397" y="6489"/>
                  </a:lnTo>
                  <a:lnTo>
                    <a:pt x="557855" y="6489"/>
                  </a:lnTo>
                  <a:lnTo>
                    <a:pt x="549948" y="5309"/>
                  </a:lnTo>
                  <a:lnTo>
                    <a:pt x="541163" y="4130"/>
                  </a:lnTo>
                  <a:lnTo>
                    <a:pt x="535014" y="4130"/>
                  </a:lnTo>
                  <a:lnTo>
                    <a:pt x="524471" y="2950"/>
                  </a:lnTo>
                  <a:lnTo>
                    <a:pt x="516565" y="2950"/>
                  </a:lnTo>
                  <a:lnTo>
                    <a:pt x="506023" y="1770"/>
                  </a:lnTo>
                  <a:lnTo>
                    <a:pt x="498116" y="1770"/>
                  </a:lnTo>
                  <a:lnTo>
                    <a:pt x="488452" y="590"/>
                  </a:lnTo>
                  <a:lnTo>
                    <a:pt x="479667" y="590"/>
                  </a:lnTo>
                  <a:lnTo>
                    <a:pt x="470004" y="590"/>
                  </a:lnTo>
                  <a:lnTo>
                    <a:pt x="461219" y="590"/>
                  </a:lnTo>
                  <a:lnTo>
                    <a:pt x="451555" y="0"/>
                  </a:lnTo>
                  <a:lnTo>
                    <a:pt x="442770" y="0"/>
                  </a:lnTo>
                  <a:lnTo>
                    <a:pt x="433106" y="0"/>
                  </a:lnTo>
                  <a:lnTo>
                    <a:pt x="422564" y="0"/>
                  </a:lnTo>
                  <a:lnTo>
                    <a:pt x="412900" y="0"/>
                  </a:lnTo>
                  <a:lnTo>
                    <a:pt x="404115" y="0"/>
                  </a:lnTo>
                  <a:lnTo>
                    <a:pt x="394452" y="0"/>
                  </a:lnTo>
                  <a:lnTo>
                    <a:pt x="386545" y="0"/>
                  </a:lnTo>
                  <a:lnTo>
                    <a:pt x="376003" y="0"/>
                  </a:lnTo>
                  <a:lnTo>
                    <a:pt x="366339" y="0"/>
                  </a:lnTo>
                  <a:lnTo>
                    <a:pt x="354040" y="0"/>
                  </a:lnTo>
                  <a:lnTo>
                    <a:pt x="346133" y="0"/>
                  </a:lnTo>
                  <a:lnTo>
                    <a:pt x="336470" y="0"/>
                  </a:lnTo>
                  <a:lnTo>
                    <a:pt x="325928" y="0"/>
                  </a:lnTo>
                  <a:lnTo>
                    <a:pt x="318021" y="0"/>
                  </a:lnTo>
                  <a:lnTo>
                    <a:pt x="307479" y="590"/>
                  </a:lnTo>
                  <a:lnTo>
                    <a:pt x="299572" y="590"/>
                  </a:lnTo>
                  <a:lnTo>
                    <a:pt x="289030" y="590"/>
                  </a:lnTo>
                  <a:lnTo>
                    <a:pt x="281123" y="590"/>
                  </a:lnTo>
                  <a:lnTo>
                    <a:pt x="270581" y="1770"/>
                  </a:lnTo>
                  <a:lnTo>
                    <a:pt x="262675" y="1770"/>
                  </a:lnTo>
                  <a:lnTo>
                    <a:pt x="252133" y="2950"/>
                  </a:lnTo>
                  <a:lnTo>
                    <a:pt x="244226" y="2950"/>
                  </a:lnTo>
                  <a:lnTo>
                    <a:pt x="235441" y="4130"/>
                  </a:lnTo>
                  <a:lnTo>
                    <a:pt x="227534" y="4130"/>
                  </a:lnTo>
                  <a:lnTo>
                    <a:pt x="218749" y="4130"/>
                  </a:lnTo>
                  <a:lnTo>
                    <a:pt x="210842" y="5309"/>
                  </a:lnTo>
                  <a:lnTo>
                    <a:pt x="202057" y="6489"/>
                  </a:lnTo>
                  <a:lnTo>
                    <a:pt x="194151" y="6489"/>
                  </a:lnTo>
                  <a:lnTo>
                    <a:pt x="185366" y="7669"/>
                  </a:lnTo>
                  <a:lnTo>
                    <a:pt x="177459" y="7669"/>
                  </a:lnTo>
                  <a:lnTo>
                    <a:pt x="170431" y="8849"/>
                  </a:lnTo>
                  <a:lnTo>
                    <a:pt x="162524" y="8849"/>
                  </a:lnTo>
                  <a:lnTo>
                    <a:pt x="155496" y="10029"/>
                  </a:lnTo>
                  <a:lnTo>
                    <a:pt x="147590" y="11209"/>
                  </a:lnTo>
                  <a:lnTo>
                    <a:pt x="140561" y="11209"/>
                  </a:lnTo>
                  <a:lnTo>
                    <a:pt x="133533" y="11799"/>
                  </a:lnTo>
                  <a:lnTo>
                    <a:pt x="125627" y="12979"/>
                  </a:lnTo>
                  <a:lnTo>
                    <a:pt x="118599" y="12979"/>
                  </a:lnTo>
                  <a:lnTo>
                    <a:pt x="114206" y="15338"/>
                  </a:lnTo>
                  <a:lnTo>
                    <a:pt x="105421" y="15338"/>
                  </a:lnTo>
                  <a:lnTo>
                    <a:pt x="100150" y="16518"/>
                  </a:lnTo>
                  <a:lnTo>
                    <a:pt x="94000" y="16518"/>
                  </a:lnTo>
                  <a:lnTo>
                    <a:pt x="88729" y="17698"/>
                  </a:lnTo>
                  <a:lnTo>
                    <a:pt x="82580" y="18878"/>
                  </a:lnTo>
                  <a:lnTo>
                    <a:pt x="75552" y="20058"/>
                  </a:lnTo>
                  <a:lnTo>
                    <a:pt x="70280" y="20058"/>
                  </a:lnTo>
                  <a:lnTo>
                    <a:pt x="65009" y="21238"/>
                  </a:lnTo>
                  <a:lnTo>
                    <a:pt x="60617" y="22418"/>
                  </a:lnTo>
                  <a:lnTo>
                    <a:pt x="55346" y="23007"/>
                  </a:lnTo>
                  <a:lnTo>
                    <a:pt x="50075" y="24187"/>
                  </a:lnTo>
                  <a:lnTo>
                    <a:pt x="45682" y="25367"/>
                  </a:lnTo>
                  <a:lnTo>
                    <a:pt x="40411" y="25367"/>
                  </a:lnTo>
                  <a:lnTo>
                    <a:pt x="36897" y="26547"/>
                  </a:lnTo>
                  <a:lnTo>
                    <a:pt x="33383" y="27727"/>
                  </a:lnTo>
                  <a:lnTo>
                    <a:pt x="30747" y="28907"/>
                  </a:lnTo>
                  <a:lnTo>
                    <a:pt x="27233" y="30087"/>
                  </a:lnTo>
                  <a:lnTo>
                    <a:pt x="23719" y="30087"/>
                  </a:lnTo>
                  <a:lnTo>
                    <a:pt x="18448" y="31267"/>
                  </a:lnTo>
                  <a:lnTo>
                    <a:pt x="16691" y="32446"/>
                  </a:lnTo>
                  <a:lnTo>
                    <a:pt x="12299" y="33626"/>
                  </a:lnTo>
                  <a:lnTo>
                    <a:pt x="7028" y="35396"/>
                  </a:lnTo>
                  <a:lnTo>
                    <a:pt x="3514" y="37756"/>
                  </a:lnTo>
                  <a:lnTo>
                    <a:pt x="1757" y="38936"/>
                  </a:lnTo>
                  <a:lnTo>
                    <a:pt x="0" y="41295"/>
                  </a:lnTo>
                  <a:lnTo>
                    <a:pt x="0" y="43655"/>
                  </a:lnTo>
                  <a:lnTo>
                    <a:pt x="0" y="44835"/>
                  </a:lnTo>
                  <a:lnTo>
                    <a:pt x="1757" y="46592"/>
                  </a:lnTo>
                  <a:lnTo>
                    <a:pt x="3514" y="47785"/>
                  </a:lnTo>
                  <a:lnTo>
                    <a:pt x="7028" y="50145"/>
                  </a:lnTo>
                  <a:lnTo>
                    <a:pt x="10542" y="52504"/>
                  </a:lnTo>
                  <a:lnTo>
                    <a:pt x="16691" y="54864"/>
                  </a:lnTo>
                  <a:lnTo>
                    <a:pt x="18448" y="54864"/>
                  </a:lnTo>
                  <a:lnTo>
                    <a:pt x="21962" y="56044"/>
                  </a:lnTo>
                  <a:lnTo>
                    <a:pt x="25476" y="56634"/>
                  </a:lnTo>
                  <a:lnTo>
                    <a:pt x="30747" y="58994"/>
                  </a:lnTo>
                  <a:lnTo>
                    <a:pt x="33383" y="58994"/>
                  </a:lnTo>
                  <a:lnTo>
                    <a:pt x="36897" y="60173"/>
                  </a:lnTo>
                  <a:lnTo>
                    <a:pt x="40411" y="61353"/>
                  </a:lnTo>
                  <a:lnTo>
                    <a:pt x="45682" y="62533"/>
                  </a:lnTo>
                  <a:lnTo>
                    <a:pt x="50075" y="63713"/>
                  </a:lnTo>
                  <a:lnTo>
                    <a:pt x="55346" y="64893"/>
                  </a:lnTo>
                  <a:lnTo>
                    <a:pt x="58860" y="64893"/>
                  </a:lnTo>
                  <a:lnTo>
                    <a:pt x="65009" y="67253"/>
                  </a:lnTo>
                  <a:lnTo>
                    <a:pt x="70280" y="67253"/>
                  </a:lnTo>
                  <a:lnTo>
                    <a:pt x="75552" y="67843"/>
                  </a:lnTo>
                  <a:lnTo>
                    <a:pt x="80823" y="69022"/>
                  </a:lnTo>
                  <a:lnTo>
                    <a:pt x="86972" y="70202"/>
                  </a:lnTo>
                  <a:lnTo>
                    <a:pt x="92243" y="71382"/>
                  </a:lnTo>
                  <a:lnTo>
                    <a:pt x="99271" y="72562"/>
                  </a:lnTo>
                  <a:lnTo>
                    <a:pt x="105421" y="73742"/>
                  </a:lnTo>
                  <a:lnTo>
                    <a:pt x="112449" y="74922"/>
                  </a:lnTo>
                  <a:lnTo>
                    <a:pt x="118599" y="74922"/>
                  </a:lnTo>
                  <a:lnTo>
                    <a:pt x="125627" y="76102"/>
                  </a:lnTo>
                  <a:lnTo>
                    <a:pt x="132655" y="77282"/>
                  </a:lnTo>
                  <a:lnTo>
                    <a:pt x="138804" y="78461"/>
                  </a:lnTo>
                  <a:lnTo>
                    <a:pt x="145833" y="78461"/>
                  </a:lnTo>
                  <a:lnTo>
                    <a:pt x="153739" y="79051"/>
                  </a:lnTo>
                  <a:lnTo>
                    <a:pt x="160767" y="80231"/>
                  </a:lnTo>
                  <a:lnTo>
                    <a:pt x="168674" y="81411"/>
                  </a:lnTo>
                  <a:lnTo>
                    <a:pt x="175702" y="81411"/>
                  </a:lnTo>
                  <a:lnTo>
                    <a:pt x="183609" y="82591"/>
                  </a:lnTo>
                  <a:lnTo>
                    <a:pt x="190637" y="82591"/>
                  </a:lnTo>
                  <a:lnTo>
                    <a:pt x="201179" y="83771"/>
                  </a:lnTo>
                  <a:lnTo>
                    <a:pt x="207328" y="84951"/>
                  </a:lnTo>
                  <a:lnTo>
                    <a:pt x="216114" y="84951"/>
                  </a:lnTo>
                  <a:lnTo>
                    <a:pt x="224020" y="86131"/>
                  </a:lnTo>
                  <a:lnTo>
                    <a:pt x="234562" y="87310"/>
                  </a:lnTo>
                  <a:lnTo>
                    <a:pt x="242469" y="87310"/>
                  </a:lnTo>
                  <a:lnTo>
                    <a:pt x="251254" y="87310"/>
                  </a:lnTo>
                  <a:lnTo>
                    <a:pt x="259161" y="87310"/>
                  </a:lnTo>
                  <a:lnTo>
                    <a:pt x="268824" y="88490"/>
                  </a:lnTo>
                  <a:lnTo>
                    <a:pt x="277609" y="88490"/>
                  </a:lnTo>
                  <a:lnTo>
                    <a:pt x="287273" y="89670"/>
                  </a:lnTo>
                  <a:lnTo>
                    <a:pt x="296058" y="89670"/>
                  </a:lnTo>
                  <a:lnTo>
                    <a:pt x="305722" y="90260"/>
                  </a:lnTo>
                  <a:lnTo>
                    <a:pt x="314507" y="90260"/>
                  </a:lnTo>
                  <a:lnTo>
                    <a:pt x="324171" y="90260"/>
                  </a:lnTo>
                  <a:lnTo>
                    <a:pt x="334713" y="90260"/>
                  </a:lnTo>
                  <a:lnTo>
                    <a:pt x="344376" y="90260"/>
                  </a:lnTo>
                  <a:lnTo>
                    <a:pt x="353162" y="90260"/>
                  </a:lnTo>
                  <a:lnTo>
                    <a:pt x="362825" y="91440"/>
                  </a:lnTo>
                  <a:lnTo>
                    <a:pt x="372489" y="91440"/>
                  </a:lnTo>
                  <a:lnTo>
                    <a:pt x="383031" y="91440"/>
                  </a:lnTo>
                  <a:close/>
                </a:path>
              </a:pathLst>
            </a:custGeom>
            <a:solidFill>
              <a:schemeClr val="hlink"/>
            </a:solidFill>
            <a:ln w="9525" cap="flat" cmpd="sng" algn="ctr">
              <a:solidFill>
                <a:schemeClr val="tx1"/>
              </a:solidFill>
              <a:prstDash val="solid"/>
              <a:headEnd type="none"/>
              <a:tailEnd type="none"/>
            </a:ln>
            <a:effectLst/>
          </p:spPr>
          <p:txBody>
            <a:bodyPr vert="horz" wrap="square" lIns="0" tIns="0" rIns="3810" bIns="1270" numCol="1" spcCol="215900" anchor="t"/>
            <a:lstStyle/>
            <a:p>
              <a:pPr/>
              <a:endParaRPr lang="en-us" cap="none"/>
            </a:p>
          </p:txBody>
        </p:sp>
        <p:sp>
          <p:nvSpPr>
            <p:cNvPr id="14" name="Freeform 189"/>
            <p:cNvSpPr>
              <a:extLst>
                <a:ext uri="smNativeData">
                  <pr:smNativeData xmlns:pr="smNativeData" xmlns="smNativeData" val="SMDATA_15_VcZhaRMAAAAlAAAACwAAAA0AAAAAAAAAAAAAAAAFAAAAAg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0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ZwUAAKcIAADCBwAAMAkAAAAAAAAmAAAACAAAAP//////////"/>
                </a:ext>
              </a:extLst>
            </p:cNvSpPr>
            <p:nvPr/>
          </p:nvSpPr>
          <p:spPr>
            <a:xfrm>
              <a:off x="878205" y="1406525"/>
              <a:ext cx="382905" cy="86995"/>
            </a:xfrm>
            <a:custGeom>
              <a:avLst/>
              <a:gdLst/>
              <a:ahLst/>
              <a:cxnLst/>
              <a:rect l="0" t="0" r="382905" b="86995"/>
              <a:pathLst>
                <a:path w="382905" h="86995">
                  <a:moveTo>
                    <a:pt x="236037" y="0"/>
                  </a:moveTo>
                  <a:lnTo>
                    <a:pt x="235163" y="0"/>
                  </a:lnTo>
                  <a:lnTo>
                    <a:pt x="231666" y="0"/>
                  </a:lnTo>
                  <a:lnTo>
                    <a:pt x="228169" y="0"/>
                  </a:lnTo>
                  <a:lnTo>
                    <a:pt x="222924" y="1175"/>
                  </a:lnTo>
                  <a:lnTo>
                    <a:pt x="219427" y="1175"/>
                  </a:lnTo>
                  <a:lnTo>
                    <a:pt x="216804" y="1175"/>
                  </a:lnTo>
                  <a:lnTo>
                    <a:pt x="213307" y="1175"/>
                  </a:lnTo>
                  <a:lnTo>
                    <a:pt x="209809" y="2351"/>
                  </a:lnTo>
                  <a:lnTo>
                    <a:pt x="206314" y="2351"/>
                  </a:lnTo>
                  <a:lnTo>
                    <a:pt x="201943" y="2351"/>
                  </a:lnTo>
                  <a:lnTo>
                    <a:pt x="198446" y="2351"/>
                  </a:lnTo>
                  <a:lnTo>
                    <a:pt x="193200" y="3526"/>
                  </a:lnTo>
                  <a:lnTo>
                    <a:pt x="187955" y="3526"/>
                  </a:lnTo>
                  <a:lnTo>
                    <a:pt x="183584" y="3526"/>
                  </a:lnTo>
                  <a:lnTo>
                    <a:pt x="178339" y="3526"/>
                  </a:lnTo>
                  <a:lnTo>
                    <a:pt x="174842" y="4702"/>
                  </a:lnTo>
                  <a:lnTo>
                    <a:pt x="167848" y="4702"/>
                  </a:lnTo>
                  <a:lnTo>
                    <a:pt x="163477" y="4702"/>
                  </a:lnTo>
                  <a:lnTo>
                    <a:pt x="158232" y="5878"/>
                  </a:lnTo>
                  <a:lnTo>
                    <a:pt x="152987" y="7053"/>
                  </a:lnTo>
                  <a:lnTo>
                    <a:pt x="146867" y="7053"/>
                  </a:lnTo>
                  <a:lnTo>
                    <a:pt x="141622" y="7053"/>
                  </a:lnTo>
                  <a:lnTo>
                    <a:pt x="136377" y="7641"/>
                  </a:lnTo>
                  <a:lnTo>
                    <a:pt x="132006" y="7641"/>
                  </a:lnTo>
                  <a:lnTo>
                    <a:pt x="125011" y="8817"/>
                  </a:lnTo>
                  <a:lnTo>
                    <a:pt x="119767" y="8817"/>
                  </a:lnTo>
                  <a:lnTo>
                    <a:pt x="115396" y="9992"/>
                  </a:lnTo>
                  <a:lnTo>
                    <a:pt x="110150" y="11167"/>
                  </a:lnTo>
                  <a:lnTo>
                    <a:pt x="103157" y="11167"/>
                  </a:lnTo>
                  <a:lnTo>
                    <a:pt x="98785" y="12343"/>
                  </a:lnTo>
                  <a:lnTo>
                    <a:pt x="93540" y="13519"/>
                  </a:lnTo>
                  <a:lnTo>
                    <a:pt x="86547" y="13519"/>
                  </a:lnTo>
                  <a:lnTo>
                    <a:pt x="82175" y="14695"/>
                  </a:lnTo>
                  <a:lnTo>
                    <a:pt x="76929" y="15870"/>
                  </a:lnTo>
                  <a:lnTo>
                    <a:pt x="71685" y="15870"/>
                  </a:lnTo>
                  <a:lnTo>
                    <a:pt x="66440" y="17046"/>
                  </a:lnTo>
                  <a:lnTo>
                    <a:pt x="62069" y="18221"/>
                  </a:lnTo>
                  <a:lnTo>
                    <a:pt x="56823" y="18809"/>
                  </a:lnTo>
                  <a:lnTo>
                    <a:pt x="51578" y="18809"/>
                  </a:lnTo>
                  <a:lnTo>
                    <a:pt x="48955" y="19985"/>
                  </a:lnTo>
                  <a:lnTo>
                    <a:pt x="43710" y="21159"/>
                  </a:lnTo>
                  <a:lnTo>
                    <a:pt x="40213" y="22336"/>
                  </a:lnTo>
                  <a:lnTo>
                    <a:pt x="34968" y="22336"/>
                  </a:lnTo>
                  <a:lnTo>
                    <a:pt x="32345" y="24687"/>
                  </a:lnTo>
                  <a:lnTo>
                    <a:pt x="28849" y="24687"/>
                  </a:lnTo>
                  <a:lnTo>
                    <a:pt x="25352" y="25863"/>
                  </a:lnTo>
                  <a:lnTo>
                    <a:pt x="21855" y="25863"/>
                  </a:lnTo>
                  <a:lnTo>
                    <a:pt x="18358" y="28214"/>
                  </a:lnTo>
                  <a:lnTo>
                    <a:pt x="13987" y="29390"/>
                  </a:lnTo>
                  <a:lnTo>
                    <a:pt x="8742" y="31153"/>
                  </a:lnTo>
                  <a:lnTo>
                    <a:pt x="3496" y="32329"/>
                  </a:lnTo>
                  <a:lnTo>
                    <a:pt x="1748" y="34680"/>
                  </a:lnTo>
                  <a:lnTo>
                    <a:pt x="0" y="37031"/>
                  </a:lnTo>
                  <a:lnTo>
                    <a:pt x="1748" y="39382"/>
                  </a:lnTo>
                  <a:lnTo>
                    <a:pt x="1748" y="41146"/>
                  </a:lnTo>
                  <a:lnTo>
                    <a:pt x="3496" y="43497"/>
                  </a:lnTo>
                  <a:lnTo>
                    <a:pt x="6993" y="45848"/>
                  </a:lnTo>
                  <a:lnTo>
                    <a:pt x="12238" y="48199"/>
                  </a:lnTo>
                  <a:lnTo>
                    <a:pt x="16610" y="50551"/>
                  </a:lnTo>
                  <a:lnTo>
                    <a:pt x="21855" y="51726"/>
                  </a:lnTo>
                  <a:lnTo>
                    <a:pt x="25352" y="52314"/>
                  </a:lnTo>
                  <a:lnTo>
                    <a:pt x="28849" y="53490"/>
                  </a:lnTo>
                  <a:lnTo>
                    <a:pt x="32345" y="54665"/>
                  </a:lnTo>
                  <a:lnTo>
                    <a:pt x="34968" y="55841"/>
                  </a:lnTo>
                  <a:lnTo>
                    <a:pt x="40213" y="57016"/>
                  </a:lnTo>
                  <a:lnTo>
                    <a:pt x="43710" y="58192"/>
                  </a:lnTo>
                  <a:lnTo>
                    <a:pt x="47207" y="59368"/>
                  </a:lnTo>
                  <a:lnTo>
                    <a:pt x="51578" y="60543"/>
                  </a:lnTo>
                  <a:lnTo>
                    <a:pt x="55075" y="60543"/>
                  </a:lnTo>
                  <a:lnTo>
                    <a:pt x="58572" y="61719"/>
                  </a:lnTo>
                  <a:lnTo>
                    <a:pt x="63817" y="62895"/>
                  </a:lnTo>
                  <a:lnTo>
                    <a:pt x="68188" y="63482"/>
                  </a:lnTo>
                  <a:lnTo>
                    <a:pt x="71685" y="63482"/>
                  </a:lnTo>
                  <a:lnTo>
                    <a:pt x="75182" y="64658"/>
                  </a:lnTo>
                  <a:lnTo>
                    <a:pt x="80427" y="65834"/>
                  </a:lnTo>
                  <a:lnTo>
                    <a:pt x="84798" y="67009"/>
                  </a:lnTo>
                  <a:lnTo>
                    <a:pt x="88294" y="67009"/>
                  </a:lnTo>
                  <a:lnTo>
                    <a:pt x="93540" y="68185"/>
                  </a:lnTo>
                  <a:lnTo>
                    <a:pt x="97036" y="69360"/>
                  </a:lnTo>
                  <a:lnTo>
                    <a:pt x="101407" y="70536"/>
                  </a:lnTo>
                  <a:lnTo>
                    <a:pt x="104904" y="70536"/>
                  </a:lnTo>
                  <a:lnTo>
                    <a:pt x="110150" y="70536"/>
                  </a:lnTo>
                  <a:lnTo>
                    <a:pt x="113646" y="71712"/>
                  </a:lnTo>
                  <a:lnTo>
                    <a:pt x="117143" y="72887"/>
                  </a:lnTo>
                  <a:lnTo>
                    <a:pt x="119767" y="72887"/>
                  </a:lnTo>
                  <a:lnTo>
                    <a:pt x="123263" y="72887"/>
                  </a:lnTo>
                  <a:lnTo>
                    <a:pt x="126760" y="74063"/>
                  </a:lnTo>
                  <a:lnTo>
                    <a:pt x="132006" y="74063"/>
                  </a:lnTo>
                  <a:lnTo>
                    <a:pt x="134628" y="74063"/>
                  </a:lnTo>
                  <a:lnTo>
                    <a:pt x="138125" y="74651"/>
                  </a:lnTo>
                  <a:lnTo>
                    <a:pt x="143370" y="74651"/>
                  </a:lnTo>
                  <a:lnTo>
                    <a:pt x="146867" y="75826"/>
                  </a:lnTo>
                  <a:lnTo>
                    <a:pt x="150364" y="75826"/>
                  </a:lnTo>
                  <a:lnTo>
                    <a:pt x="152987" y="77002"/>
                  </a:lnTo>
                  <a:lnTo>
                    <a:pt x="158232" y="77002"/>
                  </a:lnTo>
                  <a:lnTo>
                    <a:pt x="161729" y="78177"/>
                  </a:lnTo>
                  <a:lnTo>
                    <a:pt x="165226" y="78177"/>
                  </a:lnTo>
                  <a:lnTo>
                    <a:pt x="169597" y="78177"/>
                  </a:lnTo>
                  <a:lnTo>
                    <a:pt x="173094" y="78177"/>
                  </a:lnTo>
                  <a:lnTo>
                    <a:pt x="178339" y="79353"/>
                  </a:lnTo>
                  <a:lnTo>
                    <a:pt x="181836" y="79353"/>
                  </a:lnTo>
                  <a:lnTo>
                    <a:pt x="186207" y="79353"/>
                  </a:lnTo>
                  <a:lnTo>
                    <a:pt x="189704" y="80529"/>
                  </a:lnTo>
                  <a:lnTo>
                    <a:pt x="194949" y="80529"/>
                  </a:lnTo>
                  <a:lnTo>
                    <a:pt x="200194" y="80529"/>
                  </a:lnTo>
                  <a:lnTo>
                    <a:pt x="204565" y="80529"/>
                  </a:lnTo>
                  <a:lnTo>
                    <a:pt x="208062" y="80529"/>
                  </a:lnTo>
                  <a:lnTo>
                    <a:pt x="215056" y="81704"/>
                  </a:lnTo>
                  <a:lnTo>
                    <a:pt x="219427" y="81704"/>
                  </a:lnTo>
                  <a:lnTo>
                    <a:pt x="224672" y="81704"/>
                  </a:lnTo>
                  <a:lnTo>
                    <a:pt x="229917" y="81704"/>
                  </a:lnTo>
                  <a:lnTo>
                    <a:pt x="236037" y="82880"/>
                  </a:lnTo>
                  <a:lnTo>
                    <a:pt x="241282" y="82880"/>
                  </a:lnTo>
                  <a:lnTo>
                    <a:pt x="246527" y="82880"/>
                  </a:lnTo>
                  <a:lnTo>
                    <a:pt x="252647" y="82880"/>
                  </a:lnTo>
                  <a:lnTo>
                    <a:pt x="257892" y="82880"/>
                  </a:lnTo>
                  <a:lnTo>
                    <a:pt x="263137" y="82880"/>
                  </a:lnTo>
                  <a:lnTo>
                    <a:pt x="269257" y="84055"/>
                  </a:lnTo>
                  <a:lnTo>
                    <a:pt x="276251" y="84055"/>
                  </a:lnTo>
                  <a:lnTo>
                    <a:pt x="283244" y="85231"/>
                  </a:lnTo>
                  <a:lnTo>
                    <a:pt x="287615" y="85231"/>
                  </a:lnTo>
                  <a:lnTo>
                    <a:pt x="294609" y="85231"/>
                  </a:lnTo>
                  <a:lnTo>
                    <a:pt x="299854" y="85231"/>
                  </a:lnTo>
                  <a:lnTo>
                    <a:pt x="305974" y="85231"/>
                  </a:lnTo>
                  <a:lnTo>
                    <a:pt x="312968" y="85231"/>
                  </a:lnTo>
                  <a:lnTo>
                    <a:pt x="318213" y="85231"/>
                  </a:lnTo>
                  <a:lnTo>
                    <a:pt x="324332" y="85819"/>
                  </a:lnTo>
                  <a:lnTo>
                    <a:pt x="329578" y="85819"/>
                  </a:lnTo>
                  <a:lnTo>
                    <a:pt x="334823" y="85819"/>
                  </a:lnTo>
                  <a:lnTo>
                    <a:pt x="340942" y="85819"/>
                  </a:lnTo>
                  <a:lnTo>
                    <a:pt x="346188" y="85819"/>
                  </a:lnTo>
                  <a:lnTo>
                    <a:pt x="351433" y="85819"/>
                  </a:lnTo>
                  <a:lnTo>
                    <a:pt x="354055" y="85819"/>
                  </a:lnTo>
                  <a:lnTo>
                    <a:pt x="359301" y="85819"/>
                  </a:lnTo>
                  <a:lnTo>
                    <a:pt x="362798" y="85819"/>
                  </a:lnTo>
                  <a:lnTo>
                    <a:pt x="368043" y="86995"/>
                  </a:lnTo>
                  <a:lnTo>
                    <a:pt x="370666" y="86995"/>
                  </a:lnTo>
                  <a:lnTo>
                    <a:pt x="372414" y="86995"/>
                  </a:lnTo>
                  <a:lnTo>
                    <a:pt x="375911" y="86995"/>
                  </a:lnTo>
                  <a:lnTo>
                    <a:pt x="379408" y="86995"/>
                  </a:lnTo>
                  <a:lnTo>
                    <a:pt x="382905" y="86995"/>
                  </a:lnTo>
                  <a:lnTo>
                    <a:pt x="379408" y="85819"/>
                  </a:lnTo>
                  <a:lnTo>
                    <a:pt x="372414" y="85231"/>
                  </a:lnTo>
                  <a:lnTo>
                    <a:pt x="368043" y="84055"/>
                  </a:lnTo>
                  <a:lnTo>
                    <a:pt x="364546" y="82880"/>
                  </a:lnTo>
                  <a:lnTo>
                    <a:pt x="359301" y="82880"/>
                  </a:lnTo>
                  <a:lnTo>
                    <a:pt x="355804" y="81704"/>
                  </a:lnTo>
                  <a:lnTo>
                    <a:pt x="351433" y="80529"/>
                  </a:lnTo>
                  <a:lnTo>
                    <a:pt x="346188" y="80529"/>
                  </a:lnTo>
                  <a:lnTo>
                    <a:pt x="340942" y="79353"/>
                  </a:lnTo>
                  <a:lnTo>
                    <a:pt x="336571" y="78177"/>
                  </a:lnTo>
                  <a:lnTo>
                    <a:pt x="331326" y="77002"/>
                  </a:lnTo>
                  <a:lnTo>
                    <a:pt x="326081" y="75826"/>
                  </a:lnTo>
                  <a:lnTo>
                    <a:pt x="319087" y="74651"/>
                  </a:lnTo>
                  <a:lnTo>
                    <a:pt x="314716" y="74063"/>
                  </a:lnTo>
                  <a:lnTo>
                    <a:pt x="307722" y="72887"/>
                  </a:lnTo>
                  <a:lnTo>
                    <a:pt x="302477" y="71712"/>
                  </a:lnTo>
                  <a:lnTo>
                    <a:pt x="296357" y="70536"/>
                  </a:lnTo>
                  <a:lnTo>
                    <a:pt x="289364" y="69360"/>
                  </a:lnTo>
                  <a:lnTo>
                    <a:pt x="284993" y="69360"/>
                  </a:lnTo>
                  <a:lnTo>
                    <a:pt x="277999" y="68185"/>
                  </a:lnTo>
                  <a:lnTo>
                    <a:pt x="272754" y="67009"/>
                  </a:lnTo>
                  <a:lnTo>
                    <a:pt x="266634" y="64658"/>
                  </a:lnTo>
                  <a:lnTo>
                    <a:pt x="261389" y="64658"/>
                  </a:lnTo>
                  <a:lnTo>
                    <a:pt x="254394" y="63482"/>
                  </a:lnTo>
                  <a:lnTo>
                    <a:pt x="250023" y="62895"/>
                  </a:lnTo>
                  <a:lnTo>
                    <a:pt x="243031" y="61719"/>
                  </a:lnTo>
                  <a:lnTo>
                    <a:pt x="237785" y="61719"/>
                  </a:lnTo>
                  <a:lnTo>
                    <a:pt x="233414" y="60543"/>
                  </a:lnTo>
                  <a:lnTo>
                    <a:pt x="228169" y="59368"/>
                  </a:lnTo>
                  <a:lnTo>
                    <a:pt x="222924" y="58192"/>
                  </a:lnTo>
                  <a:lnTo>
                    <a:pt x="218553" y="58192"/>
                  </a:lnTo>
                  <a:lnTo>
                    <a:pt x="211559" y="55841"/>
                  </a:lnTo>
                  <a:lnTo>
                    <a:pt x="208062" y="55841"/>
                  </a:lnTo>
                  <a:lnTo>
                    <a:pt x="202817" y="54665"/>
                  </a:lnTo>
                  <a:lnTo>
                    <a:pt x="200194" y="53490"/>
                  </a:lnTo>
                  <a:lnTo>
                    <a:pt x="196696" y="52314"/>
                  </a:lnTo>
                  <a:lnTo>
                    <a:pt x="191452" y="51726"/>
                  </a:lnTo>
                  <a:lnTo>
                    <a:pt x="187955" y="50551"/>
                  </a:lnTo>
                  <a:lnTo>
                    <a:pt x="184458" y="50551"/>
                  </a:lnTo>
                  <a:lnTo>
                    <a:pt x="178339" y="47024"/>
                  </a:lnTo>
                  <a:lnTo>
                    <a:pt x="174842" y="45848"/>
                  </a:lnTo>
                  <a:lnTo>
                    <a:pt x="169597" y="43497"/>
                  </a:lnTo>
                  <a:lnTo>
                    <a:pt x="165226" y="41146"/>
                  </a:lnTo>
                  <a:lnTo>
                    <a:pt x="163477" y="38207"/>
                  </a:lnTo>
                  <a:lnTo>
                    <a:pt x="161729" y="37031"/>
                  </a:lnTo>
                  <a:lnTo>
                    <a:pt x="159980" y="33504"/>
                  </a:lnTo>
                  <a:lnTo>
                    <a:pt x="159980" y="31153"/>
                  </a:lnTo>
                  <a:lnTo>
                    <a:pt x="161729" y="29404"/>
                  </a:lnTo>
                  <a:lnTo>
                    <a:pt x="163477" y="27032"/>
                  </a:lnTo>
                  <a:lnTo>
                    <a:pt x="166974" y="23535"/>
                  </a:lnTo>
                  <a:lnTo>
                    <a:pt x="169597" y="21159"/>
                  </a:lnTo>
                  <a:lnTo>
                    <a:pt x="174842" y="18809"/>
                  </a:lnTo>
                  <a:lnTo>
                    <a:pt x="180087" y="17046"/>
                  </a:lnTo>
                  <a:lnTo>
                    <a:pt x="184458" y="13519"/>
                  </a:lnTo>
                  <a:lnTo>
                    <a:pt x="191452" y="12343"/>
                  </a:lnTo>
                  <a:lnTo>
                    <a:pt x="198446" y="9992"/>
                  </a:lnTo>
                  <a:lnTo>
                    <a:pt x="204565" y="7641"/>
                  </a:lnTo>
                  <a:lnTo>
                    <a:pt x="209809" y="7053"/>
                  </a:lnTo>
                  <a:lnTo>
                    <a:pt x="216804" y="4702"/>
                  </a:lnTo>
                  <a:lnTo>
                    <a:pt x="221174" y="3526"/>
                  </a:lnTo>
                  <a:lnTo>
                    <a:pt x="226420" y="2351"/>
                  </a:lnTo>
                  <a:lnTo>
                    <a:pt x="229917" y="1175"/>
                  </a:lnTo>
                  <a:lnTo>
                    <a:pt x="233414" y="1175"/>
                  </a:lnTo>
                  <a:lnTo>
                    <a:pt x="235163" y="0"/>
                  </a:lnTo>
                  <a:lnTo>
                    <a:pt x="236037" y="0"/>
                  </a:lnTo>
                  <a:close/>
                </a:path>
              </a:pathLst>
            </a:custGeom>
            <a:solidFill>
              <a:schemeClr val="folHlink"/>
            </a:solidFill>
            <a:ln>
              <a:noFill/>
            </a:ln>
            <a:effectLst/>
          </p:spPr>
          <p:txBody>
            <a:bodyPr vert="horz" wrap="square" lIns="0" tIns="0" rIns="3175" bIns="1270" numCol="1" spcCol="215900" anchor="t"/>
            <a:lstStyle/>
            <a:p>
              <a:pPr/>
              <a:endParaRPr lang="en-us" cap="none"/>
            </a:p>
          </p:txBody>
        </p:sp>
        <p:sp>
          <p:nvSpPr>
            <p:cNvPr id="13" name="Freeform 190"/>
            <p:cNvSpPr>
              <a:extLst>
                <a:ext uri="smNativeData">
                  <pr:smNativeData xmlns:pr="smNativeData" xmlns="smNativeData" val="SMDATA_15_VcZhaRMAAAAlAAAACwAAAA0AAAAAAAAAAAAAAAAGAAAAAwAAAAAAAAAAAAAAAAAAAAEAAABQAAAAAAAAAAAA4D8AAAAAAADgPwAAAAAAAOA/AAAAAAAA4D8AAAAAAADgPwAAAAAAAOA/AAAAAAAA4D8AAAAAAADgPwAAAAAAAOA/AAAAAAAA4D8CAAAAjAAAAAEAAAAAAAAA////C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wmB1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H0l9A8zMzADAwP8Af39/AAAAAAAAAAAAAAAAAAAAAAAAAAAAIQAAABgAAAAUAAAADAcAABoJAAB7CgAA8AkAAAAAAAAmAAAACAAAAP//////////"/>
                </a:ext>
              </a:extLst>
            </p:cNvSpPr>
            <p:nvPr/>
          </p:nvSpPr>
          <p:spPr>
            <a:xfrm>
              <a:off x="1145540" y="1479550"/>
              <a:ext cx="558165" cy="135890"/>
            </a:xfrm>
            <a:custGeom>
              <a:avLst/>
              <a:gdLst/>
              <a:ahLst/>
              <a:cxnLst/>
              <a:rect l="0" t="0" r="558165" b="135890"/>
              <a:pathLst>
                <a:path w="558165" h="135890">
                  <a:moveTo>
                    <a:pt x="547650" y="79074"/>
                  </a:moveTo>
                  <a:lnTo>
                    <a:pt x="544145" y="82003"/>
                  </a:lnTo>
                  <a:lnTo>
                    <a:pt x="542392" y="85517"/>
                  </a:lnTo>
                  <a:lnTo>
                    <a:pt x="539763" y="86688"/>
                  </a:lnTo>
                  <a:lnTo>
                    <a:pt x="536258" y="90193"/>
                  </a:lnTo>
                  <a:lnTo>
                    <a:pt x="532754" y="90789"/>
                  </a:lnTo>
                  <a:lnTo>
                    <a:pt x="529249" y="91960"/>
                  </a:lnTo>
                  <a:lnTo>
                    <a:pt x="524867" y="93132"/>
                  </a:lnTo>
                  <a:lnTo>
                    <a:pt x="519610" y="94303"/>
                  </a:lnTo>
                  <a:lnTo>
                    <a:pt x="516105" y="94303"/>
                  </a:lnTo>
                  <a:lnTo>
                    <a:pt x="512600" y="94303"/>
                  </a:lnTo>
                  <a:lnTo>
                    <a:pt x="509095" y="94303"/>
                  </a:lnTo>
                  <a:lnTo>
                    <a:pt x="506466" y="95474"/>
                  </a:lnTo>
                  <a:lnTo>
                    <a:pt x="501209" y="95474"/>
                  </a:lnTo>
                  <a:lnTo>
                    <a:pt x="497704" y="95474"/>
                  </a:lnTo>
                  <a:lnTo>
                    <a:pt x="492446" y="96646"/>
                  </a:lnTo>
                  <a:lnTo>
                    <a:pt x="489818" y="97817"/>
                  </a:lnTo>
                  <a:lnTo>
                    <a:pt x="484560" y="97817"/>
                  </a:lnTo>
                  <a:lnTo>
                    <a:pt x="479303" y="98989"/>
                  </a:lnTo>
                  <a:lnTo>
                    <a:pt x="473169" y="98989"/>
                  </a:lnTo>
                  <a:lnTo>
                    <a:pt x="467912" y="100160"/>
                  </a:lnTo>
                  <a:lnTo>
                    <a:pt x="460902" y="101918"/>
                  </a:lnTo>
                  <a:lnTo>
                    <a:pt x="456521" y="103089"/>
                  </a:lnTo>
                  <a:lnTo>
                    <a:pt x="447758" y="104260"/>
                  </a:lnTo>
                  <a:lnTo>
                    <a:pt x="442501" y="106603"/>
                  </a:lnTo>
                  <a:lnTo>
                    <a:pt x="438120" y="106603"/>
                  </a:lnTo>
                  <a:lnTo>
                    <a:pt x="434615" y="107775"/>
                  </a:lnTo>
                  <a:lnTo>
                    <a:pt x="431110" y="107775"/>
                  </a:lnTo>
                  <a:lnTo>
                    <a:pt x="427605" y="108946"/>
                  </a:lnTo>
                  <a:lnTo>
                    <a:pt x="421471" y="110118"/>
                  </a:lnTo>
                  <a:lnTo>
                    <a:pt x="414461" y="112461"/>
                  </a:lnTo>
                  <a:lnTo>
                    <a:pt x="410956" y="112461"/>
                  </a:lnTo>
                  <a:lnTo>
                    <a:pt x="407451" y="113046"/>
                  </a:lnTo>
                  <a:lnTo>
                    <a:pt x="404822" y="113046"/>
                  </a:lnTo>
                  <a:lnTo>
                    <a:pt x="401318" y="114218"/>
                  </a:lnTo>
                  <a:lnTo>
                    <a:pt x="396060" y="115389"/>
                  </a:lnTo>
                  <a:lnTo>
                    <a:pt x="390803" y="116561"/>
                  </a:lnTo>
                  <a:lnTo>
                    <a:pt x="384669" y="117732"/>
                  </a:lnTo>
                  <a:lnTo>
                    <a:pt x="379412" y="118904"/>
                  </a:lnTo>
                  <a:lnTo>
                    <a:pt x="374154" y="120075"/>
                  </a:lnTo>
                  <a:lnTo>
                    <a:pt x="368020" y="121247"/>
                  </a:lnTo>
                  <a:lnTo>
                    <a:pt x="362763" y="122418"/>
                  </a:lnTo>
                  <a:lnTo>
                    <a:pt x="357505" y="123590"/>
                  </a:lnTo>
                  <a:lnTo>
                    <a:pt x="353124" y="124761"/>
                  </a:lnTo>
                  <a:lnTo>
                    <a:pt x="347867" y="125347"/>
                  </a:lnTo>
                  <a:lnTo>
                    <a:pt x="342609" y="125347"/>
                  </a:lnTo>
                  <a:lnTo>
                    <a:pt x="338228" y="126518"/>
                  </a:lnTo>
                  <a:lnTo>
                    <a:pt x="331218" y="126518"/>
                  </a:lnTo>
                  <a:lnTo>
                    <a:pt x="325961" y="127690"/>
                  </a:lnTo>
                  <a:lnTo>
                    <a:pt x="319827" y="127690"/>
                  </a:lnTo>
                  <a:lnTo>
                    <a:pt x="314570" y="128861"/>
                  </a:lnTo>
                  <a:lnTo>
                    <a:pt x="307560" y="128861"/>
                  </a:lnTo>
                  <a:lnTo>
                    <a:pt x="301426" y="130033"/>
                  </a:lnTo>
                  <a:lnTo>
                    <a:pt x="297921" y="130033"/>
                  </a:lnTo>
                  <a:lnTo>
                    <a:pt x="294416" y="130033"/>
                  </a:lnTo>
                  <a:lnTo>
                    <a:pt x="290911" y="130033"/>
                  </a:lnTo>
                  <a:lnTo>
                    <a:pt x="288282" y="131204"/>
                  </a:lnTo>
                  <a:lnTo>
                    <a:pt x="284778" y="131204"/>
                  </a:lnTo>
                  <a:lnTo>
                    <a:pt x="281273" y="131204"/>
                  </a:lnTo>
                  <a:lnTo>
                    <a:pt x="276015" y="132376"/>
                  </a:lnTo>
                  <a:lnTo>
                    <a:pt x="274263" y="132376"/>
                  </a:lnTo>
                  <a:lnTo>
                    <a:pt x="269881" y="132376"/>
                  </a:lnTo>
                  <a:lnTo>
                    <a:pt x="264624" y="132376"/>
                  </a:lnTo>
                  <a:lnTo>
                    <a:pt x="261119" y="132376"/>
                  </a:lnTo>
                  <a:lnTo>
                    <a:pt x="257614" y="133547"/>
                  </a:lnTo>
                  <a:lnTo>
                    <a:pt x="253233" y="133547"/>
                  </a:lnTo>
                  <a:lnTo>
                    <a:pt x="249728" y="133547"/>
                  </a:lnTo>
                  <a:lnTo>
                    <a:pt x="244471" y="133547"/>
                  </a:lnTo>
                  <a:lnTo>
                    <a:pt x="240966" y="133547"/>
                  </a:lnTo>
                  <a:lnTo>
                    <a:pt x="234832" y="133547"/>
                  </a:lnTo>
                  <a:lnTo>
                    <a:pt x="231327" y="133547"/>
                  </a:lnTo>
                  <a:lnTo>
                    <a:pt x="224317" y="133547"/>
                  </a:lnTo>
                  <a:lnTo>
                    <a:pt x="221688" y="133547"/>
                  </a:lnTo>
                  <a:lnTo>
                    <a:pt x="216431" y="133547"/>
                  </a:lnTo>
                  <a:lnTo>
                    <a:pt x="211173" y="133547"/>
                  </a:lnTo>
                  <a:lnTo>
                    <a:pt x="205916" y="133547"/>
                  </a:lnTo>
                  <a:lnTo>
                    <a:pt x="201535" y="134719"/>
                  </a:lnTo>
                  <a:lnTo>
                    <a:pt x="196277" y="134719"/>
                  </a:lnTo>
                  <a:lnTo>
                    <a:pt x="191020" y="134719"/>
                  </a:lnTo>
                  <a:lnTo>
                    <a:pt x="186639" y="134719"/>
                  </a:lnTo>
                  <a:lnTo>
                    <a:pt x="181381" y="134719"/>
                  </a:lnTo>
                  <a:lnTo>
                    <a:pt x="176124" y="134719"/>
                  </a:lnTo>
                  <a:lnTo>
                    <a:pt x="170866" y="134719"/>
                  </a:lnTo>
                  <a:lnTo>
                    <a:pt x="166485" y="134719"/>
                  </a:lnTo>
                  <a:lnTo>
                    <a:pt x="162980" y="134719"/>
                  </a:lnTo>
                  <a:lnTo>
                    <a:pt x="155970" y="134719"/>
                  </a:lnTo>
                  <a:lnTo>
                    <a:pt x="151589" y="134719"/>
                  </a:lnTo>
                  <a:lnTo>
                    <a:pt x="146332" y="134719"/>
                  </a:lnTo>
                  <a:lnTo>
                    <a:pt x="142827" y="134719"/>
                  </a:lnTo>
                  <a:lnTo>
                    <a:pt x="136693" y="134719"/>
                  </a:lnTo>
                  <a:lnTo>
                    <a:pt x="131436" y="134719"/>
                  </a:lnTo>
                  <a:lnTo>
                    <a:pt x="126178" y="134719"/>
                  </a:lnTo>
                  <a:lnTo>
                    <a:pt x="120921" y="134719"/>
                  </a:lnTo>
                  <a:lnTo>
                    <a:pt x="116539" y="134719"/>
                  </a:lnTo>
                  <a:lnTo>
                    <a:pt x="113033" y="134719"/>
                  </a:lnTo>
                  <a:lnTo>
                    <a:pt x="107777" y="134719"/>
                  </a:lnTo>
                  <a:lnTo>
                    <a:pt x="103396" y="134719"/>
                  </a:lnTo>
                  <a:lnTo>
                    <a:pt x="98138" y="134719"/>
                  </a:lnTo>
                  <a:lnTo>
                    <a:pt x="94633" y="134719"/>
                  </a:lnTo>
                  <a:lnTo>
                    <a:pt x="89376" y="134719"/>
                  </a:lnTo>
                  <a:lnTo>
                    <a:pt x="86747" y="135890"/>
                  </a:lnTo>
                  <a:lnTo>
                    <a:pt x="81490" y="134719"/>
                  </a:lnTo>
                  <a:lnTo>
                    <a:pt x="76232" y="134719"/>
                  </a:lnTo>
                  <a:lnTo>
                    <a:pt x="70975" y="134719"/>
                  </a:lnTo>
                  <a:lnTo>
                    <a:pt x="68346" y="134719"/>
                  </a:lnTo>
                  <a:lnTo>
                    <a:pt x="63089" y="134719"/>
                  </a:lnTo>
                  <a:lnTo>
                    <a:pt x="59584" y="134719"/>
                  </a:lnTo>
                  <a:lnTo>
                    <a:pt x="56079" y="134719"/>
                  </a:lnTo>
                  <a:lnTo>
                    <a:pt x="52574" y="134719"/>
                  </a:lnTo>
                  <a:lnTo>
                    <a:pt x="48193" y="134719"/>
                  </a:lnTo>
                  <a:lnTo>
                    <a:pt x="44688" y="134719"/>
                  </a:lnTo>
                  <a:lnTo>
                    <a:pt x="41183" y="134719"/>
                  </a:lnTo>
                  <a:lnTo>
                    <a:pt x="37678" y="134719"/>
                  </a:lnTo>
                  <a:lnTo>
                    <a:pt x="35048" y="134719"/>
                  </a:lnTo>
                  <a:lnTo>
                    <a:pt x="31544" y="134719"/>
                  </a:lnTo>
                  <a:lnTo>
                    <a:pt x="28039" y="134719"/>
                  </a:lnTo>
                  <a:lnTo>
                    <a:pt x="26287" y="134719"/>
                  </a:lnTo>
                  <a:lnTo>
                    <a:pt x="19277" y="134719"/>
                  </a:lnTo>
                  <a:lnTo>
                    <a:pt x="14896" y="134719"/>
                  </a:lnTo>
                  <a:lnTo>
                    <a:pt x="9638" y="134719"/>
                  </a:lnTo>
                  <a:lnTo>
                    <a:pt x="7886" y="134719"/>
                  </a:lnTo>
                  <a:lnTo>
                    <a:pt x="1752" y="134719"/>
                  </a:lnTo>
                  <a:lnTo>
                    <a:pt x="0" y="133547"/>
                  </a:lnTo>
                  <a:lnTo>
                    <a:pt x="0" y="132376"/>
                  </a:lnTo>
                  <a:lnTo>
                    <a:pt x="2628" y="131204"/>
                  </a:lnTo>
                  <a:lnTo>
                    <a:pt x="6133" y="130033"/>
                  </a:lnTo>
                  <a:lnTo>
                    <a:pt x="9638" y="130033"/>
                  </a:lnTo>
                  <a:lnTo>
                    <a:pt x="13143" y="128861"/>
                  </a:lnTo>
                  <a:lnTo>
                    <a:pt x="18401" y="128861"/>
                  </a:lnTo>
                  <a:lnTo>
                    <a:pt x="21029" y="127690"/>
                  </a:lnTo>
                  <a:lnTo>
                    <a:pt x="28039" y="127690"/>
                  </a:lnTo>
                  <a:lnTo>
                    <a:pt x="33296" y="126518"/>
                  </a:lnTo>
                  <a:lnTo>
                    <a:pt x="39430" y="125347"/>
                  </a:lnTo>
                  <a:lnTo>
                    <a:pt x="42935" y="125347"/>
                  </a:lnTo>
                  <a:lnTo>
                    <a:pt x="46440" y="124761"/>
                  </a:lnTo>
                  <a:lnTo>
                    <a:pt x="51697" y="124761"/>
                  </a:lnTo>
                  <a:lnTo>
                    <a:pt x="54326" y="124761"/>
                  </a:lnTo>
                  <a:lnTo>
                    <a:pt x="57831" y="124761"/>
                  </a:lnTo>
                  <a:lnTo>
                    <a:pt x="61336" y="123590"/>
                  </a:lnTo>
                  <a:lnTo>
                    <a:pt x="66594" y="123590"/>
                  </a:lnTo>
                  <a:lnTo>
                    <a:pt x="70099" y="123590"/>
                  </a:lnTo>
                  <a:lnTo>
                    <a:pt x="72727" y="122418"/>
                  </a:lnTo>
                  <a:lnTo>
                    <a:pt x="77985" y="122418"/>
                  </a:lnTo>
                  <a:lnTo>
                    <a:pt x="81490" y="121247"/>
                  </a:lnTo>
                  <a:lnTo>
                    <a:pt x="86747" y="121247"/>
                  </a:lnTo>
                  <a:lnTo>
                    <a:pt x="89376" y="121247"/>
                  </a:lnTo>
                  <a:lnTo>
                    <a:pt x="94633" y="120075"/>
                  </a:lnTo>
                  <a:lnTo>
                    <a:pt x="98138" y="120075"/>
                  </a:lnTo>
                  <a:lnTo>
                    <a:pt x="103396" y="120075"/>
                  </a:lnTo>
                  <a:lnTo>
                    <a:pt x="107777" y="120075"/>
                  </a:lnTo>
                  <a:lnTo>
                    <a:pt x="113033" y="118904"/>
                  </a:lnTo>
                  <a:lnTo>
                    <a:pt x="116539" y="118904"/>
                  </a:lnTo>
                  <a:lnTo>
                    <a:pt x="120921" y="118904"/>
                  </a:lnTo>
                  <a:lnTo>
                    <a:pt x="126178" y="118904"/>
                  </a:lnTo>
                  <a:lnTo>
                    <a:pt x="131436" y="117732"/>
                  </a:lnTo>
                  <a:lnTo>
                    <a:pt x="136693" y="117732"/>
                  </a:lnTo>
                  <a:lnTo>
                    <a:pt x="141074" y="117732"/>
                  </a:lnTo>
                  <a:lnTo>
                    <a:pt x="144579" y="116561"/>
                  </a:lnTo>
                  <a:lnTo>
                    <a:pt x="149837" y="116561"/>
                  </a:lnTo>
                  <a:lnTo>
                    <a:pt x="154218" y="116561"/>
                  </a:lnTo>
                  <a:lnTo>
                    <a:pt x="159475" y="116561"/>
                  </a:lnTo>
                  <a:lnTo>
                    <a:pt x="164733" y="115389"/>
                  </a:lnTo>
                  <a:lnTo>
                    <a:pt x="169990" y="115389"/>
                  </a:lnTo>
                  <a:lnTo>
                    <a:pt x="172619" y="115389"/>
                  </a:lnTo>
                  <a:lnTo>
                    <a:pt x="179629" y="115389"/>
                  </a:lnTo>
                  <a:lnTo>
                    <a:pt x="183134" y="114218"/>
                  </a:lnTo>
                  <a:lnTo>
                    <a:pt x="187515" y="114218"/>
                  </a:lnTo>
                  <a:lnTo>
                    <a:pt x="192772" y="114218"/>
                  </a:lnTo>
                  <a:lnTo>
                    <a:pt x="198030" y="114218"/>
                  </a:lnTo>
                  <a:lnTo>
                    <a:pt x="203287" y="113046"/>
                  </a:lnTo>
                  <a:lnTo>
                    <a:pt x="207668" y="113046"/>
                  </a:lnTo>
                  <a:lnTo>
                    <a:pt x="211173" y="113046"/>
                  </a:lnTo>
                  <a:lnTo>
                    <a:pt x="218183" y="113046"/>
                  </a:lnTo>
                  <a:lnTo>
                    <a:pt x="221688" y="112461"/>
                  </a:lnTo>
                  <a:lnTo>
                    <a:pt x="226069" y="112461"/>
                  </a:lnTo>
                  <a:lnTo>
                    <a:pt x="229574" y="111289"/>
                  </a:lnTo>
                  <a:lnTo>
                    <a:pt x="234832" y="111289"/>
                  </a:lnTo>
                  <a:lnTo>
                    <a:pt x="238337" y="110118"/>
                  </a:lnTo>
                  <a:lnTo>
                    <a:pt x="242718" y="110118"/>
                  </a:lnTo>
                  <a:lnTo>
                    <a:pt x="246223" y="108946"/>
                  </a:lnTo>
                  <a:lnTo>
                    <a:pt x="251480" y="108946"/>
                  </a:lnTo>
                  <a:lnTo>
                    <a:pt x="254985" y="107775"/>
                  </a:lnTo>
                  <a:lnTo>
                    <a:pt x="259367" y="107775"/>
                  </a:lnTo>
                  <a:lnTo>
                    <a:pt x="262872" y="106603"/>
                  </a:lnTo>
                  <a:lnTo>
                    <a:pt x="268129" y="106603"/>
                  </a:lnTo>
                  <a:lnTo>
                    <a:pt x="271634" y="105432"/>
                  </a:lnTo>
                  <a:lnTo>
                    <a:pt x="276015" y="105432"/>
                  </a:lnTo>
                  <a:lnTo>
                    <a:pt x="279520" y="104260"/>
                  </a:lnTo>
                  <a:lnTo>
                    <a:pt x="284778" y="104260"/>
                  </a:lnTo>
                  <a:lnTo>
                    <a:pt x="288282" y="103089"/>
                  </a:lnTo>
                  <a:lnTo>
                    <a:pt x="290911" y="101918"/>
                  </a:lnTo>
                  <a:lnTo>
                    <a:pt x="294416" y="101332"/>
                  </a:lnTo>
                  <a:lnTo>
                    <a:pt x="299674" y="101332"/>
                  </a:lnTo>
                  <a:lnTo>
                    <a:pt x="303179" y="100160"/>
                  </a:lnTo>
                  <a:lnTo>
                    <a:pt x="305807" y="98989"/>
                  </a:lnTo>
                  <a:lnTo>
                    <a:pt x="309312" y="97817"/>
                  </a:lnTo>
                  <a:lnTo>
                    <a:pt x="314570" y="97817"/>
                  </a:lnTo>
                  <a:lnTo>
                    <a:pt x="316322" y="96646"/>
                  </a:lnTo>
                  <a:lnTo>
                    <a:pt x="321580" y="95474"/>
                  </a:lnTo>
                  <a:lnTo>
                    <a:pt x="324208" y="94303"/>
                  </a:lnTo>
                  <a:lnTo>
                    <a:pt x="327713" y="94303"/>
                  </a:lnTo>
                  <a:lnTo>
                    <a:pt x="331218" y="93132"/>
                  </a:lnTo>
                  <a:lnTo>
                    <a:pt x="334723" y="91960"/>
                  </a:lnTo>
                  <a:lnTo>
                    <a:pt x="339981" y="90789"/>
                  </a:lnTo>
                  <a:lnTo>
                    <a:pt x="342609" y="90789"/>
                  </a:lnTo>
                  <a:lnTo>
                    <a:pt x="347867" y="89031"/>
                  </a:lnTo>
                  <a:lnTo>
                    <a:pt x="354877" y="86688"/>
                  </a:lnTo>
                  <a:lnTo>
                    <a:pt x="361010" y="84346"/>
                  </a:lnTo>
                  <a:lnTo>
                    <a:pt x="368020" y="82003"/>
                  </a:lnTo>
                  <a:lnTo>
                    <a:pt x="373278" y="79660"/>
                  </a:lnTo>
                  <a:lnTo>
                    <a:pt x="379412" y="79074"/>
                  </a:lnTo>
                  <a:lnTo>
                    <a:pt x="386421" y="76731"/>
                  </a:lnTo>
                  <a:lnTo>
                    <a:pt x="392555" y="74388"/>
                  </a:lnTo>
                  <a:lnTo>
                    <a:pt x="397813" y="72045"/>
                  </a:lnTo>
                  <a:lnTo>
                    <a:pt x="403070" y="70874"/>
                  </a:lnTo>
                  <a:lnTo>
                    <a:pt x="407451" y="67945"/>
                  </a:lnTo>
                  <a:lnTo>
                    <a:pt x="414461" y="66774"/>
                  </a:lnTo>
                  <a:lnTo>
                    <a:pt x="419719" y="64431"/>
                  </a:lnTo>
                  <a:lnTo>
                    <a:pt x="424100" y="63259"/>
                  </a:lnTo>
                  <a:lnTo>
                    <a:pt x="429357" y="60916"/>
                  </a:lnTo>
                  <a:lnTo>
                    <a:pt x="434615" y="59745"/>
                  </a:lnTo>
                  <a:lnTo>
                    <a:pt x="439872" y="57402"/>
                  </a:lnTo>
                  <a:lnTo>
                    <a:pt x="444253" y="55645"/>
                  </a:lnTo>
                  <a:lnTo>
                    <a:pt x="447758" y="53302"/>
                  </a:lnTo>
                  <a:lnTo>
                    <a:pt x="453016" y="50959"/>
                  </a:lnTo>
                  <a:lnTo>
                    <a:pt x="458273" y="48616"/>
                  </a:lnTo>
                  <a:lnTo>
                    <a:pt x="462654" y="46273"/>
                  </a:lnTo>
                  <a:lnTo>
                    <a:pt x="466159" y="43344"/>
                  </a:lnTo>
                  <a:lnTo>
                    <a:pt x="471417" y="42173"/>
                  </a:lnTo>
                  <a:lnTo>
                    <a:pt x="475798" y="38658"/>
                  </a:lnTo>
                  <a:lnTo>
                    <a:pt x="479303" y="36315"/>
                  </a:lnTo>
                  <a:lnTo>
                    <a:pt x="484560" y="34558"/>
                  </a:lnTo>
                  <a:lnTo>
                    <a:pt x="489818" y="31044"/>
                  </a:lnTo>
                  <a:lnTo>
                    <a:pt x="492446" y="28701"/>
                  </a:lnTo>
                  <a:lnTo>
                    <a:pt x="495951" y="26358"/>
                  </a:lnTo>
                  <a:lnTo>
                    <a:pt x="501209" y="24015"/>
                  </a:lnTo>
                  <a:lnTo>
                    <a:pt x="504714" y="22258"/>
                  </a:lnTo>
                  <a:lnTo>
                    <a:pt x="508219" y="19915"/>
                  </a:lnTo>
                  <a:lnTo>
                    <a:pt x="510848" y="17572"/>
                  </a:lnTo>
                  <a:lnTo>
                    <a:pt x="514352" y="15229"/>
                  </a:lnTo>
                  <a:lnTo>
                    <a:pt x="517857" y="12886"/>
                  </a:lnTo>
                  <a:lnTo>
                    <a:pt x="524867" y="8786"/>
                  </a:lnTo>
                  <a:lnTo>
                    <a:pt x="529249" y="6443"/>
                  </a:lnTo>
                  <a:lnTo>
                    <a:pt x="534506" y="2929"/>
                  </a:lnTo>
                  <a:lnTo>
                    <a:pt x="538011" y="1171"/>
                  </a:lnTo>
                  <a:lnTo>
                    <a:pt x="542392" y="0"/>
                  </a:lnTo>
                  <a:lnTo>
                    <a:pt x="545897" y="1171"/>
                  </a:lnTo>
                  <a:lnTo>
                    <a:pt x="547650" y="1171"/>
                  </a:lnTo>
                  <a:lnTo>
                    <a:pt x="549402" y="2923"/>
                  </a:lnTo>
                  <a:lnTo>
                    <a:pt x="551155" y="5272"/>
                  </a:lnTo>
                  <a:lnTo>
                    <a:pt x="554660" y="9957"/>
                  </a:lnTo>
                  <a:lnTo>
                    <a:pt x="554660" y="11129"/>
                  </a:lnTo>
                  <a:lnTo>
                    <a:pt x="554660" y="12886"/>
                  </a:lnTo>
                  <a:lnTo>
                    <a:pt x="554660" y="16401"/>
                  </a:lnTo>
                  <a:lnTo>
                    <a:pt x="556412" y="18743"/>
                  </a:lnTo>
                  <a:lnTo>
                    <a:pt x="556412" y="21086"/>
                  </a:lnTo>
                  <a:lnTo>
                    <a:pt x="556412" y="24015"/>
                  </a:lnTo>
                  <a:lnTo>
                    <a:pt x="556412" y="27529"/>
                  </a:lnTo>
                  <a:lnTo>
                    <a:pt x="558165" y="31044"/>
                  </a:lnTo>
                  <a:lnTo>
                    <a:pt x="556412" y="34558"/>
                  </a:lnTo>
                  <a:lnTo>
                    <a:pt x="556412" y="37487"/>
                  </a:lnTo>
                  <a:lnTo>
                    <a:pt x="556412" y="39830"/>
                  </a:lnTo>
                  <a:lnTo>
                    <a:pt x="556412" y="43344"/>
                  </a:lnTo>
                  <a:lnTo>
                    <a:pt x="556412" y="46273"/>
                  </a:lnTo>
                  <a:lnTo>
                    <a:pt x="556412" y="49787"/>
                  </a:lnTo>
                  <a:lnTo>
                    <a:pt x="554660" y="53302"/>
                  </a:lnTo>
                  <a:lnTo>
                    <a:pt x="554660" y="56816"/>
                  </a:lnTo>
                  <a:lnTo>
                    <a:pt x="554660" y="59745"/>
                  </a:lnTo>
                  <a:lnTo>
                    <a:pt x="552907" y="62088"/>
                  </a:lnTo>
                  <a:lnTo>
                    <a:pt x="552907" y="65602"/>
                  </a:lnTo>
                  <a:lnTo>
                    <a:pt x="551155" y="68531"/>
                  </a:lnTo>
                  <a:lnTo>
                    <a:pt x="551155" y="70874"/>
                  </a:lnTo>
                  <a:lnTo>
                    <a:pt x="549402" y="73217"/>
                  </a:lnTo>
                  <a:lnTo>
                    <a:pt x="549402" y="76731"/>
                  </a:lnTo>
                  <a:lnTo>
                    <a:pt x="547650" y="79074"/>
                  </a:lnTo>
                  <a:close/>
                </a:path>
              </a:pathLst>
            </a:custGeom>
            <a:solidFill>
              <a:schemeClr val="bg1"/>
            </a:solidFill>
            <a:ln>
              <a:noFill/>
            </a:ln>
            <a:effectLst/>
          </p:spPr>
          <p:txBody>
            <a:bodyPr vert="horz" wrap="square" lIns="0" tIns="0" rIns="3810" bIns="1905" numCol="1" spcCol="215900" anchor="t"/>
            <a:lstStyle/>
            <a:p>
              <a:pPr/>
              <a:endParaRPr lang="en-us" cap="none"/>
            </a:p>
          </p:txBody>
        </p:sp>
        <p:sp>
          <p:nvSpPr>
            <p:cNvPr id="12" name="Freeform 191"/>
            <p:cNvSpPr>
              <a:extLst>
                <a:ext uri="smNativeData">
                  <pr:smNativeData xmlns:pr="smNativeData" xmlns="smNativeData" val="SMDATA_15_VcZhaRMAAAAlAAAACwAAAA0AAAAAAAAAAAAAAAAFAAAAAwAAAAAAAAAAAAAAAAAAAAEAAABQAAAAAAAAAAAA4D8AAAAAAADg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cgMAAP4KAABxBgAANQwAAAAAAAAmAAAACAAAAP//////////"/>
                </a:ext>
              </a:extLst>
            </p:cNvSpPr>
            <p:nvPr/>
          </p:nvSpPr>
          <p:spPr>
            <a:xfrm>
              <a:off x="560070" y="1786890"/>
              <a:ext cx="487045" cy="197485"/>
            </a:xfrm>
            <a:custGeom>
              <a:avLst/>
              <a:gdLst/>
              <a:ahLst/>
              <a:cxnLst/>
              <a:rect l="0" t="0" r="487045" b="197485"/>
              <a:pathLst>
                <a:path w="487045" h="197485">
                  <a:moveTo>
                    <a:pt x="228109" y="0"/>
                  </a:moveTo>
                  <a:lnTo>
                    <a:pt x="226348" y="0"/>
                  </a:lnTo>
                  <a:lnTo>
                    <a:pt x="221063" y="0"/>
                  </a:lnTo>
                  <a:lnTo>
                    <a:pt x="217540" y="0"/>
                  </a:lnTo>
                  <a:lnTo>
                    <a:pt x="214898" y="0"/>
                  </a:lnTo>
                  <a:lnTo>
                    <a:pt x="209614" y="0"/>
                  </a:lnTo>
                  <a:lnTo>
                    <a:pt x="204329" y="1172"/>
                  </a:lnTo>
                  <a:lnTo>
                    <a:pt x="198164" y="1172"/>
                  </a:lnTo>
                  <a:lnTo>
                    <a:pt x="191118" y="1172"/>
                  </a:lnTo>
                  <a:lnTo>
                    <a:pt x="187595" y="1172"/>
                  </a:lnTo>
                  <a:lnTo>
                    <a:pt x="185834" y="1172"/>
                  </a:lnTo>
                  <a:lnTo>
                    <a:pt x="181430" y="2344"/>
                  </a:lnTo>
                  <a:lnTo>
                    <a:pt x="179669" y="2344"/>
                  </a:lnTo>
                  <a:lnTo>
                    <a:pt x="174385" y="2344"/>
                  </a:lnTo>
                  <a:lnTo>
                    <a:pt x="170862" y="2344"/>
                  </a:lnTo>
                  <a:lnTo>
                    <a:pt x="167339" y="3516"/>
                  </a:lnTo>
                  <a:lnTo>
                    <a:pt x="162935" y="3516"/>
                  </a:lnTo>
                  <a:lnTo>
                    <a:pt x="159412" y="3516"/>
                  </a:lnTo>
                  <a:lnTo>
                    <a:pt x="155889" y="4688"/>
                  </a:lnTo>
                  <a:lnTo>
                    <a:pt x="152366" y="5860"/>
                  </a:lnTo>
                  <a:lnTo>
                    <a:pt x="147963" y="5860"/>
                  </a:lnTo>
                  <a:lnTo>
                    <a:pt x="142678" y="5860"/>
                  </a:lnTo>
                  <a:lnTo>
                    <a:pt x="139155" y="7032"/>
                  </a:lnTo>
                  <a:lnTo>
                    <a:pt x="133871" y="7032"/>
                  </a:lnTo>
                  <a:lnTo>
                    <a:pt x="131229" y="7618"/>
                  </a:lnTo>
                  <a:lnTo>
                    <a:pt x="127706" y="7618"/>
                  </a:lnTo>
                  <a:lnTo>
                    <a:pt x="122421" y="8790"/>
                  </a:lnTo>
                  <a:lnTo>
                    <a:pt x="117137" y="8790"/>
                  </a:lnTo>
                  <a:lnTo>
                    <a:pt x="113614" y="9962"/>
                  </a:lnTo>
                  <a:lnTo>
                    <a:pt x="110972" y="11134"/>
                  </a:lnTo>
                  <a:lnTo>
                    <a:pt x="105687" y="11134"/>
                  </a:lnTo>
                  <a:lnTo>
                    <a:pt x="102162" y="12306"/>
                  </a:lnTo>
                  <a:lnTo>
                    <a:pt x="98642" y="13478"/>
                  </a:lnTo>
                  <a:lnTo>
                    <a:pt x="94238" y="14650"/>
                  </a:lnTo>
                  <a:lnTo>
                    <a:pt x="90715" y="15822"/>
                  </a:lnTo>
                  <a:lnTo>
                    <a:pt x="87192" y="16994"/>
                  </a:lnTo>
                  <a:lnTo>
                    <a:pt x="83668" y="18166"/>
                  </a:lnTo>
                  <a:lnTo>
                    <a:pt x="80146" y="18752"/>
                  </a:lnTo>
                  <a:lnTo>
                    <a:pt x="75742" y="19924"/>
                  </a:lnTo>
                  <a:lnTo>
                    <a:pt x="72220" y="19924"/>
                  </a:lnTo>
                  <a:lnTo>
                    <a:pt x="68697" y="21096"/>
                  </a:lnTo>
                  <a:lnTo>
                    <a:pt x="62531" y="24612"/>
                  </a:lnTo>
                  <a:lnTo>
                    <a:pt x="55486" y="26956"/>
                  </a:lnTo>
                  <a:lnTo>
                    <a:pt x="50201" y="29300"/>
                  </a:lnTo>
                  <a:lnTo>
                    <a:pt x="45798" y="32230"/>
                  </a:lnTo>
                  <a:lnTo>
                    <a:pt x="40513" y="35746"/>
                  </a:lnTo>
                  <a:lnTo>
                    <a:pt x="36990" y="39269"/>
                  </a:lnTo>
                  <a:lnTo>
                    <a:pt x="31706" y="42192"/>
                  </a:lnTo>
                  <a:lnTo>
                    <a:pt x="29064" y="45708"/>
                  </a:lnTo>
                  <a:lnTo>
                    <a:pt x="25541" y="49231"/>
                  </a:lnTo>
                  <a:lnTo>
                    <a:pt x="22018" y="52154"/>
                  </a:lnTo>
                  <a:lnTo>
                    <a:pt x="18495" y="55677"/>
                  </a:lnTo>
                  <a:lnTo>
                    <a:pt x="16733" y="59186"/>
                  </a:lnTo>
                  <a:lnTo>
                    <a:pt x="13210" y="62709"/>
                  </a:lnTo>
                  <a:lnTo>
                    <a:pt x="12330" y="65632"/>
                  </a:lnTo>
                  <a:lnTo>
                    <a:pt x="10568" y="67977"/>
                  </a:lnTo>
                  <a:lnTo>
                    <a:pt x="7045" y="71500"/>
                  </a:lnTo>
                  <a:lnTo>
                    <a:pt x="5284" y="74423"/>
                  </a:lnTo>
                  <a:lnTo>
                    <a:pt x="5284" y="77939"/>
                  </a:lnTo>
                  <a:lnTo>
                    <a:pt x="3522" y="80283"/>
                  </a:lnTo>
                  <a:lnTo>
                    <a:pt x="1761" y="83799"/>
                  </a:lnTo>
                  <a:lnTo>
                    <a:pt x="1761" y="86729"/>
                  </a:lnTo>
                  <a:lnTo>
                    <a:pt x="1761" y="90245"/>
                  </a:lnTo>
                  <a:lnTo>
                    <a:pt x="0" y="92589"/>
                  </a:lnTo>
                  <a:lnTo>
                    <a:pt x="0" y="96105"/>
                  </a:lnTo>
                  <a:lnTo>
                    <a:pt x="0" y="97863"/>
                  </a:lnTo>
                  <a:lnTo>
                    <a:pt x="0" y="101379"/>
                  </a:lnTo>
                  <a:lnTo>
                    <a:pt x="0" y="103723"/>
                  </a:lnTo>
                  <a:lnTo>
                    <a:pt x="1761" y="107239"/>
                  </a:lnTo>
                  <a:lnTo>
                    <a:pt x="3522" y="109000"/>
                  </a:lnTo>
                  <a:lnTo>
                    <a:pt x="5284" y="112513"/>
                  </a:lnTo>
                  <a:lnTo>
                    <a:pt x="5284" y="114857"/>
                  </a:lnTo>
                  <a:lnTo>
                    <a:pt x="7045" y="118373"/>
                  </a:lnTo>
                  <a:lnTo>
                    <a:pt x="8807" y="120135"/>
                  </a:lnTo>
                  <a:lnTo>
                    <a:pt x="10568" y="123647"/>
                  </a:lnTo>
                  <a:lnTo>
                    <a:pt x="12330" y="125991"/>
                  </a:lnTo>
                  <a:lnTo>
                    <a:pt x="14972" y="129507"/>
                  </a:lnTo>
                  <a:lnTo>
                    <a:pt x="16733" y="131268"/>
                  </a:lnTo>
                  <a:lnTo>
                    <a:pt x="20256" y="134791"/>
                  </a:lnTo>
                  <a:lnTo>
                    <a:pt x="23779" y="137126"/>
                  </a:lnTo>
                  <a:lnTo>
                    <a:pt x="25541" y="139470"/>
                  </a:lnTo>
                  <a:lnTo>
                    <a:pt x="29064" y="141814"/>
                  </a:lnTo>
                  <a:lnTo>
                    <a:pt x="31706" y="144744"/>
                  </a:lnTo>
                  <a:lnTo>
                    <a:pt x="35229" y="145916"/>
                  </a:lnTo>
                  <a:lnTo>
                    <a:pt x="38752" y="149439"/>
                  </a:lnTo>
                  <a:lnTo>
                    <a:pt x="44035" y="150604"/>
                  </a:lnTo>
                  <a:lnTo>
                    <a:pt x="46678" y="153534"/>
                  </a:lnTo>
                  <a:lnTo>
                    <a:pt x="50201" y="154706"/>
                  </a:lnTo>
                  <a:lnTo>
                    <a:pt x="55486" y="157050"/>
                  </a:lnTo>
                  <a:lnTo>
                    <a:pt x="59009" y="159394"/>
                  </a:lnTo>
                  <a:lnTo>
                    <a:pt x="63410" y="161738"/>
                  </a:lnTo>
                  <a:lnTo>
                    <a:pt x="66935" y="162910"/>
                  </a:lnTo>
                  <a:lnTo>
                    <a:pt x="72220" y="164668"/>
                  </a:lnTo>
                  <a:lnTo>
                    <a:pt x="75742" y="167012"/>
                  </a:lnTo>
                  <a:lnTo>
                    <a:pt x="81908" y="168184"/>
                  </a:lnTo>
                  <a:lnTo>
                    <a:pt x="85431" y="170528"/>
                  </a:lnTo>
                  <a:lnTo>
                    <a:pt x="90715" y="171700"/>
                  </a:lnTo>
                  <a:lnTo>
                    <a:pt x="95999" y="174044"/>
                  </a:lnTo>
                  <a:lnTo>
                    <a:pt x="100403" y="175216"/>
                  </a:lnTo>
                  <a:lnTo>
                    <a:pt x="105687" y="175802"/>
                  </a:lnTo>
                  <a:lnTo>
                    <a:pt x="110972" y="178146"/>
                  </a:lnTo>
                  <a:lnTo>
                    <a:pt x="117137" y="179318"/>
                  </a:lnTo>
                  <a:lnTo>
                    <a:pt x="122421" y="181662"/>
                  </a:lnTo>
                  <a:lnTo>
                    <a:pt x="127706" y="182834"/>
                  </a:lnTo>
                  <a:lnTo>
                    <a:pt x="133871" y="184006"/>
                  </a:lnTo>
                  <a:lnTo>
                    <a:pt x="139155" y="185178"/>
                  </a:lnTo>
                  <a:lnTo>
                    <a:pt x="144440" y="186936"/>
                  </a:lnTo>
                  <a:lnTo>
                    <a:pt x="148843" y="188108"/>
                  </a:lnTo>
                  <a:lnTo>
                    <a:pt x="155889" y="189280"/>
                  </a:lnTo>
                  <a:lnTo>
                    <a:pt x="162935" y="190452"/>
                  </a:lnTo>
                  <a:lnTo>
                    <a:pt x="169100" y="191624"/>
                  </a:lnTo>
                  <a:lnTo>
                    <a:pt x="174385" y="192796"/>
                  </a:lnTo>
                  <a:lnTo>
                    <a:pt x="181430" y="193968"/>
                  </a:lnTo>
                  <a:lnTo>
                    <a:pt x="184073" y="193968"/>
                  </a:lnTo>
                  <a:lnTo>
                    <a:pt x="187595" y="193968"/>
                  </a:lnTo>
                  <a:lnTo>
                    <a:pt x="191118" y="193968"/>
                  </a:lnTo>
                  <a:lnTo>
                    <a:pt x="194641" y="195140"/>
                  </a:lnTo>
                  <a:lnTo>
                    <a:pt x="198164" y="195140"/>
                  </a:lnTo>
                  <a:lnTo>
                    <a:pt x="200806" y="196312"/>
                  </a:lnTo>
                  <a:lnTo>
                    <a:pt x="204329" y="196312"/>
                  </a:lnTo>
                  <a:lnTo>
                    <a:pt x="207852" y="196312"/>
                  </a:lnTo>
                  <a:lnTo>
                    <a:pt x="211375" y="196312"/>
                  </a:lnTo>
                  <a:lnTo>
                    <a:pt x="214898" y="196312"/>
                  </a:lnTo>
                  <a:lnTo>
                    <a:pt x="217540" y="197485"/>
                  </a:lnTo>
                  <a:lnTo>
                    <a:pt x="221063" y="197485"/>
                  </a:lnTo>
                  <a:lnTo>
                    <a:pt x="224586" y="197485"/>
                  </a:lnTo>
                  <a:lnTo>
                    <a:pt x="228109" y="197485"/>
                  </a:lnTo>
                  <a:lnTo>
                    <a:pt x="231632" y="197485"/>
                  </a:lnTo>
                  <a:lnTo>
                    <a:pt x="234274" y="197485"/>
                  </a:lnTo>
                  <a:lnTo>
                    <a:pt x="237797" y="197485"/>
                  </a:lnTo>
                  <a:lnTo>
                    <a:pt x="241320" y="197485"/>
                  </a:lnTo>
                  <a:lnTo>
                    <a:pt x="246605" y="197485"/>
                  </a:lnTo>
                  <a:lnTo>
                    <a:pt x="249247" y="197485"/>
                  </a:lnTo>
                  <a:lnTo>
                    <a:pt x="252770" y="197485"/>
                  </a:lnTo>
                  <a:lnTo>
                    <a:pt x="256293" y="197485"/>
                  </a:lnTo>
                  <a:lnTo>
                    <a:pt x="259813" y="197485"/>
                  </a:lnTo>
                  <a:lnTo>
                    <a:pt x="263338" y="197485"/>
                  </a:lnTo>
                  <a:lnTo>
                    <a:pt x="266861" y="197485"/>
                  </a:lnTo>
                  <a:lnTo>
                    <a:pt x="269504" y="197485"/>
                  </a:lnTo>
                  <a:lnTo>
                    <a:pt x="273027" y="197485"/>
                  </a:lnTo>
                  <a:lnTo>
                    <a:pt x="278311" y="197485"/>
                  </a:lnTo>
                  <a:lnTo>
                    <a:pt x="283595" y="196312"/>
                  </a:lnTo>
                  <a:lnTo>
                    <a:pt x="289760" y="196312"/>
                  </a:lnTo>
                  <a:lnTo>
                    <a:pt x="293283" y="196312"/>
                  </a:lnTo>
                  <a:lnTo>
                    <a:pt x="296806" y="196312"/>
                  </a:lnTo>
                  <a:lnTo>
                    <a:pt x="300329" y="196312"/>
                  </a:lnTo>
                  <a:lnTo>
                    <a:pt x="302971" y="196312"/>
                  </a:lnTo>
                  <a:lnTo>
                    <a:pt x="310017" y="195140"/>
                  </a:lnTo>
                  <a:lnTo>
                    <a:pt x="317063" y="193968"/>
                  </a:lnTo>
                  <a:lnTo>
                    <a:pt x="321467" y="193968"/>
                  </a:lnTo>
                  <a:lnTo>
                    <a:pt x="328513" y="192796"/>
                  </a:lnTo>
                  <a:lnTo>
                    <a:pt x="333797" y="191624"/>
                  </a:lnTo>
                  <a:lnTo>
                    <a:pt x="339962" y="191624"/>
                  </a:lnTo>
                  <a:lnTo>
                    <a:pt x="345247" y="190452"/>
                  </a:lnTo>
                  <a:lnTo>
                    <a:pt x="351412" y="190452"/>
                  </a:lnTo>
                  <a:lnTo>
                    <a:pt x="356696" y="188108"/>
                  </a:lnTo>
                  <a:lnTo>
                    <a:pt x="361981" y="188108"/>
                  </a:lnTo>
                  <a:lnTo>
                    <a:pt x="367265" y="186936"/>
                  </a:lnTo>
                  <a:lnTo>
                    <a:pt x="371669" y="186936"/>
                  </a:lnTo>
                  <a:lnTo>
                    <a:pt x="375191" y="185178"/>
                  </a:lnTo>
                  <a:lnTo>
                    <a:pt x="378714" y="184006"/>
                  </a:lnTo>
                  <a:lnTo>
                    <a:pt x="383999" y="182834"/>
                  </a:lnTo>
                  <a:lnTo>
                    <a:pt x="386641" y="181662"/>
                  </a:lnTo>
                  <a:lnTo>
                    <a:pt x="391925" y="179318"/>
                  </a:lnTo>
                  <a:lnTo>
                    <a:pt x="395448" y="178146"/>
                  </a:lnTo>
                  <a:lnTo>
                    <a:pt x="398971" y="175802"/>
                  </a:lnTo>
                  <a:lnTo>
                    <a:pt x="402494" y="175216"/>
                  </a:lnTo>
                  <a:lnTo>
                    <a:pt x="405136" y="174044"/>
                  </a:lnTo>
                  <a:lnTo>
                    <a:pt x="408659" y="171700"/>
                  </a:lnTo>
                  <a:lnTo>
                    <a:pt x="412182" y="169356"/>
                  </a:lnTo>
                  <a:lnTo>
                    <a:pt x="415705" y="168184"/>
                  </a:lnTo>
                  <a:lnTo>
                    <a:pt x="421870" y="164668"/>
                  </a:lnTo>
                  <a:lnTo>
                    <a:pt x="428916" y="160566"/>
                  </a:lnTo>
                  <a:lnTo>
                    <a:pt x="434201" y="155878"/>
                  </a:lnTo>
                  <a:lnTo>
                    <a:pt x="438604" y="152948"/>
                  </a:lnTo>
                  <a:lnTo>
                    <a:pt x="443889" y="148260"/>
                  </a:lnTo>
                  <a:lnTo>
                    <a:pt x="449173" y="143572"/>
                  </a:lnTo>
                  <a:lnTo>
                    <a:pt x="450934" y="141811"/>
                  </a:lnTo>
                  <a:lnTo>
                    <a:pt x="452696" y="139470"/>
                  </a:lnTo>
                  <a:lnTo>
                    <a:pt x="453577" y="137126"/>
                  </a:lnTo>
                  <a:lnTo>
                    <a:pt x="457100" y="134782"/>
                  </a:lnTo>
                  <a:lnTo>
                    <a:pt x="460623" y="130679"/>
                  </a:lnTo>
                  <a:lnTo>
                    <a:pt x="464145" y="125991"/>
                  </a:lnTo>
                  <a:lnTo>
                    <a:pt x="465907" y="123647"/>
                  </a:lnTo>
                  <a:lnTo>
                    <a:pt x="467668" y="121303"/>
                  </a:lnTo>
                  <a:lnTo>
                    <a:pt x="469430" y="119541"/>
                  </a:lnTo>
                  <a:lnTo>
                    <a:pt x="470311" y="117201"/>
                  </a:lnTo>
                  <a:lnTo>
                    <a:pt x="473834" y="112513"/>
                  </a:lnTo>
                  <a:lnTo>
                    <a:pt x="477356" y="108410"/>
                  </a:lnTo>
                  <a:lnTo>
                    <a:pt x="480879" y="103723"/>
                  </a:lnTo>
                  <a:lnTo>
                    <a:pt x="482641" y="100207"/>
                  </a:lnTo>
                  <a:lnTo>
                    <a:pt x="484402" y="97277"/>
                  </a:lnTo>
                  <a:lnTo>
                    <a:pt x="486164" y="93761"/>
                  </a:lnTo>
                  <a:lnTo>
                    <a:pt x="487045" y="89073"/>
                  </a:lnTo>
                  <a:lnTo>
                    <a:pt x="487045" y="86729"/>
                  </a:lnTo>
                  <a:lnTo>
                    <a:pt x="487045" y="84971"/>
                  </a:lnTo>
                  <a:lnTo>
                    <a:pt x="487045" y="82627"/>
                  </a:lnTo>
                  <a:lnTo>
                    <a:pt x="486164" y="80283"/>
                  </a:lnTo>
                  <a:lnTo>
                    <a:pt x="484402" y="79111"/>
                  </a:lnTo>
                  <a:lnTo>
                    <a:pt x="480879" y="77939"/>
                  </a:lnTo>
                  <a:lnTo>
                    <a:pt x="477356" y="77939"/>
                  </a:lnTo>
                  <a:lnTo>
                    <a:pt x="473834" y="77939"/>
                  </a:lnTo>
                  <a:lnTo>
                    <a:pt x="469430" y="77939"/>
                  </a:lnTo>
                  <a:lnTo>
                    <a:pt x="464145" y="79111"/>
                  </a:lnTo>
                  <a:lnTo>
                    <a:pt x="457100" y="80283"/>
                  </a:lnTo>
                  <a:lnTo>
                    <a:pt x="453577" y="81455"/>
                  </a:lnTo>
                  <a:lnTo>
                    <a:pt x="450934" y="82627"/>
                  </a:lnTo>
                  <a:lnTo>
                    <a:pt x="447412" y="82627"/>
                  </a:lnTo>
                  <a:lnTo>
                    <a:pt x="443889" y="83799"/>
                  </a:lnTo>
                  <a:lnTo>
                    <a:pt x="438604" y="84971"/>
                  </a:lnTo>
                  <a:lnTo>
                    <a:pt x="435962" y="84971"/>
                  </a:lnTo>
                  <a:lnTo>
                    <a:pt x="432439" y="85557"/>
                  </a:lnTo>
                  <a:lnTo>
                    <a:pt x="428916" y="87901"/>
                  </a:lnTo>
                  <a:lnTo>
                    <a:pt x="423632" y="87901"/>
                  </a:lnTo>
                  <a:lnTo>
                    <a:pt x="419228" y="89073"/>
                  </a:lnTo>
                  <a:lnTo>
                    <a:pt x="413944" y="90245"/>
                  </a:lnTo>
                  <a:lnTo>
                    <a:pt x="410421" y="91417"/>
                  </a:lnTo>
                  <a:lnTo>
                    <a:pt x="403375" y="92589"/>
                  </a:lnTo>
                  <a:lnTo>
                    <a:pt x="398971" y="93761"/>
                  </a:lnTo>
                  <a:lnTo>
                    <a:pt x="393687" y="93761"/>
                  </a:lnTo>
                  <a:lnTo>
                    <a:pt x="390164" y="94933"/>
                  </a:lnTo>
                  <a:lnTo>
                    <a:pt x="383999" y="96105"/>
                  </a:lnTo>
                  <a:lnTo>
                    <a:pt x="378714" y="97277"/>
                  </a:lnTo>
                  <a:lnTo>
                    <a:pt x="373430" y="97863"/>
                  </a:lnTo>
                  <a:lnTo>
                    <a:pt x="367265" y="99034"/>
                  </a:lnTo>
                  <a:lnTo>
                    <a:pt x="361981" y="99034"/>
                  </a:lnTo>
                  <a:lnTo>
                    <a:pt x="356696" y="100207"/>
                  </a:lnTo>
                  <a:lnTo>
                    <a:pt x="351412" y="101379"/>
                  </a:lnTo>
                  <a:lnTo>
                    <a:pt x="345247" y="101379"/>
                  </a:lnTo>
                  <a:lnTo>
                    <a:pt x="338201" y="102551"/>
                  </a:lnTo>
                  <a:lnTo>
                    <a:pt x="333797" y="102551"/>
                  </a:lnTo>
                  <a:lnTo>
                    <a:pt x="328513" y="102551"/>
                  </a:lnTo>
                  <a:lnTo>
                    <a:pt x="326751" y="102551"/>
                  </a:lnTo>
                  <a:lnTo>
                    <a:pt x="321467" y="102551"/>
                  </a:lnTo>
                  <a:lnTo>
                    <a:pt x="319705" y="102551"/>
                  </a:lnTo>
                  <a:lnTo>
                    <a:pt x="317063" y="102551"/>
                  </a:lnTo>
                  <a:lnTo>
                    <a:pt x="311779" y="102551"/>
                  </a:lnTo>
                  <a:lnTo>
                    <a:pt x="308256" y="102551"/>
                  </a:lnTo>
                  <a:lnTo>
                    <a:pt x="304733" y="102551"/>
                  </a:lnTo>
                  <a:lnTo>
                    <a:pt x="301210" y="102551"/>
                  </a:lnTo>
                  <a:lnTo>
                    <a:pt x="298568" y="102551"/>
                  </a:lnTo>
                  <a:lnTo>
                    <a:pt x="295045" y="102551"/>
                  </a:lnTo>
                  <a:lnTo>
                    <a:pt x="291522" y="102551"/>
                  </a:lnTo>
                  <a:lnTo>
                    <a:pt x="287999" y="101379"/>
                  </a:lnTo>
                  <a:lnTo>
                    <a:pt x="284476" y="101379"/>
                  </a:lnTo>
                  <a:lnTo>
                    <a:pt x="280072" y="101379"/>
                  </a:lnTo>
                  <a:lnTo>
                    <a:pt x="276549" y="100207"/>
                  </a:lnTo>
                  <a:lnTo>
                    <a:pt x="273027" y="100207"/>
                  </a:lnTo>
                  <a:lnTo>
                    <a:pt x="269504" y="100207"/>
                  </a:lnTo>
                  <a:lnTo>
                    <a:pt x="266861" y="99034"/>
                  </a:lnTo>
                  <a:lnTo>
                    <a:pt x="261576" y="99034"/>
                  </a:lnTo>
                  <a:lnTo>
                    <a:pt x="258054" y="97863"/>
                  </a:lnTo>
                  <a:lnTo>
                    <a:pt x="254531" y="97863"/>
                  </a:lnTo>
                  <a:lnTo>
                    <a:pt x="251008" y="97863"/>
                  </a:lnTo>
                  <a:lnTo>
                    <a:pt x="248366" y="97277"/>
                  </a:lnTo>
                  <a:lnTo>
                    <a:pt x="244843" y="97277"/>
                  </a:lnTo>
                  <a:lnTo>
                    <a:pt x="239559" y="96105"/>
                  </a:lnTo>
                  <a:lnTo>
                    <a:pt x="236036" y="96105"/>
                  </a:lnTo>
                  <a:lnTo>
                    <a:pt x="232513" y="94933"/>
                  </a:lnTo>
                  <a:lnTo>
                    <a:pt x="229871" y="93761"/>
                  </a:lnTo>
                  <a:lnTo>
                    <a:pt x="226348" y="93761"/>
                  </a:lnTo>
                  <a:lnTo>
                    <a:pt x="221063" y="92589"/>
                  </a:lnTo>
                  <a:lnTo>
                    <a:pt x="217540" y="92589"/>
                  </a:lnTo>
                  <a:lnTo>
                    <a:pt x="214898" y="91417"/>
                  </a:lnTo>
                  <a:lnTo>
                    <a:pt x="211375" y="90245"/>
                  </a:lnTo>
                  <a:lnTo>
                    <a:pt x="207852" y="89073"/>
                  </a:lnTo>
                  <a:lnTo>
                    <a:pt x="204329" y="89073"/>
                  </a:lnTo>
                  <a:lnTo>
                    <a:pt x="200806" y="87901"/>
                  </a:lnTo>
                  <a:lnTo>
                    <a:pt x="196403" y="86729"/>
                  </a:lnTo>
                  <a:lnTo>
                    <a:pt x="194641" y="85557"/>
                  </a:lnTo>
                  <a:lnTo>
                    <a:pt x="191118" y="85557"/>
                  </a:lnTo>
                  <a:lnTo>
                    <a:pt x="184073" y="83799"/>
                  </a:lnTo>
                  <a:lnTo>
                    <a:pt x="179669" y="82627"/>
                  </a:lnTo>
                  <a:lnTo>
                    <a:pt x="172623" y="80283"/>
                  </a:lnTo>
                  <a:lnTo>
                    <a:pt x="167339" y="77939"/>
                  </a:lnTo>
                  <a:lnTo>
                    <a:pt x="161174" y="75595"/>
                  </a:lnTo>
                  <a:lnTo>
                    <a:pt x="155889" y="73837"/>
                  </a:lnTo>
                  <a:lnTo>
                    <a:pt x="150605" y="71493"/>
                  </a:lnTo>
                  <a:lnTo>
                    <a:pt x="147963" y="70321"/>
                  </a:lnTo>
                  <a:lnTo>
                    <a:pt x="142678" y="67977"/>
                  </a:lnTo>
                  <a:lnTo>
                    <a:pt x="140917" y="65632"/>
                  </a:lnTo>
                  <a:lnTo>
                    <a:pt x="135632" y="62702"/>
                  </a:lnTo>
                  <a:lnTo>
                    <a:pt x="133871" y="60357"/>
                  </a:lnTo>
                  <a:lnTo>
                    <a:pt x="132109" y="58014"/>
                  </a:lnTo>
                  <a:lnTo>
                    <a:pt x="132109" y="55669"/>
                  </a:lnTo>
                  <a:lnTo>
                    <a:pt x="132109" y="52154"/>
                  </a:lnTo>
                  <a:lnTo>
                    <a:pt x="133871" y="50392"/>
                  </a:lnTo>
                  <a:lnTo>
                    <a:pt x="135632" y="46879"/>
                  </a:lnTo>
                  <a:lnTo>
                    <a:pt x="137394" y="44536"/>
                  </a:lnTo>
                  <a:lnTo>
                    <a:pt x="140917" y="41013"/>
                  </a:lnTo>
                  <a:lnTo>
                    <a:pt x="144440" y="39262"/>
                  </a:lnTo>
                  <a:lnTo>
                    <a:pt x="147963" y="35739"/>
                  </a:lnTo>
                  <a:lnTo>
                    <a:pt x="152366" y="33402"/>
                  </a:lnTo>
                  <a:lnTo>
                    <a:pt x="155889" y="31058"/>
                  </a:lnTo>
                  <a:lnTo>
                    <a:pt x="161174" y="28128"/>
                  </a:lnTo>
                  <a:lnTo>
                    <a:pt x="164696" y="25784"/>
                  </a:lnTo>
                  <a:lnTo>
                    <a:pt x="170862" y="23440"/>
                  </a:lnTo>
                  <a:lnTo>
                    <a:pt x="176146" y="19924"/>
                  </a:lnTo>
                  <a:lnTo>
                    <a:pt x="181430" y="18166"/>
                  </a:lnTo>
                  <a:lnTo>
                    <a:pt x="185834" y="15822"/>
                  </a:lnTo>
                  <a:lnTo>
                    <a:pt x="191118" y="13478"/>
                  </a:lnTo>
                  <a:lnTo>
                    <a:pt x="194641" y="11134"/>
                  </a:lnTo>
                  <a:lnTo>
                    <a:pt x="199045" y="8790"/>
                  </a:lnTo>
                  <a:lnTo>
                    <a:pt x="204329" y="7618"/>
                  </a:lnTo>
                  <a:lnTo>
                    <a:pt x="209614" y="7032"/>
                  </a:lnTo>
                  <a:lnTo>
                    <a:pt x="213137" y="4688"/>
                  </a:lnTo>
                  <a:lnTo>
                    <a:pt x="217540" y="3516"/>
                  </a:lnTo>
                  <a:lnTo>
                    <a:pt x="219302" y="2344"/>
                  </a:lnTo>
                  <a:lnTo>
                    <a:pt x="222825" y="1172"/>
                  </a:lnTo>
                  <a:lnTo>
                    <a:pt x="226348" y="0"/>
                  </a:lnTo>
                  <a:lnTo>
                    <a:pt x="228109" y="0"/>
                  </a:lnTo>
                  <a:close/>
                </a:path>
              </a:pathLst>
            </a:custGeom>
            <a:solidFill>
              <a:schemeClr val="hlink"/>
            </a:solidFill>
            <a:ln w="9525" cap="flat" cmpd="sng" algn="ctr">
              <a:solidFill>
                <a:schemeClr val="tx1"/>
              </a:solidFill>
              <a:prstDash val="solid"/>
              <a:headEnd type="none"/>
              <a:tailEnd type="none"/>
            </a:ln>
            <a:effectLst/>
          </p:spPr>
          <p:txBody>
            <a:bodyPr vert="horz" wrap="square" lIns="0" tIns="0" rIns="3175" bIns="1905" numCol="1" spcCol="215900" anchor="t"/>
            <a:lstStyle/>
            <a:p>
              <a:pPr/>
              <a:endParaRPr lang="en-us" cap="none"/>
            </a:p>
          </p:txBody>
        </p:sp>
        <p:sp>
          <p:nvSpPr>
            <p:cNvPr id="11" name="Freeform 192"/>
            <p:cNvSpPr>
              <a:extLst>
                <a:ext uri="smNativeData">
                  <pr:smNativeData xmlns:pr="smNativeData" xmlns="smNativeData" val="SMDATA_15_VcZhaRMAAAAlAAAACwAAAA0AAAAAAAAAAAAAAAAGAAAAAw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BAoAAAsLAACaCgAArAsAAAAAAAAmAAAACAAAAP//////////"/>
                </a:ext>
              </a:extLst>
            </p:cNvSpPr>
            <p:nvPr/>
          </p:nvSpPr>
          <p:spPr>
            <a:xfrm>
              <a:off x="1628140" y="1795145"/>
              <a:ext cx="95250" cy="102235"/>
            </a:xfrm>
            <a:custGeom>
              <a:avLst/>
              <a:gdLst/>
              <a:ahLst/>
              <a:cxnLst/>
              <a:rect l="0" t="0" r="95250" b="102235"/>
              <a:pathLst>
                <a:path w="95250" h="102235">
                  <a:moveTo>
                    <a:pt x="0" y="0"/>
                  </a:moveTo>
                  <a:lnTo>
                    <a:pt x="1764" y="1168"/>
                  </a:lnTo>
                  <a:lnTo>
                    <a:pt x="5292" y="2336"/>
                  </a:lnTo>
                  <a:lnTo>
                    <a:pt x="8819" y="3505"/>
                  </a:lnTo>
                  <a:lnTo>
                    <a:pt x="13229" y="4673"/>
                  </a:lnTo>
                  <a:lnTo>
                    <a:pt x="20285" y="8178"/>
                  </a:lnTo>
                  <a:lnTo>
                    <a:pt x="22049" y="9347"/>
                  </a:lnTo>
                  <a:lnTo>
                    <a:pt x="25576" y="10515"/>
                  </a:lnTo>
                  <a:lnTo>
                    <a:pt x="28222" y="11099"/>
                  </a:lnTo>
                  <a:lnTo>
                    <a:pt x="31750" y="13436"/>
                  </a:lnTo>
                  <a:lnTo>
                    <a:pt x="35278" y="14605"/>
                  </a:lnTo>
                  <a:lnTo>
                    <a:pt x="38806" y="15773"/>
                  </a:lnTo>
                  <a:lnTo>
                    <a:pt x="42333" y="16941"/>
                  </a:lnTo>
                  <a:lnTo>
                    <a:pt x="44979" y="19278"/>
                  </a:lnTo>
                  <a:lnTo>
                    <a:pt x="48507" y="20447"/>
                  </a:lnTo>
                  <a:lnTo>
                    <a:pt x="52035" y="22199"/>
                  </a:lnTo>
                  <a:lnTo>
                    <a:pt x="55563" y="23367"/>
                  </a:lnTo>
                  <a:lnTo>
                    <a:pt x="59090" y="25704"/>
                  </a:lnTo>
                  <a:lnTo>
                    <a:pt x="63500" y="29210"/>
                  </a:lnTo>
                  <a:lnTo>
                    <a:pt x="70556" y="33299"/>
                  </a:lnTo>
                  <a:lnTo>
                    <a:pt x="75847" y="36804"/>
                  </a:lnTo>
                  <a:lnTo>
                    <a:pt x="80257" y="40309"/>
                  </a:lnTo>
                  <a:lnTo>
                    <a:pt x="83785" y="43837"/>
                  </a:lnTo>
                  <a:lnTo>
                    <a:pt x="87313" y="46736"/>
                  </a:lnTo>
                  <a:lnTo>
                    <a:pt x="90840" y="51409"/>
                  </a:lnTo>
                  <a:lnTo>
                    <a:pt x="92604" y="54914"/>
                  </a:lnTo>
                  <a:lnTo>
                    <a:pt x="94368" y="59003"/>
                  </a:lnTo>
                  <a:lnTo>
                    <a:pt x="95250" y="62508"/>
                  </a:lnTo>
                  <a:lnTo>
                    <a:pt x="95250" y="66014"/>
                  </a:lnTo>
                  <a:lnTo>
                    <a:pt x="95250" y="70104"/>
                  </a:lnTo>
                  <a:lnTo>
                    <a:pt x="95250" y="73609"/>
                  </a:lnTo>
                  <a:lnTo>
                    <a:pt x="94368" y="77114"/>
                  </a:lnTo>
                  <a:lnTo>
                    <a:pt x="92604" y="80035"/>
                  </a:lnTo>
                  <a:lnTo>
                    <a:pt x="90840" y="82372"/>
                  </a:lnTo>
                  <a:lnTo>
                    <a:pt x="87313" y="85899"/>
                  </a:lnTo>
                  <a:lnTo>
                    <a:pt x="85549" y="88214"/>
                  </a:lnTo>
                  <a:lnTo>
                    <a:pt x="82021" y="89966"/>
                  </a:lnTo>
                  <a:lnTo>
                    <a:pt x="77611" y="92303"/>
                  </a:lnTo>
                  <a:lnTo>
                    <a:pt x="72319" y="93472"/>
                  </a:lnTo>
                  <a:lnTo>
                    <a:pt x="67028" y="94640"/>
                  </a:lnTo>
                  <a:lnTo>
                    <a:pt x="61736" y="94640"/>
                  </a:lnTo>
                  <a:lnTo>
                    <a:pt x="55563" y="96977"/>
                  </a:lnTo>
                  <a:lnTo>
                    <a:pt x="48507" y="96977"/>
                  </a:lnTo>
                  <a:lnTo>
                    <a:pt x="42333" y="98145"/>
                  </a:lnTo>
                  <a:lnTo>
                    <a:pt x="35278" y="99314"/>
                  </a:lnTo>
                  <a:lnTo>
                    <a:pt x="29986" y="99314"/>
                  </a:lnTo>
                  <a:lnTo>
                    <a:pt x="23813" y="100482"/>
                  </a:lnTo>
                  <a:lnTo>
                    <a:pt x="16757" y="100482"/>
                  </a:lnTo>
                  <a:lnTo>
                    <a:pt x="11465" y="101066"/>
                  </a:lnTo>
                  <a:lnTo>
                    <a:pt x="8819" y="101066"/>
                  </a:lnTo>
                  <a:lnTo>
                    <a:pt x="3528" y="101066"/>
                  </a:lnTo>
                  <a:lnTo>
                    <a:pt x="1764" y="102235"/>
                  </a:lnTo>
                  <a:lnTo>
                    <a:pt x="0" y="102235"/>
                  </a:lnTo>
                  <a:lnTo>
                    <a:pt x="0" y="101066"/>
                  </a:lnTo>
                  <a:lnTo>
                    <a:pt x="0" y="100482"/>
                  </a:lnTo>
                  <a:lnTo>
                    <a:pt x="0" y="98145"/>
                  </a:lnTo>
                  <a:lnTo>
                    <a:pt x="1764" y="95808"/>
                  </a:lnTo>
                  <a:lnTo>
                    <a:pt x="1764" y="91135"/>
                  </a:lnTo>
                  <a:lnTo>
                    <a:pt x="3528" y="88214"/>
                  </a:lnTo>
                  <a:lnTo>
                    <a:pt x="3528" y="85877"/>
                  </a:lnTo>
                  <a:lnTo>
                    <a:pt x="3528" y="83540"/>
                  </a:lnTo>
                  <a:lnTo>
                    <a:pt x="3528" y="81203"/>
                  </a:lnTo>
                  <a:lnTo>
                    <a:pt x="5292" y="78867"/>
                  </a:lnTo>
                  <a:lnTo>
                    <a:pt x="5292" y="75946"/>
                  </a:lnTo>
                  <a:lnTo>
                    <a:pt x="5292" y="73609"/>
                  </a:lnTo>
                  <a:lnTo>
                    <a:pt x="5292" y="71272"/>
                  </a:lnTo>
                  <a:lnTo>
                    <a:pt x="5292" y="67767"/>
                  </a:lnTo>
                  <a:lnTo>
                    <a:pt x="5292" y="66014"/>
                  </a:lnTo>
                  <a:lnTo>
                    <a:pt x="5292" y="62508"/>
                  </a:lnTo>
                  <a:lnTo>
                    <a:pt x="7056" y="60172"/>
                  </a:lnTo>
                  <a:lnTo>
                    <a:pt x="7056" y="57835"/>
                  </a:lnTo>
                  <a:lnTo>
                    <a:pt x="7056" y="54914"/>
                  </a:lnTo>
                  <a:lnTo>
                    <a:pt x="7056" y="52577"/>
                  </a:lnTo>
                  <a:lnTo>
                    <a:pt x="7056" y="50241"/>
                  </a:lnTo>
                  <a:lnTo>
                    <a:pt x="8819" y="47904"/>
                  </a:lnTo>
                  <a:lnTo>
                    <a:pt x="8819" y="45567"/>
                  </a:lnTo>
                  <a:lnTo>
                    <a:pt x="8819" y="42646"/>
                  </a:lnTo>
                  <a:lnTo>
                    <a:pt x="8819" y="40309"/>
                  </a:lnTo>
                  <a:lnTo>
                    <a:pt x="8819" y="39141"/>
                  </a:lnTo>
                  <a:lnTo>
                    <a:pt x="7056" y="34467"/>
                  </a:lnTo>
                  <a:lnTo>
                    <a:pt x="7056" y="30378"/>
                  </a:lnTo>
                  <a:lnTo>
                    <a:pt x="5292" y="26873"/>
                  </a:lnTo>
                  <a:lnTo>
                    <a:pt x="5292" y="23367"/>
                  </a:lnTo>
                  <a:lnTo>
                    <a:pt x="3528" y="19278"/>
                  </a:lnTo>
                  <a:lnTo>
                    <a:pt x="3528" y="16941"/>
                  </a:lnTo>
                  <a:lnTo>
                    <a:pt x="3528" y="13436"/>
                  </a:lnTo>
                  <a:lnTo>
                    <a:pt x="3528" y="11099"/>
                  </a:lnTo>
                  <a:lnTo>
                    <a:pt x="1764" y="8178"/>
                  </a:lnTo>
                  <a:lnTo>
                    <a:pt x="1764" y="7010"/>
                  </a:lnTo>
                  <a:lnTo>
                    <a:pt x="0" y="4673"/>
                  </a:lnTo>
                  <a:lnTo>
                    <a:pt x="0" y="3505"/>
                  </a:lnTo>
                  <a:lnTo>
                    <a:pt x="0" y="1168"/>
                  </a:lnTo>
                  <a:lnTo>
                    <a:pt x="0" y="0"/>
                  </a:lnTo>
                  <a:close/>
                </a:path>
              </a:pathLst>
            </a:custGeom>
            <a:solidFill>
              <a:schemeClr val="folHlink"/>
            </a:solidFill>
            <a:ln>
              <a:noFill/>
            </a:ln>
            <a:effectLst/>
          </p:spPr>
          <p:txBody>
            <a:bodyPr vert="horz" wrap="square" lIns="0" tIns="0" rIns="3810" bIns="1905" numCol="1" spcCol="215900" anchor="t"/>
            <a:lstStyle/>
            <a:p>
              <a:pPr/>
              <a:endParaRPr lang="en-us" cap="none"/>
            </a:p>
          </p:txBody>
        </p:sp>
        <p:sp>
          <p:nvSpPr>
            <p:cNvPr id="10" name="Freeform 193"/>
            <p:cNvSpPr>
              <a:extLst>
                <a:ext uri="smNativeData">
                  <pr:smNativeData xmlns:pr="smNativeData" xmlns="smNativeData" val="SMDATA_15_VcZhaRMAAAAlAAAACwAAAA0AAAAAAAAAAAAAAAAGAAAAAwAAAAAAAAAAAAAAAAAAAAEAAABQAAAAAAAAAAAA4D8AAAAAAADg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lgkAAAsLAAAZCwAAQAwAAAAAAAAmAAAACAAAAP//////////"/>
                </a:ext>
              </a:extLst>
            </p:cNvSpPr>
            <p:nvPr/>
          </p:nvSpPr>
          <p:spPr>
            <a:xfrm>
              <a:off x="1558290" y="1795145"/>
              <a:ext cx="245745" cy="196215"/>
            </a:xfrm>
            <a:custGeom>
              <a:avLst/>
              <a:gdLst/>
              <a:ahLst/>
              <a:cxnLst/>
              <a:rect l="0" t="0" r="245745" b="196215"/>
              <a:pathLst>
                <a:path w="245745" h="196215">
                  <a:moveTo>
                    <a:pt x="69714" y="0"/>
                  </a:moveTo>
                  <a:lnTo>
                    <a:pt x="73200" y="0"/>
                  </a:lnTo>
                  <a:lnTo>
                    <a:pt x="76686" y="0"/>
                  </a:lnTo>
                  <a:lnTo>
                    <a:pt x="82786" y="1171"/>
                  </a:lnTo>
                  <a:lnTo>
                    <a:pt x="86272" y="1171"/>
                  </a:lnTo>
                  <a:lnTo>
                    <a:pt x="89757" y="1171"/>
                  </a:lnTo>
                  <a:lnTo>
                    <a:pt x="93243" y="1171"/>
                  </a:lnTo>
                  <a:lnTo>
                    <a:pt x="97600" y="2342"/>
                  </a:lnTo>
                  <a:lnTo>
                    <a:pt x="101086" y="2342"/>
                  </a:lnTo>
                  <a:lnTo>
                    <a:pt x="106315" y="3514"/>
                  </a:lnTo>
                  <a:lnTo>
                    <a:pt x="111543" y="3514"/>
                  </a:lnTo>
                  <a:lnTo>
                    <a:pt x="115901" y="4685"/>
                  </a:lnTo>
                  <a:lnTo>
                    <a:pt x="119386" y="5857"/>
                  </a:lnTo>
                  <a:lnTo>
                    <a:pt x="124615" y="7028"/>
                  </a:lnTo>
                  <a:lnTo>
                    <a:pt x="130714" y="7028"/>
                  </a:lnTo>
                  <a:lnTo>
                    <a:pt x="135944" y="8200"/>
                  </a:lnTo>
                  <a:lnTo>
                    <a:pt x="141172" y="9371"/>
                  </a:lnTo>
                  <a:lnTo>
                    <a:pt x="146401" y="10542"/>
                  </a:lnTo>
                  <a:lnTo>
                    <a:pt x="150758" y="11128"/>
                  </a:lnTo>
                  <a:lnTo>
                    <a:pt x="157729" y="12300"/>
                  </a:lnTo>
                  <a:lnTo>
                    <a:pt x="162958" y="13471"/>
                  </a:lnTo>
                  <a:lnTo>
                    <a:pt x="165572" y="15814"/>
                  </a:lnTo>
                  <a:lnTo>
                    <a:pt x="170801" y="16985"/>
                  </a:lnTo>
                  <a:lnTo>
                    <a:pt x="177772" y="19328"/>
                  </a:lnTo>
                  <a:lnTo>
                    <a:pt x="182130" y="20500"/>
                  </a:lnTo>
                  <a:lnTo>
                    <a:pt x="187358" y="22257"/>
                  </a:lnTo>
                  <a:lnTo>
                    <a:pt x="190844" y="24600"/>
                  </a:lnTo>
                  <a:lnTo>
                    <a:pt x="196073" y="26942"/>
                  </a:lnTo>
                  <a:lnTo>
                    <a:pt x="198687" y="29285"/>
                  </a:lnTo>
                  <a:lnTo>
                    <a:pt x="203916" y="31628"/>
                  </a:lnTo>
                  <a:lnTo>
                    <a:pt x="207401" y="33385"/>
                  </a:lnTo>
                  <a:lnTo>
                    <a:pt x="210887" y="36871"/>
                  </a:lnTo>
                  <a:lnTo>
                    <a:pt x="214373" y="39243"/>
                  </a:lnTo>
                  <a:lnTo>
                    <a:pt x="216987" y="41585"/>
                  </a:lnTo>
                  <a:lnTo>
                    <a:pt x="220473" y="44514"/>
                  </a:lnTo>
                  <a:lnTo>
                    <a:pt x="222216" y="48028"/>
                  </a:lnTo>
                  <a:lnTo>
                    <a:pt x="225701" y="50371"/>
                  </a:lnTo>
                  <a:lnTo>
                    <a:pt x="227444" y="53885"/>
                  </a:lnTo>
                  <a:lnTo>
                    <a:pt x="229187" y="56814"/>
                  </a:lnTo>
                  <a:lnTo>
                    <a:pt x="231802" y="60328"/>
                  </a:lnTo>
                  <a:lnTo>
                    <a:pt x="233544" y="63843"/>
                  </a:lnTo>
                  <a:lnTo>
                    <a:pt x="235287" y="66771"/>
                  </a:lnTo>
                  <a:lnTo>
                    <a:pt x="237030" y="70285"/>
                  </a:lnTo>
                  <a:lnTo>
                    <a:pt x="238773" y="73800"/>
                  </a:lnTo>
                  <a:lnTo>
                    <a:pt x="240516" y="77314"/>
                  </a:lnTo>
                  <a:lnTo>
                    <a:pt x="240516" y="80243"/>
                  </a:lnTo>
                  <a:lnTo>
                    <a:pt x="242259" y="82586"/>
                  </a:lnTo>
                  <a:lnTo>
                    <a:pt x="242259" y="87271"/>
                  </a:lnTo>
                  <a:lnTo>
                    <a:pt x="244002" y="89614"/>
                  </a:lnTo>
                  <a:lnTo>
                    <a:pt x="244002" y="92543"/>
                  </a:lnTo>
                  <a:lnTo>
                    <a:pt x="245745" y="96057"/>
                  </a:lnTo>
                  <a:lnTo>
                    <a:pt x="245745" y="99571"/>
                  </a:lnTo>
                  <a:lnTo>
                    <a:pt x="245745" y="102500"/>
                  </a:lnTo>
                  <a:lnTo>
                    <a:pt x="245745" y="106014"/>
                  </a:lnTo>
                  <a:lnTo>
                    <a:pt x="245745" y="108357"/>
                  </a:lnTo>
                  <a:lnTo>
                    <a:pt x="245745" y="111871"/>
                  </a:lnTo>
                  <a:lnTo>
                    <a:pt x="245745" y="114800"/>
                  </a:lnTo>
                  <a:lnTo>
                    <a:pt x="245745" y="117143"/>
                  </a:lnTo>
                  <a:lnTo>
                    <a:pt x="245745" y="120657"/>
                  </a:lnTo>
                  <a:lnTo>
                    <a:pt x="245745" y="123586"/>
                  </a:lnTo>
                  <a:lnTo>
                    <a:pt x="244002" y="128271"/>
                  </a:lnTo>
                  <a:lnTo>
                    <a:pt x="242259" y="132957"/>
                  </a:lnTo>
                  <a:lnTo>
                    <a:pt x="240516" y="135886"/>
                  </a:lnTo>
                  <a:lnTo>
                    <a:pt x="238773" y="140571"/>
                  </a:lnTo>
                  <a:lnTo>
                    <a:pt x="237030" y="142914"/>
                  </a:lnTo>
                  <a:lnTo>
                    <a:pt x="233544" y="145843"/>
                  </a:lnTo>
                  <a:lnTo>
                    <a:pt x="230930" y="149357"/>
                  </a:lnTo>
                  <a:lnTo>
                    <a:pt x="229187" y="152871"/>
                  </a:lnTo>
                  <a:lnTo>
                    <a:pt x="223959" y="156386"/>
                  </a:lnTo>
                  <a:lnTo>
                    <a:pt x="220473" y="158143"/>
                  </a:lnTo>
                  <a:lnTo>
                    <a:pt x="215244" y="160486"/>
                  </a:lnTo>
                  <a:lnTo>
                    <a:pt x="210887" y="164000"/>
                  </a:lnTo>
                  <a:lnTo>
                    <a:pt x="205658" y="166343"/>
                  </a:lnTo>
                  <a:lnTo>
                    <a:pt x="200430" y="169272"/>
                  </a:lnTo>
                  <a:lnTo>
                    <a:pt x="194330" y="171614"/>
                  </a:lnTo>
                  <a:lnTo>
                    <a:pt x="187358" y="175129"/>
                  </a:lnTo>
                  <a:lnTo>
                    <a:pt x="183873" y="176300"/>
                  </a:lnTo>
                  <a:lnTo>
                    <a:pt x="179515" y="178643"/>
                  </a:lnTo>
                  <a:lnTo>
                    <a:pt x="176030" y="179229"/>
                  </a:lnTo>
                  <a:lnTo>
                    <a:pt x="170801" y="180400"/>
                  </a:lnTo>
                  <a:lnTo>
                    <a:pt x="165572" y="181572"/>
                  </a:lnTo>
                  <a:lnTo>
                    <a:pt x="161215" y="182743"/>
                  </a:lnTo>
                  <a:lnTo>
                    <a:pt x="155987" y="183914"/>
                  </a:lnTo>
                  <a:lnTo>
                    <a:pt x="150758" y="186257"/>
                  </a:lnTo>
                  <a:lnTo>
                    <a:pt x="146401" y="186257"/>
                  </a:lnTo>
                  <a:lnTo>
                    <a:pt x="141172" y="188600"/>
                  </a:lnTo>
                  <a:lnTo>
                    <a:pt x="135944" y="189772"/>
                  </a:lnTo>
                  <a:lnTo>
                    <a:pt x="130714" y="190357"/>
                  </a:lnTo>
                  <a:lnTo>
                    <a:pt x="124615" y="190357"/>
                  </a:lnTo>
                  <a:lnTo>
                    <a:pt x="119386" y="191529"/>
                  </a:lnTo>
                  <a:lnTo>
                    <a:pt x="113286" y="192700"/>
                  </a:lnTo>
                  <a:lnTo>
                    <a:pt x="108058" y="193872"/>
                  </a:lnTo>
                  <a:lnTo>
                    <a:pt x="101086" y="193872"/>
                  </a:lnTo>
                  <a:lnTo>
                    <a:pt x="96729" y="195043"/>
                  </a:lnTo>
                  <a:lnTo>
                    <a:pt x="91500" y="195043"/>
                  </a:lnTo>
                  <a:lnTo>
                    <a:pt x="86272" y="195043"/>
                  </a:lnTo>
                  <a:lnTo>
                    <a:pt x="80172" y="195043"/>
                  </a:lnTo>
                  <a:lnTo>
                    <a:pt x="74943" y="195043"/>
                  </a:lnTo>
                  <a:lnTo>
                    <a:pt x="69714" y="195043"/>
                  </a:lnTo>
                  <a:lnTo>
                    <a:pt x="64486" y="196215"/>
                  </a:lnTo>
                  <a:lnTo>
                    <a:pt x="60129" y="195043"/>
                  </a:lnTo>
                  <a:lnTo>
                    <a:pt x="54900" y="193872"/>
                  </a:lnTo>
                  <a:lnTo>
                    <a:pt x="49671" y="193872"/>
                  </a:lnTo>
                  <a:lnTo>
                    <a:pt x="47057" y="192700"/>
                  </a:lnTo>
                  <a:lnTo>
                    <a:pt x="41828" y="191529"/>
                  </a:lnTo>
                  <a:lnTo>
                    <a:pt x="38343" y="190357"/>
                  </a:lnTo>
                  <a:lnTo>
                    <a:pt x="34857" y="189772"/>
                  </a:lnTo>
                  <a:lnTo>
                    <a:pt x="31371" y="189772"/>
                  </a:lnTo>
                  <a:lnTo>
                    <a:pt x="28757" y="187429"/>
                  </a:lnTo>
                  <a:lnTo>
                    <a:pt x="25271" y="185086"/>
                  </a:lnTo>
                  <a:lnTo>
                    <a:pt x="21785" y="183914"/>
                  </a:lnTo>
                  <a:lnTo>
                    <a:pt x="18300" y="182743"/>
                  </a:lnTo>
                  <a:lnTo>
                    <a:pt x="14814" y="179257"/>
                  </a:lnTo>
                  <a:lnTo>
                    <a:pt x="13071" y="177472"/>
                  </a:lnTo>
                  <a:lnTo>
                    <a:pt x="12200" y="175129"/>
                  </a:lnTo>
                  <a:lnTo>
                    <a:pt x="10457" y="172786"/>
                  </a:lnTo>
                  <a:lnTo>
                    <a:pt x="8714" y="170443"/>
                  </a:lnTo>
                  <a:lnTo>
                    <a:pt x="6971" y="167514"/>
                  </a:lnTo>
                  <a:lnTo>
                    <a:pt x="5228" y="164000"/>
                  </a:lnTo>
                  <a:lnTo>
                    <a:pt x="3485" y="161657"/>
                  </a:lnTo>
                  <a:lnTo>
                    <a:pt x="1742" y="158143"/>
                  </a:lnTo>
                  <a:lnTo>
                    <a:pt x="1742" y="155214"/>
                  </a:lnTo>
                  <a:lnTo>
                    <a:pt x="1742" y="152871"/>
                  </a:lnTo>
                  <a:lnTo>
                    <a:pt x="1742" y="149357"/>
                  </a:lnTo>
                  <a:lnTo>
                    <a:pt x="0" y="145843"/>
                  </a:lnTo>
                  <a:lnTo>
                    <a:pt x="0" y="142914"/>
                  </a:lnTo>
                  <a:lnTo>
                    <a:pt x="0" y="140571"/>
                  </a:lnTo>
                  <a:lnTo>
                    <a:pt x="0" y="137057"/>
                  </a:lnTo>
                  <a:lnTo>
                    <a:pt x="0" y="134129"/>
                  </a:lnTo>
                  <a:lnTo>
                    <a:pt x="0" y="131786"/>
                  </a:lnTo>
                  <a:lnTo>
                    <a:pt x="0" y="128271"/>
                  </a:lnTo>
                  <a:lnTo>
                    <a:pt x="1742" y="124757"/>
                  </a:lnTo>
                  <a:lnTo>
                    <a:pt x="1742" y="121829"/>
                  </a:lnTo>
                  <a:lnTo>
                    <a:pt x="1742" y="119486"/>
                  </a:lnTo>
                  <a:lnTo>
                    <a:pt x="1742" y="115971"/>
                  </a:lnTo>
                  <a:lnTo>
                    <a:pt x="3485" y="113628"/>
                  </a:lnTo>
                  <a:lnTo>
                    <a:pt x="3485" y="111871"/>
                  </a:lnTo>
                  <a:lnTo>
                    <a:pt x="5228" y="108357"/>
                  </a:lnTo>
                  <a:lnTo>
                    <a:pt x="6971" y="106014"/>
                  </a:lnTo>
                  <a:lnTo>
                    <a:pt x="8714" y="104843"/>
                  </a:lnTo>
                  <a:lnTo>
                    <a:pt x="10457" y="100743"/>
                  </a:lnTo>
                  <a:lnTo>
                    <a:pt x="12200" y="97228"/>
                  </a:lnTo>
                  <a:lnTo>
                    <a:pt x="14814" y="93714"/>
                  </a:lnTo>
                  <a:lnTo>
                    <a:pt x="20043" y="92543"/>
                  </a:lnTo>
                  <a:lnTo>
                    <a:pt x="23528" y="90200"/>
                  </a:lnTo>
                  <a:lnTo>
                    <a:pt x="28757" y="89614"/>
                  </a:lnTo>
                  <a:lnTo>
                    <a:pt x="33114" y="87271"/>
                  </a:lnTo>
                  <a:lnTo>
                    <a:pt x="38343" y="87271"/>
                  </a:lnTo>
                  <a:lnTo>
                    <a:pt x="43570" y="87271"/>
                  </a:lnTo>
                  <a:lnTo>
                    <a:pt x="47928" y="87271"/>
                  </a:lnTo>
                  <a:lnTo>
                    <a:pt x="53157" y="87271"/>
                  </a:lnTo>
                  <a:lnTo>
                    <a:pt x="58386" y="88443"/>
                  </a:lnTo>
                  <a:lnTo>
                    <a:pt x="63614" y="88443"/>
                  </a:lnTo>
                  <a:lnTo>
                    <a:pt x="67972" y="89614"/>
                  </a:lnTo>
                  <a:lnTo>
                    <a:pt x="74943" y="89614"/>
                  </a:lnTo>
                  <a:lnTo>
                    <a:pt x="80172" y="90200"/>
                  </a:lnTo>
                  <a:lnTo>
                    <a:pt x="82786" y="90200"/>
                  </a:lnTo>
                  <a:lnTo>
                    <a:pt x="88015" y="90200"/>
                  </a:lnTo>
                  <a:lnTo>
                    <a:pt x="91500" y="90200"/>
                  </a:lnTo>
                  <a:lnTo>
                    <a:pt x="94986" y="91371"/>
                  </a:lnTo>
                  <a:lnTo>
                    <a:pt x="97600" y="90200"/>
                  </a:lnTo>
                  <a:lnTo>
                    <a:pt x="101086" y="90200"/>
                  </a:lnTo>
                  <a:lnTo>
                    <a:pt x="104572" y="90200"/>
                  </a:lnTo>
                  <a:lnTo>
                    <a:pt x="108058" y="90200"/>
                  </a:lnTo>
                  <a:lnTo>
                    <a:pt x="113286" y="88443"/>
                  </a:lnTo>
                  <a:lnTo>
                    <a:pt x="119386" y="87271"/>
                  </a:lnTo>
                  <a:lnTo>
                    <a:pt x="126358" y="84928"/>
                  </a:lnTo>
                  <a:lnTo>
                    <a:pt x="130714" y="81414"/>
                  </a:lnTo>
                  <a:lnTo>
                    <a:pt x="137686" y="77900"/>
                  </a:lnTo>
                  <a:lnTo>
                    <a:pt x="144658" y="74971"/>
                  </a:lnTo>
                  <a:lnTo>
                    <a:pt x="146401" y="72628"/>
                  </a:lnTo>
                  <a:lnTo>
                    <a:pt x="149015" y="70285"/>
                  </a:lnTo>
                  <a:lnTo>
                    <a:pt x="152501" y="67943"/>
                  </a:lnTo>
                  <a:lnTo>
                    <a:pt x="154244" y="66200"/>
                  </a:lnTo>
                  <a:lnTo>
                    <a:pt x="155987" y="62671"/>
                  </a:lnTo>
                  <a:lnTo>
                    <a:pt x="157729" y="59157"/>
                  </a:lnTo>
                  <a:lnTo>
                    <a:pt x="157729" y="55643"/>
                  </a:lnTo>
                  <a:lnTo>
                    <a:pt x="157729" y="53885"/>
                  </a:lnTo>
                  <a:lnTo>
                    <a:pt x="155987" y="50371"/>
                  </a:lnTo>
                  <a:lnTo>
                    <a:pt x="154244" y="46857"/>
                  </a:lnTo>
                  <a:lnTo>
                    <a:pt x="152501" y="43928"/>
                  </a:lnTo>
                  <a:lnTo>
                    <a:pt x="149015" y="40442"/>
                  </a:lnTo>
                  <a:lnTo>
                    <a:pt x="144658" y="36900"/>
                  </a:lnTo>
                  <a:lnTo>
                    <a:pt x="139429" y="33385"/>
                  </a:lnTo>
                  <a:lnTo>
                    <a:pt x="134201" y="30457"/>
                  </a:lnTo>
                  <a:lnTo>
                    <a:pt x="129843" y="26942"/>
                  </a:lnTo>
                  <a:lnTo>
                    <a:pt x="124615" y="24600"/>
                  </a:lnTo>
                  <a:lnTo>
                    <a:pt x="122872" y="23428"/>
                  </a:lnTo>
                  <a:lnTo>
                    <a:pt x="117643" y="21671"/>
                  </a:lnTo>
                  <a:lnTo>
                    <a:pt x="115901" y="20500"/>
                  </a:lnTo>
                  <a:lnTo>
                    <a:pt x="108058" y="16985"/>
                  </a:lnTo>
                  <a:lnTo>
                    <a:pt x="102829" y="13471"/>
                  </a:lnTo>
                  <a:lnTo>
                    <a:pt x="99343" y="12300"/>
                  </a:lnTo>
                  <a:lnTo>
                    <a:pt x="94986" y="11128"/>
                  </a:lnTo>
                  <a:lnTo>
                    <a:pt x="93243" y="9385"/>
                  </a:lnTo>
                  <a:lnTo>
                    <a:pt x="89757" y="8200"/>
                  </a:lnTo>
                  <a:lnTo>
                    <a:pt x="84529" y="5857"/>
                  </a:lnTo>
                  <a:lnTo>
                    <a:pt x="80172" y="4685"/>
                  </a:lnTo>
                  <a:lnTo>
                    <a:pt x="74943" y="2342"/>
                  </a:lnTo>
                  <a:lnTo>
                    <a:pt x="71457" y="1171"/>
                  </a:lnTo>
                  <a:lnTo>
                    <a:pt x="69714" y="0"/>
                  </a:lnTo>
                  <a:close/>
                </a:path>
              </a:pathLst>
            </a:custGeom>
            <a:solidFill>
              <a:schemeClr val="hlink"/>
            </a:solidFill>
            <a:ln w="9525" cap="flat" cmpd="sng" algn="ctr">
              <a:solidFill>
                <a:schemeClr val="tx1"/>
              </a:solidFill>
              <a:prstDash val="solid"/>
              <a:headEnd type="none"/>
              <a:tailEnd type="none"/>
            </a:ln>
            <a:effectLst/>
          </p:spPr>
          <p:txBody>
            <a:bodyPr vert="horz" wrap="square" lIns="0" tIns="0" rIns="3810" bIns="1905" numCol="1" spcCol="215900" anchor="t"/>
            <a:lstStyle/>
            <a:p>
              <a:pPr/>
              <a:endParaRPr lang="en-us" cap="none"/>
            </a:p>
          </p:txBody>
        </p:sp>
        <p:sp>
          <p:nvSpPr>
            <p:cNvPr id="9" name="Freeform 194"/>
            <p:cNvSpPr>
              <a:extLst>
                <a:ext uri="smNativeData">
                  <pr:smNativeData xmlns:pr="smNativeData" xmlns="smNativeData" val="SMDATA_15_VcZhaRMAAAAlAAAACwAAAA0AAAAAAAAAAAAAAAAGAAAABAAAAAAAAAAAAAAAAAAAAAEAAABQAAAAAAAAAAAA4D8AAAAAAADgPwAAAAAAAOA/AAAAAAAA4D8AAAAAAADgPwAAAAAAAOA/AAAAAAAA4D8AAAAAAADgPwAAAAAAAOA/AAAAAAAA4D8CAAAAjAAAAAEAAAAAAAAAM5n/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5n/AP///wEAAAAAAAAAAAAAAAAAAAAAAAAAAAAAAAAAAAAAAAAAAAAAAAJ/f38AH0l9A8zMzADAwP8Af39/AAAAAAAAAAAAAAAAAAAAAAAAAAAAIQAAABgAAAAUAAAAngcAAKIMAADYCwAAhxEAAAAAAAAmAAAACAAAAP//////////"/>
                </a:ext>
              </a:extLst>
            </p:cNvSpPr>
            <p:nvPr/>
          </p:nvSpPr>
          <p:spPr>
            <a:xfrm>
              <a:off x="1238250" y="2053590"/>
              <a:ext cx="687070" cy="795655"/>
            </a:xfrm>
            <a:custGeom>
              <a:avLst/>
              <a:gdLst/>
              <a:ahLst/>
              <a:cxnLst/>
              <a:rect l="0" t="0" r="687070" b="795655"/>
              <a:pathLst>
                <a:path w="687070" h="795655">
                  <a:moveTo>
                    <a:pt x="474447" y="0"/>
                  </a:moveTo>
                  <a:lnTo>
                    <a:pt x="477962" y="0"/>
                  </a:lnTo>
                  <a:lnTo>
                    <a:pt x="479719" y="1174"/>
                  </a:lnTo>
                  <a:lnTo>
                    <a:pt x="484112" y="2348"/>
                  </a:lnTo>
                  <a:lnTo>
                    <a:pt x="487626" y="4697"/>
                  </a:lnTo>
                  <a:lnTo>
                    <a:pt x="491141" y="7046"/>
                  </a:lnTo>
                  <a:lnTo>
                    <a:pt x="496412" y="9395"/>
                  </a:lnTo>
                  <a:lnTo>
                    <a:pt x="501684" y="12331"/>
                  </a:lnTo>
                  <a:lnTo>
                    <a:pt x="506077" y="17028"/>
                  </a:lnTo>
                  <a:lnTo>
                    <a:pt x="507834" y="18203"/>
                  </a:lnTo>
                  <a:lnTo>
                    <a:pt x="511349" y="21139"/>
                  </a:lnTo>
                  <a:lnTo>
                    <a:pt x="513106" y="23487"/>
                  </a:lnTo>
                  <a:lnTo>
                    <a:pt x="516620" y="25836"/>
                  </a:lnTo>
                  <a:lnTo>
                    <a:pt x="518378" y="28185"/>
                  </a:lnTo>
                  <a:lnTo>
                    <a:pt x="521013" y="30534"/>
                  </a:lnTo>
                  <a:lnTo>
                    <a:pt x="524528" y="33470"/>
                  </a:lnTo>
                  <a:lnTo>
                    <a:pt x="528042" y="36984"/>
                  </a:lnTo>
                  <a:lnTo>
                    <a:pt x="529800" y="39342"/>
                  </a:lnTo>
                  <a:lnTo>
                    <a:pt x="533314" y="42856"/>
                  </a:lnTo>
                  <a:lnTo>
                    <a:pt x="535950" y="45801"/>
                  </a:lnTo>
                  <a:lnTo>
                    <a:pt x="537707" y="49324"/>
                  </a:lnTo>
                  <a:lnTo>
                    <a:pt x="541221" y="52838"/>
                  </a:lnTo>
                  <a:lnTo>
                    <a:pt x="544736" y="55783"/>
                  </a:lnTo>
                  <a:lnTo>
                    <a:pt x="548250" y="59297"/>
                  </a:lnTo>
                  <a:lnTo>
                    <a:pt x="551765" y="64004"/>
                  </a:lnTo>
                  <a:lnTo>
                    <a:pt x="554400" y="66940"/>
                  </a:lnTo>
                  <a:lnTo>
                    <a:pt x="556158" y="70463"/>
                  </a:lnTo>
                  <a:lnTo>
                    <a:pt x="559672" y="73977"/>
                  </a:lnTo>
                  <a:lnTo>
                    <a:pt x="563187" y="78097"/>
                  </a:lnTo>
                  <a:lnTo>
                    <a:pt x="566701" y="81611"/>
                  </a:lnTo>
                  <a:lnTo>
                    <a:pt x="569337" y="86318"/>
                  </a:lnTo>
                  <a:lnTo>
                    <a:pt x="572851" y="89254"/>
                  </a:lnTo>
                  <a:lnTo>
                    <a:pt x="576366" y="93951"/>
                  </a:lnTo>
                  <a:lnTo>
                    <a:pt x="578123" y="98649"/>
                  </a:lnTo>
                  <a:lnTo>
                    <a:pt x="581637" y="102759"/>
                  </a:lnTo>
                  <a:lnTo>
                    <a:pt x="585152" y="106274"/>
                  </a:lnTo>
                  <a:lnTo>
                    <a:pt x="587788" y="111567"/>
                  </a:lnTo>
                  <a:lnTo>
                    <a:pt x="589545" y="115091"/>
                  </a:lnTo>
                  <a:lnTo>
                    <a:pt x="593059" y="119788"/>
                  </a:lnTo>
                  <a:lnTo>
                    <a:pt x="596574" y="125073"/>
                  </a:lnTo>
                  <a:lnTo>
                    <a:pt x="600088" y="129771"/>
                  </a:lnTo>
                  <a:lnTo>
                    <a:pt x="602724" y="133881"/>
                  </a:lnTo>
                  <a:lnTo>
                    <a:pt x="606238" y="138579"/>
                  </a:lnTo>
                  <a:lnTo>
                    <a:pt x="607995" y="144451"/>
                  </a:lnTo>
                  <a:lnTo>
                    <a:pt x="611510" y="148560"/>
                  </a:lnTo>
                  <a:lnTo>
                    <a:pt x="615024" y="154433"/>
                  </a:lnTo>
                  <a:lnTo>
                    <a:pt x="618539" y="158543"/>
                  </a:lnTo>
                  <a:lnTo>
                    <a:pt x="619417" y="163241"/>
                  </a:lnTo>
                  <a:lnTo>
                    <a:pt x="622932" y="168525"/>
                  </a:lnTo>
                  <a:lnTo>
                    <a:pt x="626446" y="173223"/>
                  </a:lnTo>
                  <a:lnTo>
                    <a:pt x="629961" y="177921"/>
                  </a:lnTo>
                  <a:lnTo>
                    <a:pt x="631718" y="183206"/>
                  </a:lnTo>
                  <a:lnTo>
                    <a:pt x="635232" y="189078"/>
                  </a:lnTo>
                  <a:lnTo>
                    <a:pt x="637868" y="193188"/>
                  </a:lnTo>
                  <a:lnTo>
                    <a:pt x="639625" y="199060"/>
                  </a:lnTo>
                  <a:lnTo>
                    <a:pt x="643140" y="204345"/>
                  </a:lnTo>
                  <a:lnTo>
                    <a:pt x="646654" y="210217"/>
                  </a:lnTo>
                  <a:lnTo>
                    <a:pt x="648411" y="214327"/>
                  </a:lnTo>
                  <a:lnTo>
                    <a:pt x="650169" y="220199"/>
                  </a:lnTo>
                  <a:lnTo>
                    <a:pt x="651926" y="224310"/>
                  </a:lnTo>
                  <a:lnTo>
                    <a:pt x="654562" y="230182"/>
                  </a:lnTo>
                  <a:lnTo>
                    <a:pt x="656319" y="235466"/>
                  </a:lnTo>
                  <a:lnTo>
                    <a:pt x="658076" y="240164"/>
                  </a:lnTo>
                  <a:lnTo>
                    <a:pt x="659833" y="245448"/>
                  </a:lnTo>
                  <a:lnTo>
                    <a:pt x="661590" y="251321"/>
                  </a:lnTo>
                  <a:lnTo>
                    <a:pt x="663348" y="256017"/>
                  </a:lnTo>
                  <a:lnTo>
                    <a:pt x="665105" y="261303"/>
                  </a:lnTo>
                  <a:lnTo>
                    <a:pt x="666862" y="267175"/>
                  </a:lnTo>
                  <a:lnTo>
                    <a:pt x="668619" y="271286"/>
                  </a:lnTo>
                  <a:lnTo>
                    <a:pt x="670376" y="277158"/>
                  </a:lnTo>
                  <a:lnTo>
                    <a:pt x="671255" y="281268"/>
                  </a:lnTo>
                  <a:lnTo>
                    <a:pt x="673012" y="287140"/>
                  </a:lnTo>
                  <a:lnTo>
                    <a:pt x="674770" y="292425"/>
                  </a:lnTo>
                  <a:lnTo>
                    <a:pt x="674770" y="297122"/>
                  </a:lnTo>
                  <a:lnTo>
                    <a:pt x="676527" y="302407"/>
                  </a:lnTo>
                  <a:lnTo>
                    <a:pt x="678284" y="307105"/>
                  </a:lnTo>
                  <a:lnTo>
                    <a:pt x="680041" y="312390"/>
                  </a:lnTo>
                  <a:lnTo>
                    <a:pt x="680041" y="318262"/>
                  </a:lnTo>
                  <a:lnTo>
                    <a:pt x="681798" y="322959"/>
                  </a:lnTo>
                  <a:lnTo>
                    <a:pt x="681798" y="328244"/>
                  </a:lnTo>
                  <a:lnTo>
                    <a:pt x="683556" y="332941"/>
                  </a:lnTo>
                  <a:lnTo>
                    <a:pt x="683556" y="338226"/>
                  </a:lnTo>
                  <a:lnTo>
                    <a:pt x="683556" y="342924"/>
                  </a:lnTo>
                  <a:lnTo>
                    <a:pt x="685313" y="348209"/>
                  </a:lnTo>
                  <a:lnTo>
                    <a:pt x="685313" y="352906"/>
                  </a:lnTo>
                  <a:lnTo>
                    <a:pt x="685313" y="358191"/>
                  </a:lnTo>
                  <a:lnTo>
                    <a:pt x="685313" y="362889"/>
                  </a:lnTo>
                  <a:lnTo>
                    <a:pt x="687070" y="368173"/>
                  </a:lnTo>
                  <a:lnTo>
                    <a:pt x="687070" y="374045"/>
                  </a:lnTo>
                  <a:lnTo>
                    <a:pt x="687070" y="378743"/>
                  </a:lnTo>
                  <a:lnTo>
                    <a:pt x="687070" y="382853"/>
                  </a:lnTo>
                  <a:lnTo>
                    <a:pt x="687070" y="388725"/>
                  </a:lnTo>
                  <a:lnTo>
                    <a:pt x="687070" y="392836"/>
                  </a:lnTo>
                  <a:lnTo>
                    <a:pt x="685313" y="398707"/>
                  </a:lnTo>
                  <a:lnTo>
                    <a:pt x="685313" y="402818"/>
                  </a:lnTo>
                  <a:lnTo>
                    <a:pt x="685313" y="407516"/>
                  </a:lnTo>
                  <a:lnTo>
                    <a:pt x="685313" y="413388"/>
                  </a:lnTo>
                  <a:lnTo>
                    <a:pt x="683556" y="417498"/>
                  </a:lnTo>
                  <a:lnTo>
                    <a:pt x="683556" y="422196"/>
                  </a:lnTo>
                  <a:lnTo>
                    <a:pt x="681798" y="426305"/>
                  </a:lnTo>
                  <a:lnTo>
                    <a:pt x="681798" y="432178"/>
                  </a:lnTo>
                  <a:lnTo>
                    <a:pt x="680041" y="436289"/>
                  </a:lnTo>
                  <a:lnTo>
                    <a:pt x="680041" y="440986"/>
                  </a:lnTo>
                  <a:lnTo>
                    <a:pt x="678284" y="446858"/>
                  </a:lnTo>
                  <a:lnTo>
                    <a:pt x="678284" y="450968"/>
                  </a:lnTo>
                  <a:lnTo>
                    <a:pt x="676527" y="455666"/>
                  </a:lnTo>
                  <a:lnTo>
                    <a:pt x="674770" y="459777"/>
                  </a:lnTo>
                  <a:lnTo>
                    <a:pt x="673012" y="464474"/>
                  </a:lnTo>
                  <a:lnTo>
                    <a:pt x="671255" y="469172"/>
                  </a:lnTo>
                  <a:lnTo>
                    <a:pt x="670376" y="473282"/>
                  </a:lnTo>
                  <a:lnTo>
                    <a:pt x="668619" y="477980"/>
                  </a:lnTo>
                  <a:lnTo>
                    <a:pt x="666862" y="482090"/>
                  </a:lnTo>
                  <a:lnTo>
                    <a:pt x="665105" y="487962"/>
                  </a:lnTo>
                  <a:lnTo>
                    <a:pt x="663348" y="491485"/>
                  </a:lnTo>
                  <a:lnTo>
                    <a:pt x="661590" y="496770"/>
                  </a:lnTo>
                  <a:lnTo>
                    <a:pt x="659833" y="500293"/>
                  </a:lnTo>
                  <a:lnTo>
                    <a:pt x="658076" y="505578"/>
                  </a:lnTo>
                  <a:lnTo>
                    <a:pt x="654562" y="509092"/>
                  </a:lnTo>
                  <a:lnTo>
                    <a:pt x="653683" y="514386"/>
                  </a:lnTo>
                  <a:lnTo>
                    <a:pt x="650169" y="517900"/>
                  </a:lnTo>
                  <a:lnTo>
                    <a:pt x="648411" y="523781"/>
                  </a:lnTo>
                  <a:lnTo>
                    <a:pt x="644897" y="526717"/>
                  </a:lnTo>
                  <a:lnTo>
                    <a:pt x="643140" y="531415"/>
                  </a:lnTo>
                  <a:lnTo>
                    <a:pt x="639625" y="536112"/>
                  </a:lnTo>
                  <a:lnTo>
                    <a:pt x="637868" y="540223"/>
                  </a:lnTo>
                  <a:lnTo>
                    <a:pt x="635232" y="543746"/>
                  </a:lnTo>
                  <a:lnTo>
                    <a:pt x="633475" y="547856"/>
                  </a:lnTo>
                  <a:lnTo>
                    <a:pt x="629961" y="552554"/>
                  </a:lnTo>
                  <a:lnTo>
                    <a:pt x="628203" y="557252"/>
                  </a:lnTo>
                  <a:lnTo>
                    <a:pt x="624689" y="560188"/>
                  </a:lnTo>
                  <a:lnTo>
                    <a:pt x="622932" y="564885"/>
                  </a:lnTo>
                  <a:lnTo>
                    <a:pt x="619417" y="568400"/>
                  </a:lnTo>
                  <a:lnTo>
                    <a:pt x="618539" y="572519"/>
                  </a:lnTo>
                  <a:lnTo>
                    <a:pt x="615024" y="576034"/>
                  </a:lnTo>
                  <a:lnTo>
                    <a:pt x="613267" y="580740"/>
                  </a:lnTo>
                  <a:lnTo>
                    <a:pt x="609753" y="583676"/>
                  </a:lnTo>
                  <a:lnTo>
                    <a:pt x="607995" y="588373"/>
                  </a:lnTo>
                  <a:lnTo>
                    <a:pt x="606238" y="590722"/>
                  </a:lnTo>
                  <a:lnTo>
                    <a:pt x="602724" y="594832"/>
                  </a:lnTo>
                  <a:lnTo>
                    <a:pt x="600088" y="598356"/>
                  </a:lnTo>
                  <a:lnTo>
                    <a:pt x="598331" y="601879"/>
                  </a:lnTo>
                  <a:lnTo>
                    <a:pt x="594816" y="604815"/>
                  </a:lnTo>
                  <a:lnTo>
                    <a:pt x="593059" y="608338"/>
                  </a:lnTo>
                  <a:lnTo>
                    <a:pt x="589545" y="613036"/>
                  </a:lnTo>
                  <a:lnTo>
                    <a:pt x="586030" y="615972"/>
                  </a:lnTo>
                  <a:lnTo>
                    <a:pt x="583394" y="619495"/>
                  </a:lnTo>
                  <a:lnTo>
                    <a:pt x="581637" y="623018"/>
                  </a:lnTo>
                  <a:lnTo>
                    <a:pt x="578123" y="625954"/>
                  </a:lnTo>
                  <a:lnTo>
                    <a:pt x="574608" y="629469"/>
                  </a:lnTo>
                  <a:lnTo>
                    <a:pt x="572851" y="633000"/>
                  </a:lnTo>
                  <a:lnTo>
                    <a:pt x="569337" y="636514"/>
                  </a:lnTo>
                  <a:lnTo>
                    <a:pt x="566701" y="638285"/>
                  </a:lnTo>
                  <a:lnTo>
                    <a:pt x="563187" y="642983"/>
                  </a:lnTo>
                  <a:lnTo>
                    <a:pt x="559672" y="645331"/>
                  </a:lnTo>
                  <a:lnTo>
                    <a:pt x="556158" y="648267"/>
                  </a:lnTo>
                  <a:lnTo>
                    <a:pt x="552643" y="650616"/>
                  </a:lnTo>
                  <a:lnTo>
                    <a:pt x="550007" y="654139"/>
                  </a:lnTo>
                  <a:lnTo>
                    <a:pt x="546493" y="657653"/>
                  </a:lnTo>
                  <a:lnTo>
                    <a:pt x="542979" y="660599"/>
                  </a:lnTo>
                  <a:lnTo>
                    <a:pt x="539464" y="662947"/>
                  </a:lnTo>
                  <a:lnTo>
                    <a:pt x="535950" y="666461"/>
                  </a:lnTo>
                  <a:lnTo>
                    <a:pt x="533314" y="668819"/>
                  </a:lnTo>
                  <a:lnTo>
                    <a:pt x="529800" y="671755"/>
                  </a:lnTo>
                  <a:lnTo>
                    <a:pt x="526285" y="674104"/>
                  </a:lnTo>
                  <a:lnTo>
                    <a:pt x="522771" y="677618"/>
                  </a:lnTo>
                  <a:lnTo>
                    <a:pt x="518378" y="681151"/>
                  </a:lnTo>
                  <a:lnTo>
                    <a:pt x="514863" y="682912"/>
                  </a:lnTo>
                  <a:lnTo>
                    <a:pt x="511349" y="686426"/>
                  </a:lnTo>
                  <a:lnTo>
                    <a:pt x="507834" y="688784"/>
                  </a:lnTo>
                  <a:lnTo>
                    <a:pt x="502563" y="692307"/>
                  </a:lnTo>
                  <a:lnTo>
                    <a:pt x="498170" y="694069"/>
                  </a:lnTo>
                  <a:lnTo>
                    <a:pt x="492898" y="696418"/>
                  </a:lnTo>
                  <a:lnTo>
                    <a:pt x="489384" y="699932"/>
                  </a:lnTo>
                  <a:lnTo>
                    <a:pt x="484112" y="702290"/>
                  </a:lnTo>
                  <a:lnTo>
                    <a:pt x="481476" y="704639"/>
                  </a:lnTo>
                  <a:lnTo>
                    <a:pt x="476205" y="706400"/>
                  </a:lnTo>
                  <a:lnTo>
                    <a:pt x="472690" y="709915"/>
                  </a:lnTo>
                  <a:lnTo>
                    <a:pt x="467418" y="712272"/>
                  </a:lnTo>
                  <a:lnTo>
                    <a:pt x="463025" y="714621"/>
                  </a:lnTo>
                  <a:lnTo>
                    <a:pt x="457754" y="716383"/>
                  </a:lnTo>
                  <a:lnTo>
                    <a:pt x="452482" y="719906"/>
                  </a:lnTo>
                  <a:lnTo>
                    <a:pt x="448089" y="722255"/>
                  </a:lnTo>
                  <a:lnTo>
                    <a:pt x="442817" y="724603"/>
                  </a:lnTo>
                  <a:lnTo>
                    <a:pt x="437546" y="726952"/>
                  </a:lnTo>
                  <a:lnTo>
                    <a:pt x="433153" y="729888"/>
                  </a:lnTo>
                  <a:lnTo>
                    <a:pt x="427881" y="732237"/>
                  </a:lnTo>
                  <a:lnTo>
                    <a:pt x="422610" y="734586"/>
                  </a:lnTo>
                  <a:lnTo>
                    <a:pt x="417338" y="736935"/>
                  </a:lnTo>
                  <a:lnTo>
                    <a:pt x="411188" y="738696"/>
                  </a:lnTo>
                  <a:lnTo>
                    <a:pt x="405916" y="741045"/>
                  </a:lnTo>
                  <a:lnTo>
                    <a:pt x="399766" y="743394"/>
                  </a:lnTo>
                  <a:lnTo>
                    <a:pt x="394494" y="745743"/>
                  </a:lnTo>
                  <a:lnTo>
                    <a:pt x="387465" y="748091"/>
                  </a:lnTo>
                  <a:lnTo>
                    <a:pt x="381315" y="749266"/>
                  </a:lnTo>
                  <a:lnTo>
                    <a:pt x="376043" y="751027"/>
                  </a:lnTo>
                  <a:lnTo>
                    <a:pt x="369015" y="753376"/>
                  </a:lnTo>
                  <a:lnTo>
                    <a:pt x="364622" y="755725"/>
                  </a:lnTo>
                  <a:lnTo>
                    <a:pt x="357593" y="758074"/>
                  </a:lnTo>
                  <a:lnTo>
                    <a:pt x="350564" y="760423"/>
                  </a:lnTo>
                  <a:lnTo>
                    <a:pt x="346171" y="761010"/>
                  </a:lnTo>
                  <a:lnTo>
                    <a:pt x="339142" y="763359"/>
                  </a:lnTo>
                  <a:lnTo>
                    <a:pt x="332113" y="765707"/>
                  </a:lnTo>
                  <a:lnTo>
                    <a:pt x="325963" y="766882"/>
                  </a:lnTo>
                  <a:lnTo>
                    <a:pt x="318934" y="769231"/>
                  </a:lnTo>
                  <a:lnTo>
                    <a:pt x="312784" y="771579"/>
                  </a:lnTo>
                  <a:lnTo>
                    <a:pt x="305755" y="772167"/>
                  </a:lnTo>
                  <a:lnTo>
                    <a:pt x="300483" y="773341"/>
                  </a:lnTo>
                  <a:lnTo>
                    <a:pt x="294333" y="775690"/>
                  </a:lnTo>
                  <a:lnTo>
                    <a:pt x="287304" y="776864"/>
                  </a:lnTo>
                  <a:lnTo>
                    <a:pt x="281154" y="778039"/>
                  </a:lnTo>
                  <a:lnTo>
                    <a:pt x="274125" y="780387"/>
                  </a:lnTo>
                  <a:lnTo>
                    <a:pt x="267096" y="781562"/>
                  </a:lnTo>
                  <a:lnTo>
                    <a:pt x="260946" y="782736"/>
                  </a:lnTo>
                  <a:lnTo>
                    <a:pt x="253917" y="783323"/>
                  </a:lnTo>
                  <a:lnTo>
                    <a:pt x="248646" y="784498"/>
                  </a:lnTo>
                  <a:lnTo>
                    <a:pt x="242495" y="785672"/>
                  </a:lnTo>
                  <a:lnTo>
                    <a:pt x="235466" y="788021"/>
                  </a:lnTo>
                  <a:lnTo>
                    <a:pt x="229316" y="788021"/>
                  </a:lnTo>
                  <a:lnTo>
                    <a:pt x="222287" y="789195"/>
                  </a:lnTo>
                  <a:lnTo>
                    <a:pt x="215259" y="790370"/>
                  </a:lnTo>
                  <a:lnTo>
                    <a:pt x="209108" y="791544"/>
                  </a:lnTo>
                  <a:lnTo>
                    <a:pt x="202079" y="791544"/>
                  </a:lnTo>
                  <a:lnTo>
                    <a:pt x="196808" y="792719"/>
                  </a:lnTo>
                  <a:lnTo>
                    <a:pt x="190658" y="792719"/>
                  </a:lnTo>
                  <a:lnTo>
                    <a:pt x="183629" y="793893"/>
                  </a:lnTo>
                  <a:lnTo>
                    <a:pt x="177478" y="793893"/>
                  </a:lnTo>
                  <a:lnTo>
                    <a:pt x="172207" y="794480"/>
                  </a:lnTo>
                  <a:lnTo>
                    <a:pt x="165178" y="794480"/>
                  </a:lnTo>
                  <a:lnTo>
                    <a:pt x="160785" y="795655"/>
                  </a:lnTo>
                  <a:lnTo>
                    <a:pt x="153756" y="795655"/>
                  </a:lnTo>
                  <a:lnTo>
                    <a:pt x="148484" y="795655"/>
                  </a:lnTo>
                  <a:lnTo>
                    <a:pt x="144091" y="795655"/>
                  </a:lnTo>
                  <a:lnTo>
                    <a:pt x="137063" y="795655"/>
                  </a:lnTo>
                  <a:lnTo>
                    <a:pt x="131791" y="795655"/>
                  </a:lnTo>
                  <a:lnTo>
                    <a:pt x="125641" y="794480"/>
                  </a:lnTo>
                  <a:lnTo>
                    <a:pt x="120369" y="794480"/>
                  </a:lnTo>
                  <a:lnTo>
                    <a:pt x="115097" y="794480"/>
                  </a:lnTo>
                  <a:lnTo>
                    <a:pt x="110704" y="793893"/>
                  </a:lnTo>
                  <a:lnTo>
                    <a:pt x="103676" y="793893"/>
                  </a:lnTo>
                  <a:lnTo>
                    <a:pt x="98404" y="792719"/>
                  </a:lnTo>
                  <a:lnTo>
                    <a:pt x="94889" y="792719"/>
                  </a:lnTo>
                  <a:lnTo>
                    <a:pt x="90496" y="791544"/>
                  </a:lnTo>
                  <a:lnTo>
                    <a:pt x="85225" y="790370"/>
                  </a:lnTo>
                  <a:lnTo>
                    <a:pt x="79953" y="789195"/>
                  </a:lnTo>
                  <a:lnTo>
                    <a:pt x="77317" y="788021"/>
                  </a:lnTo>
                  <a:lnTo>
                    <a:pt x="72046" y="786847"/>
                  </a:lnTo>
                  <a:lnTo>
                    <a:pt x="66774" y="785672"/>
                  </a:lnTo>
                  <a:lnTo>
                    <a:pt x="63260" y="784498"/>
                  </a:lnTo>
                  <a:lnTo>
                    <a:pt x="60624" y="783323"/>
                  </a:lnTo>
                  <a:lnTo>
                    <a:pt x="57109" y="781562"/>
                  </a:lnTo>
                  <a:lnTo>
                    <a:pt x="51838" y="780387"/>
                  </a:lnTo>
                  <a:lnTo>
                    <a:pt x="48323" y="778039"/>
                  </a:lnTo>
                  <a:lnTo>
                    <a:pt x="44809" y="775690"/>
                  </a:lnTo>
                  <a:lnTo>
                    <a:pt x="40416" y="773341"/>
                  </a:lnTo>
                  <a:lnTo>
                    <a:pt x="36901" y="771579"/>
                  </a:lnTo>
                  <a:lnTo>
                    <a:pt x="33387" y="770405"/>
                  </a:lnTo>
                  <a:lnTo>
                    <a:pt x="31630" y="768056"/>
                  </a:lnTo>
                  <a:lnTo>
                    <a:pt x="28115" y="765707"/>
                  </a:lnTo>
                  <a:lnTo>
                    <a:pt x="25480" y="762184"/>
                  </a:lnTo>
                  <a:lnTo>
                    <a:pt x="23722" y="760426"/>
                  </a:lnTo>
                  <a:lnTo>
                    <a:pt x="20208" y="758074"/>
                  </a:lnTo>
                  <a:lnTo>
                    <a:pt x="18451" y="754551"/>
                  </a:lnTo>
                  <a:lnTo>
                    <a:pt x="16694" y="752202"/>
                  </a:lnTo>
                  <a:lnTo>
                    <a:pt x="14936" y="749853"/>
                  </a:lnTo>
                  <a:lnTo>
                    <a:pt x="13179" y="748096"/>
                  </a:lnTo>
                  <a:lnTo>
                    <a:pt x="11422" y="744568"/>
                  </a:lnTo>
                  <a:lnTo>
                    <a:pt x="8786" y="741045"/>
                  </a:lnTo>
                  <a:lnTo>
                    <a:pt x="7029" y="738109"/>
                  </a:lnTo>
                  <a:lnTo>
                    <a:pt x="7029" y="735760"/>
                  </a:lnTo>
                  <a:lnTo>
                    <a:pt x="5272" y="732237"/>
                  </a:lnTo>
                  <a:lnTo>
                    <a:pt x="3514" y="728714"/>
                  </a:lnTo>
                  <a:lnTo>
                    <a:pt x="1757" y="725778"/>
                  </a:lnTo>
                  <a:lnTo>
                    <a:pt x="1757" y="722255"/>
                  </a:lnTo>
                  <a:lnTo>
                    <a:pt x="0" y="718731"/>
                  </a:lnTo>
                  <a:lnTo>
                    <a:pt x="0" y="715795"/>
                  </a:lnTo>
                  <a:lnTo>
                    <a:pt x="0" y="712272"/>
                  </a:lnTo>
                  <a:lnTo>
                    <a:pt x="0" y="708749"/>
                  </a:lnTo>
                  <a:lnTo>
                    <a:pt x="0" y="705226"/>
                  </a:lnTo>
                  <a:lnTo>
                    <a:pt x="0" y="702290"/>
                  </a:lnTo>
                  <a:lnTo>
                    <a:pt x="0" y="698767"/>
                  </a:lnTo>
                  <a:lnTo>
                    <a:pt x="0" y="695243"/>
                  </a:lnTo>
                  <a:lnTo>
                    <a:pt x="0" y="692307"/>
                  </a:lnTo>
                  <a:lnTo>
                    <a:pt x="0" y="688784"/>
                  </a:lnTo>
                  <a:lnTo>
                    <a:pt x="0" y="684087"/>
                  </a:lnTo>
                  <a:lnTo>
                    <a:pt x="1757" y="681151"/>
                  </a:lnTo>
                  <a:lnTo>
                    <a:pt x="1757" y="677627"/>
                  </a:lnTo>
                  <a:lnTo>
                    <a:pt x="3514" y="672930"/>
                  </a:lnTo>
                  <a:lnTo>
                    <a:pt x="3514" y="669994"/>
                  </a:lnTo>
                  <a:lnTo>
                    <a:pt x="5272" y="666471"/>
                  </a:lnTo>
                  <a:lnTo>
                    <a:pt x="7029" y="662947"/>
                  </a:lnTo>
                  <a:lnTo>
                    <a:pt x="8786" y="659424"/>
                  </a:lnTo>
                  <a:lnTo>
                    <a:pt x="10543" y="655314"/>
                  </a:lnTo>
                  <a:lnTo>
                    <a:pt x="11422" y="651791"/>
                  </a:lnTo>
                  <a:lnTo>
                    <a:pt x="13179" y="648267"/>
                  </a:lnTo>
                  <a:lnTo>
                    <a:pt x="14936" y="645331"/>
                  </a:lnTo>
                  <a:lnTo>
                    <a:pt x="18451" y="641816"/>
                  </a:lnTo>
                  <a:lnTo>
                    <a:pt x="20208" y="638285"/>
                  </a:lnTo>
                  <a:lnTo>
                    <a:pt x="21965" y="634175"/>
                  </a:lnTo>
                  <a:lnTo>
                    <a:pt x="25480" y="630660"/>
                  </a:lnTo>
                  <a:lnTo>
                    <a:pt x="27237" y="627128"/>
                  </a:lnTo>
                  <a:lnTo>
                    <a:pt x="29873" y="624192"/>
                  </a:lnTo>
                  <a:lnTo>
                    <a:pt x="31630" y="620669"/>
                  </a:lnTo>
                  <a:lnTo>
                    <a:pt x="35144" y="617155"/>
                  </a:lnTo>
                  <a:lnTo>
                    <a:pt x="38659" y="614210"/>
                  </a:lnTo>
                  <a:lnTo>
                    <a:pt x="42173" y="610696"/>
                  </a:lnTo>
                  <a:lnTo>
                    <a:pt x="44809" y="607164"/>
                  </a:lnTo>
                  <a:lnTo>
                    <a:pt x="48323" y="603650"/>
                  </a:lnTo>
                  <a:lnTo>
                    <a:pt x="51838" y="600704"/>
                  </a:lnTo>
                  <a:lnTo>
                    <a:pt x="57109" y="598356"/>
                  </a:lnTo>
                  <a:lnTo>
                    <a:pt x="60624" y="594841"/>
                  </a:lnTo>
                  <a:lnTo>
                    <a:pt x="63260" y="591896"/>
                  </a:lnTo>
                  <a:lnTo>
                    <a:pt x="68531" y="588373"/>
                  </a:lnTo>
                  <a:lnTo>
                    <a:pt x="73803" y="586024"/>
                  </a:lnTo>
                  <a:lnTo>
                    <a:pt x="77317" y="582510"/>
                  </a:lnTo>
                  <a:lnTo>
                    <a:pt x="79953" y="580740"/>
                  </a:lnTo>
                  <a:lnTo>
                    <a:pt x="85225" y="577216"/>
                  </a:lnTo>
                  <a:lnTo>
                    <a:pt x="90496" y="574868"/>
                  </a:lnTo>
                  <a:lnTo>
                    <a:pt x="94011" y="571353"/>
                  </a:lnTo>
                  <a:lnTo>
                    <a:pt x="98404" y="569583"/>
                  </a:lnTo>
                  <a:lnTo>
                    <a:pt x="103676" y="567234"/>
                  </a:lnTo>
                  <a:lnTo>
                    <a:pt x="108947" y="564885"/>
                  </a:lnTo>
                  <a:lnTo>
                    <a:pt x="113340" y="562536"/>
                  </a:lnTo>
                  <a:lnTo>
                    <a:pt x="118612" y="559013"/>
                  </a:lnTo>
                  <a:lnTo>
                    <a:pt x="123883" y="557252"/>
                  </a:lnTo>
                  <a:lnTo>
                    <a:pt x="129155" y="554903"/>
                  </a:lnTo>
                  <a:lnTo>
                    <a:pt x="135305" y="552554"/>
                  </a:lnTo>
                  <a:lnTo>
                    <a:pt x="140577" y="550205"/>
                  </a:lnTo>
                  <a:lnTo>
                    <a:pt x="145849" y="547856"/>
                  </a:lnTo>
                  <a:lnTo>
                    <a:pt x="151999" y="547269"/>
                  </a:lnTo>
                  <a:lnTo>
                    <a:pt x="157270" y="543746"/>
                  </a:lnTo>
                  <a:lnTo>
                    <a:pt x="162542" y="541397"/>
                  </a:lnTo>
                  <a:lnTo>
                    <a:pt x="168692" y="539048"/>
                  </a:lnTo>
                  <a:lnTo>
                    <a:pt x="173964" y="537874"/>
                  </a:lnTo>
                  <a:lnTo>
                    <a:pt x="180114" y="536112"/>
                  </a:lnTo>
                  <a:lnTo>
                    <a:pt x="185386" y="533764"/>
                  </a:lnTo>
                  <a:lnTo>
                    <a:pt x="192415" y="531415"/>
                  </a:lnTo>
                  <a:lnTo>
                    <a:pt x="198565" y="530240"/>
                  </a:lnTo>
                  <a:lnTo>
                    <a:pt x="203837" y="526717"/>
                  </a:lnTo>
                  <a:lnTo>
                    <a:pt x="210865" y="525543"/>
                  </a:lnTo>
                  <a:lnTo>
                    <a:pt x="215259" y="523781"/>
                  </a:lnTo>
                  <a:lnTo>
                    <a:pt x="222287" y="521432"/>
                  </a:lnTo>
                  <a:lnTo>
                    <a:pt x="229316" y="520258"/>
                  </a:lnTo>
                  <a:lnTo>
                    <a:pt x="233709" y="517909"/>
                  </a:lnTo>
                  <a:lnTo>
                    <a:pt x="240738" y="515560"/>
                  </a:lnTo>
                  <a:lnTo>
                    <a:pt x="247767" y="514386"/>
                  </a:lnTo>
                  <a:lnTo>
                    <a:pt x="252160" y="512624"/>
                  </a:lnTo>
                  <a:lnTo>
                    <a:pt x="259189" y="510276"/>
                  </a:lnTo>
                  <a:lnTo>
                    <a:pt x="264460" y="507927"/>
                  </a:lnTo>
                  <a:lnTo>
                    <a:pt x="272368" y="506752"/>
                  </a:lnTo>
                  <a:lnTo>
                    <a:pt x="277640" y="503229"/>
                  </a:lnTo>
                  <a:lnTo>
                    <a:pt x="283790" y="502642"/>
                  </a:lnTo>
                  <a:lnTo>
                    <a:pt x="289061" y="500293"/>
                  </a:lnTo>
                  <a:lnTo>
                    <a:pt x="296090" y="497944"/>
                  </a:lnTo>
                  <a:lnTo>
                    <a:pt x="300483" y="495596"/>
                  </a:lnTo>
                  <a:lnTo>
                    <a:pt x="307512" y="493247"/>
                  </a:lnTo>
                  <a:lnTo>
                    <a:pt x="314541" y="491485"/>
                  </a:lnTo>
                  <a:lnTo>
                    <a:pt x="318934" y="490311"/>
                  </a:lnTo>
                  <a:lnTo>
                    <a:pt x="325963" y="487962"/>
                  </a:lnTo>
                  <a:lnTo>
                    <a:pt x="331235" y="485613"/>
                  </a:lnTo>
                  <a:lnTo>
                    <a:pt x="337385" y="483264"/>
                  </a:lnTo>
                  <a:lnTo>
                    <a:pt x="344414" y="480916"/>
                  </a:lnTo>
                  <a:lnTo>
                    <a:pt x="348807" y="479154"/>
                  </a:lnTo>
                  <a:lnTo>
                    <a:pt x="354078" y="476804"/>
                  </a:lnTo>
                  <a:lnTo>
                    <a:pt x="359350" y="474457"/>
                  </a:lnTo>
                  <a:lnTo>
                    <a:pt x="366379" y="472108"/>
                  </a:lnTo>
                  <a:lnTo>
                    <a:pt x="370772" y="469759"/>
                  </a:lnTo>
                  <a:lnTo>
                    <a:pt x="376043" y="466823"/>
                  </a:lnTo>
                  <a:lnTo>
                    <a:pt x="381315" y="464474"/>
                  </a:lnTo>
                  <a:lnTo>
                    <a:pt x="385708" y="462125"/>
                  </a:lnTo>
                  <a:lnTo>
                    <a:pt x="390980" y="459777"/>
                  </a:lnTo>
                  <a:lnTo>
                    <a:pt x="396251" y="456841"/>
                  </a:lnTo>
                  <a:lnTo>
                    <a:pt x="400644" y="453317"/>
                  </a:lnTo>
                  <a:lnTo>
                    <a:pt x="405916" y="450968"/>
                  </a:lnTo>
                  <a:lnTo>
                    <a:pt x="411188" y="448620"/>
                  </a:lnTo>
                  <a:lnTo>
                    <a:pt x="416459" y="445684"/>
                  </a:lnTo>
                  <a:lnTo>
                    <a:pt x="420852" y="443335"/>
                  </a:lnTo>
                  <a:lnTo>
                    <a:pt x="426124" y="439812"/>
                  </a:lnTo>
                  <a:lnTo>
                    <a:pt x="429638" y="436298"/>
                  </a:lnTo>
                  <a:lnTo>
                    <a:pt x="433153" y="434527"/>
                  </a:lnTo>
                  <a:lnTo>
                    <a:pt x="437546" y="429829"/>
                  </a:lnTo>
                  <a:lnTo>
                    <a:pt x="441060" y="427481"/>
                  </a:lnTo>
                  <a:lnTo>
                    <a:pt x="444575" y="423370"/>
                  </a:lnTo>
                  <a:lnTo>
                    <a:pt x="448089" y="421021"/>
                  </a:lnTo>
                  <a:lnTo>
                    <a:pt x="450725" y="417498"/>
                  </a:lnTo>
                  <a:lnTo>
                    <a:pt x="455997" y="413974"/>
                  </a:lnTo>
                  <a:lnTo>
                    <a:pt x="457754" y="411039"/>
                  </a:lnTo>
                  <a:lnTo>
                    <a:pt x="461268" y="407525"/>
                  </a:lnTo>
                  <a:lnTo>
                    <a:pt x="464783" y="404010"/>
                  </a:lnTo>
                  <a:lnTo>
                    <a:pt x="466540" y="401057"/>
                  </a:lnTo>
                  <a:lnTo>
                    <a:pt x="469176" y="396359"/>
                  </a:lnTo>
                  <a:lnTo>
                    <a:pt x="470933" y="392836"/>
                  </a:lnTo>
                  <a:lnTo>
                    <a:pt x="474447" y="389900"/>
                  </a:lnTo>
                  <a:lnTo>
                    <a:pt x="477962" y="386385"/>
                  </a:lnTo>
                  <a:lnTo>
                    <a:pt x="479719" y="382853"/>
                  </a:lnTo>
                  <a:lnTo>
                    <a:pt x="481476" y="379330"/>
                  </a:lnTo>
                  <a:lnTo>
                    <a:pt x="483233" y="375220"/>
                  </a:lnTo>
                  <a:lnTo>
                    <a:pt x="484112" y="371697"/>
                  </a:lnTo>
                  <a:lnTo>
                    <a:pt x="485869" y="368173"/>
                  </a:lnTo>
                  <a:lnTo>
                    <a:pt x="487626" y="365237"/>
                  </a:lnTo>
                  <a:lnTo>
                    <a:pt x="489384" y="360540"/>
                  </a:lnTo>
                  <a:lnTo>
                    <a:pt x="491141" y="357017"/>
                  </a:lnTo>
                  <a:lnTo>
                    <a:pt x="491141" y="352906"/>
                  </a:lnTo>
                  <a:lnTo>
                    <a:pt x="492898" y="349383"/>
                  </a:lnTo>
                  <a:lnTo>
                    <a:pt x="492898" y="345860"/>
                  </a:lnTo>
                  <a:lnTo>
                    <a:pt x="494655" y="342924"/>
                  </a:lnTo>
                  <a:lnTo>
                    <a:pt x="496412" y="338226"/>
                  </a:lnTo>
                  <a:lnTo>
                    <a:pt x="496412" y="334703"/>
                  </a:lnTo>
                  <a:lnTo>
                    <a:pt x="498170" y="330593"/>
                  </a:lnTo>
                  <a:lnTo>
                    <a:pt x="498170" y="327069"/>
                  </a:lnTo>
                  <a:lnTo>
                    <a:pt x="498170" y="322959"/>
                  </a:lnTo>
                  <a:lnTo>
                    <a:pt x="498170" y="319436"/>
                  </a:lnTo>
                  <a:lnTo>
                    <a:pt x="498170" y="314738"/>
                  </a:lnTo>
                  <a:lnTo>
                    <a:pt x="499927" y="311802"/>
                  </a:lnTo>
                  <a:lnTo>
                    <a:pt x="499927" y="307105"/>
                  </a:lnTo>
                  <a:lnTo>
                    <a:pt x="499927" y="303582"/>
                  </a:lnTo>
                  <a:lnTo>
                    <a:pt x="499927" y="300646"/>
                  </a:lnTo>
                  <a:lnTo>
                    <a:pt x="499927" y="295948"/>
                  </a:lnTo>
                  <a:lnTo>
                    <a:pt x="498170" y="292425"/>
                  </a:lnTo>
                  <a:lnTo>
                    <a:pt x="498170" y="288314"/>
                  </a:lnTo>
                  <a:lnTo>
                    <a:pt x="498170" y="284791"/>
                  </a:lnTo>
                  <a:lnTo>
                    <a:pt x="498170" y="280094"/>
                  </a:lnTo>
                  <a:lnTo>
                    <a:pt x="496412" y="277158"/>
                  </a:lnTo>
                  <a:lnTo>
                    <a:pt x="496412" y="272460"/>
                  </a:lnTo>
                  <a:lnTo>
                    <a:pt x="496412" y="268937"/>
                  </a:lnTo>
                  <a:lnTo>
                    <a:pt x="496412" y="266001"/>
                  </a:lnTo>
                  <a:lnTo>
                    <a:pt x="494655" y="261303"/>
                  </a:lnTo>
                  <a:lnTo>
                    <a:pt x="492898" y="257780"/>
                  </a:lnTo>
                  <a:lnTo>
                    <a:pt x="491141" y="253670"/>
                  </a:lnTo>
                  <a:lnTo>
                    <a:pt x="491141" y="250146"/>
                  </a:lnTo>
                  <a:lnTo>
                    <a:pt x="489384" y="245448"/>
                  </a:lnTo>
                  <a:lnTo>
                    <a:pt x="489384" y="242513"/>
                  </a:lnTo>
                  <a:lnTo>
                    <a:pt x="487626" y="238990"/>
                  </a:lnTo>
                  <a:lnTo>
                    <a:pt x="485869" y="235466"/>
                  </a:lnTo>
                  <a:lnTo>
                    <a:pt x="484112" y="231356"/>
                  </a:lnTo>
                  <a:lnTo>
                    <a:pt x="484112" y="227833"/>
                  </a:lnTo>
                  <a:lnTo>
                    <a:pt x="483233" y="224310"/>
                  </a:lnTo>
                  <a:lnTo>
                    <a:pt x="481476" y="220199"/>
                  </a:lnTo>
                  <a:lnTo>
                    <a:pt x="479719" y="216676"/>
                  </a:lnTo>
                  <a:lnTo>
                    <a:pt x="477962" y="213152"/>
                  </a:lnTo>
                  <a:lnTo>
                    <a:pt x="476205" y="210217"/>
                  </a:lnTo>
                  <a:lnTo>
                    <a:pt x="474447" y="206694"/>
                  </a:lnTo>
                  <a:lnTo>
                    <a:pt x="472690" y="201996"/>
                  </a:lnTo>
                  <a:lnTo>
                    <a:pt x="470933" y="199060"/>
                  </a:lnTo>
                  <a:lnTo>
                    <a:pt x="469176" y="195537"/>
                  </a:lnTo>
                  <a:lnTo>
                    <a:pt x="467418" y="192014"/>
                  </a:lnTo>
                  <a:lnTo>
                    <a:pt x="466540" y="187903"/>
                  </a:lnTo>
                  <a:lnTo>
                    <a:pt x="464783" y="184380"/>
                  </a:lnTo>
                  <a:lnTo>
                    <a:pt x="463025" y="180856"/>
                  </a:lnTo>
                  <a:lnTo>
                    <a:pt x="461268" y="177921"/>
                  </a:lnTo>
                  <a:lnTo>
                    <a:pt x="459511" y="174398"/>
                  </a:lnTo>
                  <a:lnTo>
                    <a:pt x="457754" y="170874"/>
                  </a:lnTo>
                  <a:lnTo>
                    <a:pt x="455997" y="167351"/>
                  </a:lnTo>
                  <a:lnTo>
                    <a:pt x="454239" y="164415"/>
                  </a:lnTo>
                  <a:lnTo>
                    <a:pt x="452482" y="159718"/>
                  </a:lnTo>
                  <a:lnTo>
                    <a:pt x="450725" y="157369"/>
                  </a:lnTo>
                  <a:lnTo>
                    <a:pt x="449846" y="154433"/>
                  </a:lnTo>
                  <a:lnTo>
                    <a:pt x="448089" y="150910"/>
                  </a:lnTo>
                  <a:lnTo>
                    <a:pt x="446332" y="146212"/>
                  </a:lnTo>
                  <a:lnTo>
                    <a:pt x="444575" y="143276"/>
                  </a:lnTo>
                  <a:lnTo>
                    <a:pt x="442817" y="140927"/>
                  </a:lnTo>
                  <a:lnTo>
                    <a:pt x="441060" y="137404"/>
                  </a:lnTo>
                  <a:lnTo>
                    <a:pt x="439303" y="133881"/>
                  </a:lnTo>
                  <a:lnTo>
                    <a:pt x="437546" y="130945"/>
                  </a:lnTo>
                  <a:lnTo>
                    <a:pt x="435789" y="127422"/>
                  </a:lnTo>
                  <a:lnTo>
                    <a:pt x="434031" y="125073"/>
                  </a:lnTo>
                  <a:lnTo>
                    <a:pt x="433153" y="122137"/>
                  </a:lnTo>
                  <a:lnTo>
                    <a:pt x="431396" y="118614"/>
                  </a:lnTo>
                  <a:lnTo>
                    <a:pt x="431396" y="115091"/>
                  </a:lnTo>
                  <a:lnTo>
                    <a:pt x="429638" y="112742"/>
                  </a:lnTo>
                  <a:lnTo>
                    <a:pt x="427881" y="109806"/>
                  </a:lnTo>
                  <a:lnTo>
                    <a:pt x="426124" y="106283"/>
                  </a:lnTo>
                  <a:lnTo>
                    <a:pt x="424367" y="103934"/>
                  </a:lnTo>
                  <a:lnTo>
                    <a:pt x="424367" y="101585"/>
                  </a:lnTo>
                  <a:lnTo>
                    <a:pt x="422610" y="98649"/>
                  </a:lnTo>
                  <a:lnTo>
                    <a:pt x="420852" y="95126"/>
                  </a:lnTo>
                  <a:lnTo>
                    <a:pt x="419095" y="91603"/>
                  </a:lnTo>
                  <a:lnTo>
                    <a:pt x="419095" y="89254"/>
                  </a:lnTo>
                  <a:lnTo>
                    <a:pt x="417338" y="87497"/>
                  </a:lnTo>
                  <a:lnTo>
                    <a:pt x="416459" y="85143"/>
                  </a:lnTo>
                  <a:lnTo>
                    <a:pt x="414702" y="81620"/>
                  </a:lnTo>
                  <a:lnTo>
                    <a:pt x="414702" y="79271"/>
                  </a:lnTo>
                  <a:lnTo>
                    <a:pt x="412945" y="76923"/>
                  </a:lnTo>
                  <a:lnTo>
                    <a:pt x="411188" y="73987"/>
                  </a:lnTo>
                  <a:lnTo>
                    <a:pt x="411188" y="71638"/>
                  </a:lnTo>
                  <a:lnTo>
                    <a:pt x="409430" y="69289"/>
                  </a:lnTo>
                  <a:lnTo>
                    <a:pt x="407673" y="65179"/>
                  </a:lnTo>
                  <a:lnTo>
                    <a:pt x="405916" y="60481"/>
                  </a:lnTo>
                  <a:lnTo>
                    <a:pt x="404159" y="55783"/>
                  </a:lnTo>
                  <a:lnTo>
                    <a:pt x="402402" y="52847"/>
                  </a:lnTo>
                  <a:lnTo>
                    <a:pt x="400644" y="49324"/>
                  </a:lnTo>
                  <a:lnTo>
                    <a:pt x="400644" y="44627"/>
                  </a:lnTo>
                  <a:lnTo>
                    <a:pt x="399766" y="41691"/>
                  </a:lnTo>
                  <a:lnTo>
                    <a:pt x="399766" y="38167"/>
                  </a:lnTo>
                  <a:lnTo>
                    <a:pt x="399766" y="35819"/>
                  </a:lnTo>
                  <a:lnTo>
                    <a:pt x="399766" y="33470"/>
                  </a:lnTo>
                  <a:lnTo>
                    <a:pt x="399766" y="30534"/>
                  </a:lnTo>
                  <a:lnTo>
                    <a:pt x="399766" y="28185"/>
                  </a:lnTo>
                  <a:lnTo>
                    <a:pt x="399766" y="25836"/>
                  </a:lnTo>
                  <a:lnTo>
                    <a:pt x="399766" y="23487"/>
                  </a:lnTo>
                  <a:lnTo>
                    <a:pt x="400644" y="19377"/>
                  </a:lnTo>
                  <a:lnTo>
                    <a:pt x="404159" y="15862"/>
                  </a:lnTo>
                  <a:lnTo>
                    <a:pt x="407673" y="12348"/>
                  </a:lnTo>
                  <a:lnTo>
                    <a:pt x="412945" y="9982"/>
                  </a:lnTo>
                  <a:lnTo>
                    <a:pt x="417338" y="8220"/>
                  </a:lnTo>
                  <a:lnTo>
                    <a:pt x="422610" y="5871"/>
                  </a:lnTo>
                  <a:lnTo>
                    <a:pt x="427881" y="3523"/>
                  </a:lnTo>
                  <a:lnTo>
                    <a:pt x="435789" y="2348"/>
                  </a:lnTo>
                  <a:lnTo>
                    <a:pt x="437546" y="2348"/>
                  </a:lnTo>
                  <a:lnTo>
                    <a:pt x="441060" y="2348"/>
                  </a:lnTo>
                  <a:lnTo>
                    <a:pt x="444575" y="1174"/>
                  </a:lnTo>
                  <a:lnTo>
                    <a:pt x="449846" y="1174"/>
                  </a:lnTo>
                  <a:lnTo>
                    <a:pt x="450725" y="0"/>
                  </a:lnTo>
                  <a:lnTo>
                    <a:pt x="455997" y="0"/>
                  </a:lnTo>
                  <a:lnTo>
                    <a:pt x="457754" y="0"/>
                  </a:lnTo>
                  <a:lnTo>
                    <a:pt x="463025" y="0"/>
                  </a:lnTo>
                  <a:lnTo>
                    <a:pt x="467418" y="0"/>
                  </a:lnTo>
                  <a:lnTo>
                    <a:pt x="474447" y="0"/>
                  </a:lnTo>
                  <a:close/>
                </a:path>
              </a:pathLst>
            </a:custGeom>
            <a:solidFill>
              <a:srgbClr val="3399FF"/>
            </a:solidFill>
            <a:ln>
              <a:noFill/>
            </a:ln>
            <a:effectLst/>
          </p:spPr>
          <p:txBody>
            <a:bodyPr vert="horz" wrap="square" lIns="0" tIns="0" rIns="3810" bIns="2540" numCol="1" spcCol="215900" anchor="t"/>
            <a:lstStyle/>
            <a:p>
              <a:pPr/>
              <a:endParaRPr lang="en-us" cap="none"/>
            </a:p>
          </p:txBody>
        </p:sp>
        <p:sp>
          <p:nvSpPr>
            <p:cNvPr id="8" name="Text Box 19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k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AYAAMMMAADPCAAAZg8AAAAgAAAmAAAACAAAAP//////////"/>
                </a:ext>
              </a:extLst>
            </p:cNvSpPr>
            <p:nvPr/>
          </p:nvSpPr>
          <p:spPr>
            <a:xfrm>
              <a:off x="1003300" y="2074545"/>
              <a:ext cx="428625" cy="428625"/>
            </a:xfrm>
            <a:prstGeom prst="rect">
              <a:avLst/>
            </a:prstGeom>
            <a:noFill/>
            <a:ln>
              <a:noFill/>
            </a:ln>
            <a:effectLst/>
          </p:spPr>
          <p:txBody>
            <a:bodyPr vert="horz" wrap="none" lIns="91440" tIns="45720" rIns="91440" bIns="45720" numCol="1" spcCol="215900" anchor="t"/>
            <a:lstStyle/>
            <a:p>
              <a:pPr/>
              <a:r>
                <a:rPr lang="en-us" sz="3200" b="1" cap="none"/>
                <a:t>5</a:t>
              </a:r>
              <a:endParaRPr lang="en-us" sz="3200" b="1" cap="none"/>
            </a:p>
          </p:txBody>
        </p:sp>
        <p:sp>
          <p:nvSpPr>
            <p:cNvPr id="7" name="Freeform 196"/>
            <p:cNvSpPr>
              <a:extLst>
                <a:ext uri="smNativeData">
                  <pr:smNativeData xmlns:pr="smNativeData" xmlns="smNativeData" val="SMDATA_15_VcZhaRMAAAAlAAAACwAAAA0AAAAAAAAAAAAAAAAGAAAAAw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wAAAP8AAAAt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k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KAUAAEAKAAAjCgAAkQoAAAAAAAAmAAAACAAAAP//////////"/>
                </a:ext>
              </a:extLst>
            </p:cNvSpPr>
            <p:nvPr/>
          </p:nvSpPr>
          <p:spPr>
            <a:xfrm>
              <a:off x="838200" y="1666240"/>
              <a:ext cx="809625" cy="51435"/>
            </a:xfrm>
            <a:custGeom>
              <a:avLst/>
              <a:gdLst/>
              <a:ahLst/>
              <a:cxnLst/>
              <a:rect l="0" t="0" r="809625" b="51435"/>
              <a:pathLst>
                <a:path w="809625" h="51435">
                  <a:moveTo>
                    <a:pt x="0" y="0"/>
                  </a:moveTo>
                  <a:cubicBezTo>
                    <a:pt x="129961" y="24548"/>
                    <a:pt x="261679" y="49097"/>
                    <a:pt x="396909" y="50266"/>
                  </a:cubicBezTo>
                  <a:cubicBezTo>
                    <a:pt x="532139" y="51435"/>
                    <a:pt x="670882" y="28055"/>
                    <a:pt x="809625" y="5844"/>
                  </a:cubicBezTo>
                </a:path>
              </a:pathLst>
            </a:custGeom>
            <a:noFill/>
            <a:ln w="28575" cap="flat" cmpd="sng" algn="ctr">
              <a:solidFill>
                <a:srgbClr val="FF0000"/>
              </a:solidFill>
              <a:prstDash val="dash"/>
              <a:headEnd type="none"/>
              <a:tailEnd type="none"/>
            </a:ln>
            <a:effectLst/>
          </p:spPr>
          <p:txBody>
            <a:bodyPr vert="horz" wrap="square" lIns="0" tIns="0" rIns="3810" bIns="1905" numCol="1" spcCol="215900" anchor="t"/>
            <a:lstStyle/>
            <a:p>
              <a:pPr/>
              <a:endParaRPr lang="en-us" cap="none"/>
            </a:p>
          </p:txBody>
        </p:sp>
      </p:grpSp>
      <p:grpSp>
        <p:nvGrpSpPr>
          <p:cNvPr id="23" name="Group 197"/>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HkNAAAMCQAAmBMAALgRAAAQAAAAJgAAAAgAAAD/////AAAAAA=="/>
              </a:ext>
            </a:extLst>
          </p:cNvGrpSpPr>
          <p:nvPr/>
        </p:nvGrpSpPr>
        <p:grpSpPr>
          <a:xfrm>
            <a:off x="2190115" y="1470660"/>
            <a:ext cx="995045" cy="1409700"/>
            <a:chOff x="2190115" y="1470660"/>
            <a:chExt cx="995045" cy="1409700"/>
          </a:xfrm>
        </p:grpSpPr>
        <p:sp>
          <p:nvSpPr>
            <p:cNvPr id="39" name="Freeform 198"/>
            <p:cNvSpPr>
              <a:extLst>
                <a:ext uri="smNativeData">
                  <pr:smNativeData xmlns:pr="smNativeData" xmlns="smNativeData" val="SMDATA_15_VcZhaRMAAAAlAAAACwAAAA0AAAAAAAAAAAAAAAAIAAAABQAAAAAAAAAAAAAAAAAAAAEAAABQAAAAAAAAAAAA4D8AAAAAAADgPwAAAAAAAOA/AAAAAAAA4D8AAAAAAADgPwAAAAAAAOA/AAAAAAAA4D8AAAAAAADgPwAAAAAAAOA/AAAAAAAA4D8CAAAAjAAAAAEAAAAAAAAAAGb/AP///wgAAAAAAAAAAAAAAAAAAAAAAAAAAAAAAAAAAAAAeAAAAAEAAABAAAAAAAAAAAAAAABaAAAAAAAAAAAAAAAAAAAAAAAAAAAAAAAAAAAAAAAAAAAAAAAAAAAAAAAAAAAAAAAAAAAAAAAAAAAAAAAAAAAAAAAAAAAAAAAAAAAAFAAAADwAAAABAAAAAAAAAAAAAAk8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Gb/AP///wEAAAAAAAAAAAAAAAAAAAAAAAAAAAAAAAAAAAAAAAAAAAAAAAJ/f38AH0l9A8zMzADAwP8Af39/AAAAAAAAAAAAAAAAAAAAAAAAAAAAIQAAABgAAAAUAAAAeQ0AAO0JAACYEwAAuBEAAAAAAAAmAAAACAAAAP//////////"/>
                </a:ext>
              </a:extLst>
            </p:cNvSpPr>
            <p:nvPr/>
          </p:nvSpPr>
          <p:spPr>
            <a:xfrm>
              <a:off x="2190115" y="1613535"/>
              <a:ext cx="995045" cy="1266825"/>
            </a:xfrm>
            <a:custGeom>
              <a:avLst/>
              <a:gdLst/>
              <a:ahLst/>
              <a:cxnLst/>
              <a:rect l="0" t="0" r="995045" b="1266825"/>
              <a:pathLst>
                <a:path w="995045" h="1266825">
                  <a:moveTo>
                    <a:pt x="260593" y="11176"/>
                  </a:moveTo>
                  <a:lnTo>
                    <a:pt x="260593" y="13411"/>
                  </a:lnTo>
                  <a:lnTo>
                    <a:pt x="260593" y="14529"/>
                  </a:lnTo>
                  <a:lnTo>
                    <a:pt x="261707" y="16764"/>
                  </a:lnTo>
                  <a:lnTo>
                    <a:pt x="261707" y="18999"/>
                  </a:lnTo>
                  <a:lnTo>
                    <a:pt x="261707" y="21793"/>
                  </a:lnTo>
                  <a:lnTo>
                    <a:pt x="261707" y="24028"/>
                  </a:lnTo>
                  <a:lnTo>
                    <a:pt x="261707" y="26264"/>
                  </a:lnTo>
                  <a:lnTo>
                    <a:pt x="261707" y="29616"/>
                  </a:lnTo>
                  <a:lnTo>
                    <a:pt x="261707" y="33528"/>
                  </a:lnTo>
                  <a:lnTo>
                    <a:pt x="261707" y="36881"/>
                  </a:lnTo>
                  <a:lnTo>
                    <a:pt x="262821" y="40234"/>
                  </a:lnTo>
                  <a:lnTo>
                    <a:pt x="262821" y="42469"/>
                  </a:lnTo>
                  <a:lnTo>
                    <a:pt x="262821" y="44146"/>
                  </a:lnTo>
                  <a:lnTo>
                    <a:pt x="262821" y="46381"/>
                  </a:lnTo>
                  <a:lnTo>
                    <a:pt x="262821" y="48616"/>
                  </a:lnTo>
                  <a:lnTo>
                    <a:pt x="262821" y="53087"/>
                  </a:lnTo>
                  <a:lnTo>
                    <a:pt x="262821" y="56998"/>
                  </a:lnTo>
                  <a:lnTo>
                    <a:pt x="262821" y="59233"/>
                  </a:lnTo>
                  <a:lnTo>
                    <a:pt x="262821" y="61469"/>
                  </a:lnTo>
                  <a:lnTo>
                    <a:pt x="262821" y="63704"/>
                  </a:lnTo>
                  <a:lnTo>
                    <a:pt x="262821" y="66498"/>
                  </a:lnTo>
                  <a:lnTo>
                    <a:pt x="262821" y="68733"/>
                  </a:lnTo>
                  <a:lnTo>
                    <a:pt x="262821" y="70969"/>
                  </a:lnTo>
                  <a:lnTo>
                    <a:pt x="262821" y="73204"/>
                  </a:lnTo>
                  <a:lnTo>
                    <a:pt x="262821" y="75439"/>
                  </a:lnTo>
                  <a:lnTo>
                    <a:pt x="262821" y="77115"/>
                  </a:lnTo>
                  <a:lnTo>
                    <a:pt x="262821" y="80468"/>
                  </a:lnTo>
                  <a:lnTo>
                    <a:pt x="262821" y="82704"/>
                  </a:lnTo>
                  <a:lnTo>
                    <a:pt x="262821" y="84939"/>
                  </a:lnTo>
                  <a:lnTo>
                    <a:pt x="262821" y="87733"/>
                  </a:lnTo>
                  <a:lnTo>
                    <a:pt x="262821" y="89968"/>
                  </a:lnTo>
                  <a:lnTo>
                    <a:pt x="261707" y="92203"/>
                  </a:lnTo>
                  <a:lnTo>
                    <a:pt x="261707" y="95556"/>
                  </a:lnTo>
                  <a:lnTo>
                    <a:pt x="261707" y="97233"/>
                  </a:lnTo>
                  <a:lnTo>
                    <a:pt x="261707" y="99468"/>
                  </a:lnTo>
                  <a:lnTo>
                    <a:pt x="261707" y="101703"/>
                  </a:lnTo>
                  <a:lnTo>
                    <a:pt x="261707" y="105056"/>
                  </a:lnTo>
                  <a:lnTo>
                    <a:pt x="260593" y="107291"/>
                  </a:lnTo>
                  <a:lnTo>
                    <a:pt x="260593" y="108968"/>
                  </a:lnTo>
                  <a:lnTo>
                    <a:pt x="260593" y="112321"/>
                  </a:lnTo>
                  <a:lnTo>
                    <a:pt x="260593" y="114556"/>
                  </a:lnTo>
                  <a:lnTo>
                    <a:pt x="259479" y="116791"/>
                  </a:lnTo>
                  <a:lnTo>
                    <a:pt x="259479" y="119585"/>
                  </a:lnTo>
                  <a:lnTo>
                    <a:pt x="259479" y="121820"/>
                  </a:lnTo>
                  <a:lnTo>
                    <a:pt x="259479" y="125173"/>
                  </a:lnTo>
                  <a:lnTo>
                    <a:pt x="258366" y="126286"/>
                  </a:lnTo>
                  <a:lnTo>
                    <a:pt x="258366" y="129085"/>
                  </a:lnTo>
                  <a:lnTo>
                    <a:pt x="257252" y="131319"/>
                  </a:lnTo>
                  <a:lnTo>
                    <a:pt x="257252" y="133554"/>
                  </a:lnTo>
                  <a:lnTo>
                    <a:pt x="256138" y="135791"/>
                  </a:lnTo>
                  <a:lnTo>
                    <a:pt x="256138" y="138026"/>
                  </a:lnTo>
                  <a:lnTo>
                    <a:pt x="255024" y="139702"/>
                  </a:lnTo>
                  <a:lnTo>
                    <a:pt x="255024" y="141938"/>
                  </a:lnTo>
                  <a:lnTo>
                    <a:pt x="253911" y="144173"/>
                  </a:lnTo>
                  <a:lnTo>
                    <a:pt x="252798" y="146408"/>
                  </a:lnTo>
                  <a:lnTo>
                    <a:pt x="252240" y="148643"/>
                  </a:lnTo>
                  <a:lnTo>
                    <a:pt x="252240" y="150320"/>
                  </a:lnTo>
                  <a:lnTo>
                    <a:pt x="251126" y="152555"/>
                  </a:lnTo>
                  <a:lnTo>
                    <a:pt x="251126" y="154790"/>
                  </a:lnTo>
                  <a:lnTo>
                    <a:pt x="250014" y="158143"/>
                  </a:lnTo>
                  <a:lnTo>
                    <a:pt x="250014" y="160378"/>
                  </a:lnTo>
                  <a:lnTo>
                    <a:pt x="247786" y="163172"/>
                  </a:lnTo>
                  <a:lnTo>
                    <a:pt x="246673" y="167642"/>
                  </a:lnTo>
                  <a:lnTo>
                    <a:pt x="245559" y="169877"/>
                  </a:lnTo>
                  <a:lnTo>
                    <a:pt x="244445" y="171555"/>
                  </a:lnTo>
                  <a:lnTo>
                    <a:pt x="243332" y="173790"/>
                  </a:lnTo>
                  <a:lnTo>
                    <a:pt x="243332" y="176025"/>
                  </a:lnTo>
                  <a:lnTo>
                    <a:pt x="242218" y="178260"/>
                  </a:lnTo>
                  <a:lnTo>
                    <a:pt x="241104" y="180496"/>
                  </a:lnTo>
                  <a:lnTo>
                    <a:pt x="240548" y="182172"/>
                  </a:lnTo>
                  <a:lnTo>
                    <a:pt x="240548" y="185525"/>
                  </a:lnTo>
                  <a:lnTo>
                    <a:pt x="239434" y="186639"/>
                  </a:lnTo>
                  <a:lnTo>
                    <a:pt x="238319" y="188878"/>
                  </a:lnTo>
                  <a:lnTo>
                    <a:pt x="237207" y="191113"/>
                  </a:lnTo>
                  <a:lnTo>
                    <a:pt x="237207" y="193907"/>
                  </a:lnTo>
                  <a:lnTo>
                    <a:pt x="234978" y="197260"/>
                  </a:lnTo>
                  <a:lnTo>
                    <a:pt x="232752" y="201730"/>
                  </a:lnTo>
                  <a:lnTo>
                    <a:pt x="231638" y="203407"/>
                  </a:lnTo>
                  <a:lnTo>
                    <a:pt x="230525" y="205642"/>
                  </a:lnTo>
                  <a:lnTo>
                    <a:pt x="229968" y="207877"/>
                  </a:lnTo>
                  <a:lnTo>
                    <a:pt x="228854" y="210113"/>
                  </a:lnTo>
                  <a:lnTo>
                    <a:pt x="227741" y="212348"/>
                  </a:lnTo>
                  <a:lnTo>
                    <a:pt x="226627" y="214023"/>
                  </a:lnTo>
                  <a:lnTo>
                    <a:pt x="226627" y="216259"/>
                  </a:lnTo>
                  <a:lnTo>
                    <a:pt x="225513" y="218495"/>
                  </a:lnTo>
                  <a:lnTo>
                    <a:pt x="224400" y="220729"/>
                  </a:lnTo>
                  <a:lnTo>
                    <a:pt x="223286" y="224083"/>
                  </a:lnTo>
                  <a:lnTo>
                    <a:pt x="222172" y="225759"/>
                  </a:lnTo>
                  <a:lnTo>
                    <a:pt x="221059" y="227994"/>
                  </a:lnTo>
                  <a:lnTo>
                    <a:pt x="219945" y="230230"/>
                  </a:lnTo>
                  <a:lnTo>
                    <a:pt x="219388" y="232465"/>
                  </a:lnTo>
                  <a:lnTo>
                    <a:pt x="218275" y="234700"/>
                  </a:lnTo>
                  <a:lnTo>
                    <a:pt x="217161" y="236377"/>
                  </a:lnTo>
                  <a:lnTo>
                    <a:pt x="216047" y="239730"/>
                  </a:lnTo>
                  <a:lnTo>
                    <a:pt x="214934" y="241965"/>
                  </a:lnTo>
                  <a:lnTo>
                    <a:pt x="213820" y="244200"/>
                  </a:lnTo>
                  <a:lnTo>
                    <a:pt x="212706" y="246994"/>
                  </a:lnTo>
                  <a:lnTo>
                    <a:pt x="211593" y="249229"/>
                  </a:lnTo>
                  <a:lnTo>
                    <a:pt x="210479" y="251464"/>
                  </a:lnTo>
                  <a:lnTo>
                    <a:pt x="209365" y="253699"/>
                  </a:lnTo>
                  <a:lnTo>
                    <a:pt x="208809" y="256494"/>
                  </a:lnTo>
                  <a:lnTo>
                    <a:pt x="207694" y="258729"/>
                  </a:lnTo>
                  <a:lnTo>
                    <a:pt x="206580" y="260964"/>
                  </a:lnTo>
                  <a:lnTo>
                    <a:pt x="205468" y="264317"/>
                  </a:lnTo>
                  <a:lnTo>
                    <a:pt x="204354" y="266552"/>
                  </a:lnTo>
                  <a:lnTo>
                    <a:pt x="203239" y="269347"/>
                  </a:lnTo>
                  <a:lnTo>
                    <a:pt x="202127" y="271582"/>
                  </a:lnTo>
                  <a:lnTo>
                    <a:pt x="201013" y="273817"/>
                  </a:lnTo>
                  <a:lnTo>
                    <a:pt x="199898" y="277170"/>
                  </a:lnTo>
                  <a:lnTo>
                    <a:pt x="198786" y="278846"/>
                  </a:lnTo>
                  <a:lnTo>
                    <a:pt x="198229" y="282199"/>
                  </a:lnTo>
                  <a:lnTo>
                    <a:pt x="197115" y="284434"/>
                  </a:lnTo>
                  <a:lnTo>
                    <a:pt x="196002" y="287787"/>
                  </a:lnTo>
                  <a:lnTo>
                    <a:pt x="194888" y="289464"/>
                  </a:lnTo>
                  <a:lnTo>
                    <a:pt x="193774" y="292817"/>
                  </a:lnTo>
                  <a:lnTo>
                    <a:pt x="192661" y="296169"/>
                  </a:lnTo>
                  <a:lnTo>
                    <a:pt x="191547" y="298405"/>
                  </a:lnTo>
                  <a:lnTo>
                    <a:pt x="190433" y="301198"/>
                  </a:lnTo>
                  <a:lnTo>
                    <a:pt x="189320" y="304551"/>
                  </a:lnTo>
                  <a:lnTo>
                    <a:pt x="188206" y="306786"/>
                  </a:lnTo>
                  <a:lnTo>
                    <a:pt x="187649" y="310139"/>
                  </a:lnTo>
                  <a:lnTo>
                    <a:pt x="186536" y="312934"/>
                  </a:lnTo>
                  <a:lnTo>
                    <a:pt x="185422" y="316287"/>
                  </a:lnTo>
                  <a:lnTo>
                    <a:pt x="184308" y="318522"/>
                  </a:lnTo>
                  <a:lnTo>
                    <a:pt x="183195" y="321316"/>
                  </a:lnTo>
                  <a:lnTo>
                    <a:pt x="182081" y="324669"/>
                  </a:lnTo>
                  <a:lnTo>
                    <a:pt x="180967" y="328022"/>
                  </a:lnTo>
                  <a:lnTo>
                    <a:pt x="179854" y="330257"/>
                  </a:lnTo>
                  <a:lnTo>
                    <a:pt x="178740" y="334169"/>
                  </a:lnTo>
                  <a:lnTo>
                    <a:pt x="177626" y="336404"/>
                  </a:lnTo>
                  <a:lnTo>
                    <a:pt x="177070" y="339757"/>
                  </a:lnTo>
                  <a:lnTo>
                    <a:pt x="175955" y="342551"/>
                  </a:lnTo>
                  <a:lnTo>
                    <a:pt x="174842" y="345904"/>
                  </a:lnTo>
                  <a:lnTo>
                    <a:pt x="173729" y="349257"/>
                  </a:lnTo>
                  <a:lnTo>
                    <a:pt x="172614" y="352609"/>
                  </a:lnTo>
                  <a:lnTo>
                    <a:pt x="170388" y="355403"/>
                  </a:lnTo>
                  <a:lnTo>
                    <a:pt x="169274" y="358756"/>
                  </a:lnTo>
                  <a:lnTo>
                    <a:pt x="168159" y="362109"/>
                  </a:lnTo>
                  <a:lnTo>
                    <a:pt x="167047" y="364903"/>
                  </a:lnTo>
                  <a:lnTo>
                    <a:pt x="165376" y="368256"/>
                  </a:lnTo>
                  <a:lnTo>
                    <a:pt x="164263" y="371609"/>
                  </a:lnTo>
                  <a:lnTo>
                    <a:pt x="163149" y="374403"/>
                  </a:lnTo>
                  <a:lnTo>
                    <a:pt x="162035" y="377756"/>
                  </a:lnTo>
                  <a:lnTo>
                    <a:pt x="159808" y="381109"/>
                  </a:lnTo>
                  <a:lnTo>
                    <a:pt x="158694" y="384462"/>
                  </a:lnTo>
                  <a:lnTo>
                    <a:pt x="157581" y="387256"/>
                  </a:lnTo>
                  <a:lnTo>
                    <a:pt x="155353" y="391726"/>
                  </a:lnTo>
                  <a:lnTo>
                    <a:pt x="154797" y="395079"/>
                  </a:lnTo>
                  <a:lnTo>
                    <a:pt x="153683" y="397873"/>
                  </a:lnTo>
                  <a:lnTo>
                    <a:pt x="151456" y="401226"/>
                  </a:lnTo>
                  <a:lnTo>
                    <a:pt x="150342" y="404579"/>
                  </a:lnTo>
                  <a:lnTo>
                    <a:pt x="148115" y="408490"/>
                  </a:lnTo>
                  <a:lnTo>
                    <a:pt x="147001" y="411843"/>
                  </a:lnTo>
                  <a:lnTo>
                    <a:pt x="144774" y="415196"/>
                  </a:lnTo>
                  <a:lnTo>
                    <a:pt x="144216" y="417990"/>
                  </a:lnTo>
                  <a:lnTo>
                    <a:pt x="141990" y="421343"/>
                  </a:lnTo>
                  <a:lnTo>
                    <a:pt x="140875" y="425814"/>
                  </a:lnTo>
                  <a:lnTo>
                    <a:pt x="138649" y="428608"/>
                  </a:lnTo>
                  <a:lnTo>
                    <a:pt x="137534" y="431961"/>
                  </a:lnTo>
                  <a:lnTo>
                    <a:pt x="135308" y="436431"/>
                  </a:lnTo>
                  <a:lnTo>
                    <a:pt x="134194" y="439225"/>
                  </a:lnTo>
                  <a:lnTo>
                    <a:pt x="132524" y="442578"/>
                  </a:lnTo>
                  <a:lnTo>
                    <a:pt x="130296" y="445931"/>
                  </a:lnTo>
                  <a:lnTo>
                    <a:pt x="128069" y="449843"/>
                  </a:lnTo>
                  <a:lnTo>
                    <a:pt x="126955" y="453195"/>
                  </a:lnTo>
                  <a:lnTo>
                    <a:pt x="124728" y="457666"/>
                  </a:lnTo>
                  <a:lnTo>
                    <a:pt x="123058" y="460460"/>
                  </a:lnTo>
                  <a:lnTo>
                    <a:pt x="120830" y="463813"/>
                  </a:lnTo>
                  <a:lnTo>
                    <a:pt x="119717" y="468283"/>
                  </a:lnTo>
                  <a:lnTo>
                    <a:pt x="117489" y="471077"/>
                  </a:lnTo>
                  <a:lnTo>
                    <a:pt x="115262" y="474430"/>
                  </a:lnTo>
                  <a:lnTo>
                    <a:pt x="113035" y="478901"/>
                  </a:lnTo>
                  <a:lnTo>
                    <a:pt x="111364" y="481695"/>
                  </a:lnTo>
                  <a:lnTo>
                    <a:pt x="109136" y="485048"/>
                  </a:lnTo>
                  <a:lnTo>
                    <a:pt x="106910" y="488400"/>
                  </a:lnTo>
                  <a:lnTo>
                    <a:pt x="104682" y="492312"/>
                  </a:lnTo>
                  <a:lnTo>
                    <a:pt x="102455" y="495665"/>
                  </a:lnTo>
                  <a:lnTo>
                    <a:pt x="100785" y="500136"/>
                  </a:lnTo>
                  <a:lnTo>
                    <a:pt x="98557" y="502930"/>
                  </a:lnTo>
                  <a:lnTo>
                    <a:pt x="96330" y="507400"/>
                  </a:lnTo>
                  <a:lnTo>
                    <a:pt x="94103" y="510753"/>
                  </a:lnTo>
                  <a:lnTo>
                    <a:pt x="91876" y="514665"/>
                  </a:lnTo>
                  <a:lnTo>
                    <a:pt x="90205" y="518017"/>
                  </a:lnTo>
                  <a:lnTo>
                    <a:pt x="87978" y="522488"/>
                  </a:lnTo>
                  <a:lnTo>
                    <a:pt x="85750" y="526400"/>
                  </a:lnTo>
                  <a:lnTo>
                    <a:pt x="83523" y="529753"/>
                  </a:lnTo>
                  <a:lnTo>
                    <a:pt x="81296" y="533105"/>
                  </a:lnTo>
                  <a:lnTo>
                    <a:pt x="78511" y="537017"/>
                  </a:lnTo>
                  <a:lnTo>
                    <a:pt x="76284" y="541488"/>
                  </a:lnTo>
                  <a:lnTo>
                    <a:pt x="74057" y="544282"/>
                  </a:lnTo>
                  <a:lnTo>
                    <a:pt x="71830" y="548752"/>
                  </a:lnTo>
                  <a:lnTo>
                    <a:pt x="69603" y="553223"/>
                  </a:lnTo>
                  <a:lnTo>
                    <a:pt x="67932" y="557134"/>
                  </a:lnTo>
                  <a:lnTo>
                    <a:pt x="65705" y="560487"/>
                  </a:lnTo>
                  <a:lnTo>
                    <a:pt x="62364" y="564958"/>
                  </a:lnTo>
                  <a:lnTo>
                    <a:pt x="61250" y="568869"/>
                  </a:lnTo>
                  <a:lnTo>
                    <a:pt x="59023" y="573340"/>
                  </a:lnTo>
                  <a:lnTo>
                    <a:pt x="57352" y="576693"/>
                  </a:lnTo>
                  <a:lnTo>
                    <a:pt x="55125" y="581722"/>
                  </a:lnTo>
                  <a:lnTo>
                    <a:pt x="52898" y="585075"/>
                  </a:lnTo>
                  <a:lnTo>
                    <a:pt x="50671" y="590104"/>
                  </a:lnTo>
                  <a:lnTo>
                    <a:pt x="48443" y="593457"/>
                  </a:lnTo>
                  <a:lnTo>
                    <a:pt x="46773" y="597927"/>
                  </a:lnTo>
                  <a:lnTo>
                    <a:pt x="44545" y="601839"/>
                  </a:lnTo>
                  <a:lnTo>
                    <a:pt x="42318" y="607427"/>
                  </a:lnTo>
                  <a:lnTo>
                    <a:pt x="40091" y="611339"/>
                  </a:lnTo>
                  <a:lnTo>
                    <a:pt x="38977" y="615809"/>
                  </a:lnTo>
                  <a:lnTo>
                    <a:pt x="37307" y="619721"/>
                  </a:lnTo>
                  <a:lnTo>
                    <a:pt x="35079" y="625309"/>
                  </a:lnTo>
                  <a:lnTo>
                    <a:pt x="32852" y="629780"/>
                  </a:lnTo>
                  <a:lnTo>
                    <a:pt x="31738" y="633690"/>
                  </a:lnTo>
                  <a:lnTo>
                    <a:pt x="29511" y="638162"/>
                  </a:lnTo>
                  <a:lnTo>
                    <a:pt x="27284" y="643191"/>
                  </a:lnTo>
                  <a:lnTo>
                    <a:pt x="26727" y="647662"/>
                  </a:lnTo>
                  <a:lnTo>
                    <a:pt x="24500" y="652691"/>
                  </a:lnTo>
                  <a:lnTo>
                    <a:pt x="23386" y="657161"/>
                  </a:lnTo>
                  <a:lnTo>
                    <a:pt x="22272" y="662190"/>
                  </a:lnTo>
                  <a:lnTo>
                    <a:pt x="20045" y="667778"/>
                  </a:lnTo>
                  <a:lnTo>
                    <a:pt x="18932" y="672249"/>
                  </a:lnTo>
                  <a:lnTo>
                    <a:pt x="16704" y="677279"/>
                  </a:lnTo>
                  <a:lnTo>
                    <a:pt x="16147" y="682867"/>
                  </a:lnTo>
                  <a:lnTo>
                    <a:pt x="15034" y="687896"/>
                  </a:lnTo>
                  <a:lnTo>
                    <a:pt x="13920" y="693484"/>
                  </a:lnTo>
                  <a:lnTo>
                    <a:pt x="12806" y="698514"/>
                  </a:lnTo>
                  <a:lnTo>
                    <a:pt x="11693" y="704102"/>
                  </a:lnTo>
                  <a:lnTo>
                    <a:pt x="10579" y="709131"/>
                  </a:lnTo>
                  <a:lnTo>
                    <a:pt x="9466" y="714719"/>
                  </a:lnTo>
                  <a:lnTo>
                    <a:pt x="8352" y="719747"/>
                  </a:lnTo>
                  <a:lnTo>
                    <a:pt x="8352" y="725336"/>
                  </a:lnTo>
                  <a:lnTo>
                    <a:pt x="7238" y="730366"/>
                  </a:lnTo>
                  <a:lnTo>
                    <a:pt x="7238" y="736513"/>
                  </a:lnTo>
                  <a:lnTo>
                    <a:pt x="6125" y="742101"/>
                  </a:lnTo>
                  <a:lnTo>
                    <a:pt x="6125" y="748248"/>
                  </a:lnTo>
                  <a:lnTo>
                    <a:pt x="5568" y="753836"/>
                  </a:lnTo>
                  <a:lnTo>
                    <a:pt x="5568" y="758865"/>
                  </a:lnTo>
                  <a:lnTo>
                    <a:pt x="4454" y="765571"/>
                  </a:lnTo>
                  <a:lnTo>
                    <a:pt x="4454" y="770600"/>
                  </a:lnTo>
                  <a:lnTo>
                    <a:pt x="3340" y="776188"/>
                  </a:lnTo>
                  <a:lnTo>
                    <a:pt x="3340" y="782335"/>
                  </a:lnTo>
                  <a:lnTo>
                    <a:pt x="3340" y="787923"/>
                  </a:lnTo>
                  <a:lnTo>
                    <a:pt x="3340" y="794070"/>
                  </a:lnTo>
                  <a:lnTo>
                    <a:pt x="2227" y="799658"/>
                  </a:lnTo>
                  <a:lnTo>
                    <a:pt x="1113" y="804688"/>
                  </a:lnTo>
                  <a:lnTo>
                    <a:pt x="1113" y="810835"/>
                  </a:lnTo>
                  <a:lnTo>
                    <a:pt x="1113" y="816423"/>
                  </a:lnTo>
                  <a:lnTo>
                    <a:pt x="1113" y="821452"/>
                  </a:lnTo>
                  <a:lnTo>
                    <a:pt x="1113" y="828158"/>
                  </a:lnTo>
                  <a:lnTo>
                    <a:pt x="1113" y="833187"/>
                  </a:lnTo>
                  <a:lnTo>
                    <a:pt x="1113" y="839893"/>
                  </a:lnTo>
                  <a:lnTo>
                    <a:pt x="0" y="844922"/>
                  </a:lnTo>
                  <a:lnTo>
                    <a:pt x="0" y="850510"/>
                  </a:lnTo>
                  <a:lnTo>
                    <a:pt x="0" y="855539"/>
                  </a:lnTo>
                  <a:lnTo>
                    <a:pt x="0" y="862245"/>
                  </a:lnTo>
                  <a:lnTo>
                    <a:pt x="0" y="867274"/>
                  </a:lnTo>
                  <a:lnTo>
                    <a:pt x="0" y="872863"/>
                  </a:lnTo>
                  <a:lnTo>
                    <a:pt x="0" y="879010"/>
                  </a:lnTo>
                  <a:lnTo>
                    <a:pt x="1113" y="884598"/>
                  </a:lnTo>
                  <a:lnTo>
                    <a:pt x="1113" y="889627"/>
                  </a:lnTo>
                  <a:lnTo>
                    <a:pt x="1113" y="895215"/>
                  </a:lnTo>
                  <a:lnTo>
                    <a:pt x="1113" y="900244"/>
                  </a:lnTo>
                  <a:lnTo>
                    <a:pt x="1113" y="906950"/>
                  </a:lnTo>
                  <a:lnTo>
                    <a:pt x="1113" y="911979"/>
                  </a:lnTo>
                  <a:lnTo>
                    <a:pt x="2227" y="917567"/>
                  </a:lnTo>
                  <a:lnTo>
                    <a:pt x="3340" y="922597"/>
                  </a:lnTo>
                  <a:lnTo>
                    <a:pt x="3340" y="928744"/>
                  </a:lnTo>
                  <a:lnTo>
                    <a:pt x="3340" y="934332"/>
                  </a:lnTo>
                  <a:lnTo>
                    <a:pt x="4454" y="939361"/>
                  </a:lnTo>
                  <a:lnTo>
                    <a:pt x="4454" y="944949"/>
                  </a:lnTo>
                  <a:lnTo>
                    <a:pt x="6125" y="949979"/>
                  </a:lnTo>
                  <a:lnTo>
                    <a:pt x="6125" y="955567"/>
                  </a:lnTo>
                  <a:lnTo>
                    <a:pt x="7238" y="960596"/>
                  </a:lnTo>
                  <a:lnTo>
                    <a:pt x="8352" y="966184"/>
                  </a:lnTo>
                  <a:lnTo>
                    <a:pt x="9466" y="971213"/>
                  </a:lnTo>
                  <a:lnTo>
                    <a:pt x="10579" y="976801"/>
                  </a:lnTo>
                  <a:lnTo>
                    <a:pt x="11693" y="981831"/>
                  </a:lnTo>
                  <a:lnTo>
                    <a:pt x="12806" y="986301"/>
                  </a:lnTo>
                  <a:lnTo>
                    <a:pt x="13920" y="991889"/>
                  </a:lnTo>
                  <a:lnTo>
                    <a:pt x="15034" y="996919"/>
                  </a:lnTo>
                  <a:lnTo>
                    <a:pt x="16147" y="1002507"/>
                  </a:lnTo>
                  <a:lnTo>
                    <a:pt x="17818" y="1007536"/>
                  </a:lnTo>
                  <a:lnTo>
                    <a:pt x="20045" y="1013124"/>
                  </a:lnTo>
                  <a:lnTo>
                    <a:pt x="21159" y="1017036"/>
                  </a:lnTo>
                  <a:lnTo>
                    <a:pt x="23386" y="1022624"/>
                  </a:lnTo>
                  <a:lnTo>
                    <a:pt x="24500" y="1027653"/>
                  </a:lnTo>
                  <a:lnTo>
                    <a:pt x="26727" y="1032124"/>
                  </a:lnTo>
                  <a:lnTo>
                    <a:pt x="28398" y="1037153"/>
                  </a:lnTo>
                  <a:lnTo>
                    <a:pt x="29511" y="1041624"/>
                  </a:lnTo>
                  <a:lnTo>
                    <a:pt x="32852" y="1046653"/>
                  </a:lnTo>
                  <a:lnTo>
                    <a:pt x="35079" y="1052241"/>
                  </a:lnTo>
                  <a:lnTo>
                    <a:pt x="37307" y="1056153"/>
                  </a:lnTo>
                  <a:lnTo>
                    <a:pt x="38977" y="1061741"/>
                  </a:lnTo>
                  <a:lnTo>
                    <a:pt x="41204" y="1066211"/>
                  </a:lnTo>
                  <a:lnTo>
                    <a:pt x="44545" y="1071241"/>
                  </a:lnTo>
                  <a:lnTo>
                    <a:pt x="46773" y="1075711"/>
                  </a:lnTo>
                  <a:lnTo>
                    <a:pt x="49557" y="1080740"/>
                  </a:lnTo>
                  <a:lnTo>
                    <a:pt x="51784" y="1085211"/>
                  </a:lnTo>
                  <a:lnTo>
                    <a:pt x="56239" y="1089123"/>
                  </a:lnTo>
                  <a:lnTo>
                    <a:pt x="58466" y="1093593"/>
                  </a:lnTo>
                  <a:lnTo>
                    <a:pt x="61250" y="1098064"/>
                  </a:lnTo>
                  <a:lnTo>
                    <a:pt x="63477" y="1101975"/>
                  </a:lnTo>
                  <a:lnTo>
                    <a:pt x="66818" y="1106446"/>
                  </a:lnTo>
                  <a:lnTo>
                    <a:pt x="69603" y="1110357"/>
                  </a:lnTo>
                  <a:lnTo>
                    <a:pt x="74057" y="1114811"/>
                  </a:lnTo>
                  <a:lnTo>
                    <a:pt x="77398" y="1119298"/>
                  </a:lnTo>
                  <a:lnTo>
                    <a:pt x="80739" y="1123210"/>
                  </a:lnTo>
                  <a:lnTo>
                    <a:pt x="83523" y="1126563"/>
                  </a:lnTo>
                  <a:lnTo>
                    <a:pt x="87978" y="1131018"/>
                  </a:lnTo>
                  <a:lnTo>
                    <a:pt x="91319" y="1134945"/>
                  </a:lnTo>
                  <a:lnTo>
                    <a:pt x="95216" y="1139416"/>
                  </a:lnTo>
                  <a:lnTo>
                    <a:pt x="98557" y="1142210"/>
                  </a:lnTo>
                  <a:lnTo>
                    <a:pt x="102455" y="1146680"/>
                  </a:lnTo>
                  <a:lnTo>
                    <a:pt x="106910" y="1150033"/>
                  </a:lnTo>
                  <a:lnTo>
                    <a:pt x="111364" y="1153945"/>
                  </a:lnTo>
                  <a:lnTo>
                    <a:pt x="115262" y="1157298"/>
                  </a:lnTo>
                  <a:lnTo>
                    <a:pt x="119717" y="1160650"/>
                  </a:lnTo>
                  <a:lnTo>
                    <a:pt x="123614" y="1164547"/>
                  </a:lnTo>
                  <a:lnTo>
                    <a:pt x="128069" y="1167915"/>
                  </a:lnTo>
                  <a:lnTo>
                    <a:pt x="132524" y="1171268"/>
                  </a:lnTo>
                  <a:lnTo>
                    <a:pt x="136420" y="1174062"/>
                  </a:lnTo>
                  <a:lnTo>
                    <a:pt x="140875" y="1177415"/>
                  </a:lnTo>
                  <a:lnTo>
                    <a:pt x="145887" y="1181885"/>
                  </a:lnTo>
                  <a:lnTo>
                    <a:pt x="150342" y="1184120"/>
                  </a:lnTo>
                  <a:lnTo>
                    <a:pt x="155353" y="1188032"/>
                  </a:lnTo>
                  <a:lnTo>
                    <a:pt x="159808" y="1190267"/>
                  </a:lnTo>
                  <a:lnTo>
                    <a:pt x="164263" y="1193620"/>
                  </a:lnTo>
                  <a:lnTo>
                    <a:pt x="169274" y="1196414"/>
                  </a:lnTo>
                  <a:lnTo>
                    <a:pt x="173729" y="1199767"/>
                  </a:lnTo>
                  <a:lnTo>
                    <a:pt x="178740" y="1202002"/>
                  </a:lnTo>
                  <a:lnTo>
                    <a:pt x="184308" y="1205355"/>
                  </a:lnTo>
                  <a:lnTo>
                    <a:pt x="188206" y="1208149"/>
                  </a:lnTo>
                  <a:lnTo>
                    <a:pt x="193774" y="1210385"/>
                  </a:lnTo>
                  <a:lnTo>
                    <a:pt x="198229" y="1213737"/>
                  </a:lnTo>
                  <a:lnTo>
                    <a:pt x="203239" y="1215973"/>
                  </a:lnTo>
                  <a:lnTo>
                    <a:pt x="208809" y="1217649"/>
                  </a:lnTo>
                  <a:lnTo>
                    <a:pt x="213820" y="1221002"/>
                  </a:lnTo>
                  <a:lnTo>
                    <a:pt x="218275" y="1223237"/>
                  </a:lnTo>
                  <a:lnTo>
                    <a:pt x="223286" y="1225472"/>
                  </a:lnTo>
                  <a:lnTo>
                    <a:pt x="228854" y="1227149"/>
                  </a:lnTo>
                  <a:lnTo>
                    <a:pt x="233866" y="1229384"/>
                  </a:lnTo>
                  <a:lnTo>
                    <a:pt x="238319" y="1231619"/>
                  </a:lnTo>
                  <a:lnTo>
                    <a:pt x="243332" y="1233855"/>
                  </a:lnTo>
                  <a:lnTo>
                    <a:pt x="248900" y="1234972"/>
                  </a:lnTo>
                  <a:lnTo>
                    <a:pt x="253911" y="1237208"/>
                  </a:lnTo>
                  <a:lnTo>
                    <a:pt x="259479" y="1238884"/>
                  </a:lnTo>
                  <a:lnTo>
                    <a:pt x="264491" y="1241119"/>
                  </a:lnTo>
                  <a:lnTo>
                    <a:pt x="268946" y="1242237"/>
                  </a:lnTo>
                  <a:lnTo>
                    <a:pt x="273957" y="1244472"/>
                  </a:lnTo>
                  <a:lnTo>
                    <a:pt x="279525" y="1245590"/>
                  </a:lnTo>
                  <a:lnTo>
                    <a:pt x="284537" y="1247825"/>
                  </a:lnTo>
                  <a:lnTo>
                    <a:pt x="290105" y="1248384"/>
                  </a:lnTo>
                  <a:lnTo>
                    <a:pt x="295116" y="1249501"/>
                  </a:lnTo>
                  <a:lnTo>
                    <a:pt x="300685" y="1250619"/>
                  </a:lnTo>
                  <a:lnTo>
                    <a:pt x="305696" y="1252854"/>
                  </a:lnTo>
                  <a:lnTo>
                    <a:pt x="310151" y="1253972"/>
                  </a:lnTo>
                  <a:lnTo>
                    <a:pt x="315719" y="1255089"/>
                  </a:lnTo>
                  <a:lnTo>
                    <a:pt x="320730" y="1255089"/>
                  </a:lnTo>
                  <a:lnTo>
                    <a:pt x="326299" y="1257325"/>
                  </a:lnTo>
                  <a:lnTo>
                    <a:pt x="330196" y="1257325"/>
                  </a:lnTo>
                  <a:lnTo>
                    <a:pt x="335765" y="1258442"/>
                  </a:lnTo>
                  <a:lnTo>
                    <a:pt x="340776" y="1259001"/>
                  </a:lnTo>
                  <a:lnTo>
                    <a:pt x="346344" y="1259001"/>
                  </a:lnTo>
                  <a:lnTo>
                    <a:pt x="350242" y="1259001"/>
                  </a:lnTo>
                  <a:lnTo>
                    <a:pt x="355810" y="1260119"/>
                  </a:lnTo>
                  <a:lnTo>
                    <a:pt x="360822" y="1260119"/>
                  </a:lnTo>
                  <a:lnTo>
                    <a:pt x="366390" y="1261236"/>
                  </a:lnTo>
                  <a:lnTo>
                    <a:pt x="371401" y="1261236"/>
                  </a:lnTo>
                  <a:lnTo>
                    <a:pt x="376970" y="1262354"/>
                  </a:lnTo>
                  <a:lnTo>
                    <a:pt x="380867" y="1262354"/>
                  </a:lnTo>
                  <a:lnTo>
                    <a:pt x="387549" y="1263472"/>
                  </a:lnTo>
                  <a:lnTo>
                    <a:pt x="391447" y="1263472"/>
                  </a:lnTo>
                  <a:lnTo>
                    <a:pt x="397015" y="1263472"/>
                  </a:lnTo>
                  <a:lnTo>
                    <a:pt x="402027" y="1263472"/>
                  </a:lnTo>
                  <a:lnTo>
                    <a:pt x="407595" y="1264589"/>
                  </a:lnTo>
                  <a:lnTo>
                    <a:pt x="413163" y="1264589"/>
                  </a:lnTo>
                  <a:lnTo>
                    <a:pt x="418175" y="1264589"/>
                  </a:lnTo>
                  <a:lnTo>
                    <a:pt x="423743" y="1265707"/>
                  </a:lnTo>
                  <a:lnTo>
                    <a:pt x="429868" y="1265707"/>
                  </a:lnTo>
                  <a:lnTo>
                    <a:pt x="434322" y="1265707"/>
                  </a:lnTo>
                  <a:lnTo>
                    <a:pt x="439334" y="1265707"/>
                  </a:lnTo>
                  <a:lnTo>
                    <a:pt x="445459" y="1265707"/>
                  </a:lnTo>
                  <a:lnTo>
                    <a:pt x="451027" y="1266825"/>
                  </a:lnTo>
                  <a:lnTo>
                    <a:pt x="456039" y="1266825"/>
                  </a:lnTo>
                  <a:lnTo>
                    <a:pt x="461607" y="1266825"/>
                  </a:lnTo>
                  <a:lnTo>
                    <a:pt x="466618" y="1266825"/>
                  </a:lnTo>
                  <a:lnTo>
                    <a:pt x="473300" y="1266825"/>
                  </a:lnTo>
                  <a:lnTo>
                    <a:pt x="477198" y="1266825"/>
                  </a:lnTo>
                  <a:lnTo>
                    <a:pt x="483880" y="1266825"/>
                  </a:lnTo>
                  <a:lnTo>
                    <a:pt x="488891" y="1266825"/>
                  </a:lnTo>
                  <a:lnTo>
                    <a:pt x="494459" y="1266825"/>
                  </a:lnTo>
                  <a:lnTo>
                    <a:pt x="499471" y="1266825"/>
                  </a:lnTo>
                  <a:lnTo>
                    <a:pt x="505039" y="1266825"/>
                  </a:lnTo>
                  <a:lnTo>
                    <a:pt x="510051" y="1266825"/>
                  </a:lnTo>
                  <a:lnTo>
                    <a:pt x="516732" y="1266825"/>
                  </a:lnTo>
                  <a:lnTo>
                    <a:pt x="521744" y="1266825"/>
                  </a:lnTo>
                  <a:lnTo>
                    <a:pt x="527312" y="1266825"/>
                  </a:lnTo>
                  <a:lnTo>
                    <a:pt x="532324" y="1266825"/>
                  </a:lnTo>
                  <a:lnTo>
                    <a:pt x="537892" y="1266825"/>
                  </a:lnTo>
                  <a:lnTo>
                    <a:pt x="542903" y="1265707"/>
                  </a:lnTo>
                  <a:lnTo>
                    <a:pt x="548471" y="1265707"/>
                  </a:lnTo>
                  <a:lnTo>
                    <a:pt x="553483" y="1265707"/>
                  </a:lnTo>
                  <a:lnTo>
                    <a:pt x="560165" y="1265707"/>
                  </a:lnTo>
                  <a:lnTo>
                    <a:pt x="564063" y="1264589"/>
                  </a:lnTo>
                  <a:lnTo>
                    <a:pt x="570744" y="1264589"/>
                  </a:lnTo>
                  <a:lnTo>
                    <a:pt x="575756" y="1263472"/>
                  </a:lnTo>
                  <a:lnTo>
                    <a:pt x="581324" y="1263472"/>
                  </a:lnTo>
                  <a:lnTo>
                    <a:pt x="586335" y="1263472"/>
                  </a:lnTo>
                  <a:lnTo>
                    <a:pt x="591904" y="1263472"/>
                  </a:lnTo>
                  <a:lnTo>
                    <a:pt x="596915" y="1262354"/>
                  </a:lnTo>
                  <a:lnTo>
                    <a:pt x="602483" y="1262354"/>
                  </a:lnTo>
                  <a:lnTo>
                    <a:pt x="607495" y="1261236"/>
                  </a:lnTo>
                  <a:lnTo>
                    <a:pt x="611949" y="1261236"/>
                  </a:lnTo>
                  <a:lnTo>
                    <a:pt x="616961" y="1260119"/>
                  </a:lnTo>
                  <a:lnTo>
                    <a:pt x="622529" y="1260119"/>
                  </a:lnTo>
                  <a:lnTo>
                    <a:pt x="627540" y="1259001"/>
                  </a:lnTo>
                  <a:lnTo>
                    <a:pt x="633109" y="1259001"/>
                  </a:lnTo>
                  <a:lnTo>
                    <a:pt x="637563" y="1258442"/>
                  </a:lnTo>
                  <a:lnTo>
                    <a:pt x="642575" y="1258442"/>
                  </a:lnTo>
                  <a:lnTo>
                    <a:pt x="647029" y="1257325"/>
                  </a:lnTo>
                  <a:lnTo>
                    <a:pt x="652041" y="1256207"/>
                  </a:lnTo>
                  <a:lnTo>
                    <a:pt x="657609" y="1255089"/>
                  </a:lnTo>
                  <a:lnTo>
                    <a:pt x="661507" y="1255089"/>
                  </a:lnTo>
                  <a:lnTo>
                    <a:pt x="667075" y="1253972"/>
                  </a:lnTo>
                  <a:lnTo>
                    <a:pt x="670973" y="1252854"/>
                  </a:lnTo>
                  <a:lnTo>
                    <a:pt x="676541" y="1251737"/>
                  </a:lnTo>
                  <a:lnTo>
                    <a:pt x="680996" y="1251737"/>
                  </a:lnTo>
                  <a:lnTo>
                    <a:pt x="686007" y="1250619"/>
                  </a:lnTo>
                  <a:lnTo>
                    <a:pt x="690462" y="1249501"/>
                  </a:lnTo>
                  <a:lnTo>
                    <a:pt x="694359" y="1247825"/>
                  </a:lnTo>
                  <a:lnTo>
                    <a:pt x="698814" y="1247825"/>
                  </a:lnTo>
                  <a:lnTo>
                    <a:pt x="702712" y="1246707"/>
                  </a:lnTo>
                  <a:lnTo>
                    <a:pt x="707166" y="1245590"/>
                  </a:lnTo>
                  <a:lnTo>
                    <a:pt x="711621" y="1243354"/>
                  </a:lnTo>
                  <a:lnTo>
                    <a:pt x="715519" y="1242237"/>
                  </a:lnTo>
                  <a:lnTo>
                    <a:pt x="719973" y="1241119"/>
                  </a:lnTo>
                  <a:lnTo>
                    <a:pt x="723871" y="1240002"/>
                  </a:lnTo>
                  <a:lnTo>
                    <a:pt x="727212" y="1238884"/>
                  </a:lnTo>
                  <a:lnTo>
                    <a:pt x="731667" y="1237766"/>
                  </a:lnTo>
                  <a:lnTo>
                    <a:pt x="735564" y="1236090"/>
                  </a:lnTo>
                  <a:lnTo>
                    <a:pt x="740019" y="1234972"/>
                  </a:lnTo>
                  <a:lnTo>
                    <a:pt x="744474" y="1233855"/>
                  </a:lnTo>
                  <a:lnTo>
                    <a:pt x="748371" y="1232737"/>
                  </a:lnTo>
                  <a:lnTo>
                    <a:pt x="751712" y="1230502"/>
                  </a:lnTo>
                  <a:lnTo>
                    <a:pt x="755053" y="1229384"/>
                  </a:lnTo>
                  <a:lnTo>
                    <a:pt x="758951" y="1227149"/>
                  </a:lnTo>
                  <a:lnTo>
                    <a:pt x="763406" y="1226590"/>
                  </a:lnTo>
                  <a:lnTo>
                    <a:pt x="766747" y="1224355"/>
                  </a:lnTo>
                  <a:lnTo>
                    <a:pt x="770644" y="1223237"/>
                  </a:lnTo>
                  <a:lnTo>
                    <a:pt x="773985" y="1221002"/>
                  </a:lnTo>
                  <a:lnTo>
                    <a:pt x="777883" y="1219884"/>
                  </a:lnTo>
                  <a:lnTo>
                    <a:pt x="781224" y="1217649"/>
                  </a:lnTo>
                  <a:lnTo>
                    <a:pt x="784565" y="1216531"/>
                  </a:lnTo>
                  <a:lnTo>
                    <a:pt x="787906" y="1214855"/>
                  </a:lnTo>
                  <a:lnTo>
                    <a:pt x="791804" y="1212620"/>
                  </a:lnTo>
                  <a:lnTo>
                    <a:pt x="795145" y="1210385"/>
                  </a:lnTo>
                  <a:lnTo>
                    <a:pt x="798486" y="1209267"/>
                  </a:lnTo>
                  <a:lnTo>
                    <a:pt x="801270" y="1207032"/>
                  </a:lnTo>
                  <a:lnTo>
                    <a:pt x="804611" y="1205355"/>
                  </a:lnTo>
                  <a:lnTo>
                    <a:pt x="807952" y="1203120"/>
                  </a:lnTo>
                  <a:lnTo>
                    <a:pt x="810736" y="1200885"/>
                  </a:lnTo>
                  <a:lnTo>
                    <a:pt x="814077" y="1198650"/>
                  </a:lnTo>
                  <a:lnTo>
                    <a:pt x="817418" y="1196414"/>
                  </a:lnTo>
                  <a:lnTo>
                    <a:pt x="820202" y="1194738"/>
                  </a:lnTo>
                  <a:lnTo>
                    <a:pt x="823543" y="1192503"/>
                  </a:lnTo>
                  <a:lnTo>
                    <a:pt x="826884" y="1190267"/>
                  </a:lnTo>
                  <a:lnTo>
                    <a:pt x="830225" y="1188032"/>
                  </a:lnTo>
                  <a:lnTo>
                    <a:pt x="831895" y="1184679"/>
                  </a:lnTo>
                  <a:lnTo>
                    <a:pt x="835236" y="1183003"/>
                  </a:lnTo>
                  <a:lnTo>
                    <a:pt x="838577" y="1180768"/>
                  </a:lnTo>
                  <a:lnTo>
                    <a:pt x="841918" y="1178532"/>
                  </a:lnTo>
                  <a:lnTo>
                    <a:pt x="843588" y="1175179"/>
                  </a:lnTo>
                  <a:lnTo>
                    <a:pt x="846929" y="1173503"/>
                  </a:lnTo>
                  <a:lnTo>
                    <a:pt x="849157" y="1171275"/>
                  </a:lnTo>
                  <a:lnTo>
                    <a:pt x="852497" y="1169033"/>
                  </a:lnTo>
                  <a:lnTo>
                    <a:pt x="854168" y="1165680"/>
                  </a:lnTo>
                  <a:lnTo>
                    <a:pt x="857509" y="1163444"/>
                  </a:lnTo>
                  <a:lnTo>
                    <a:pt x="860850" y="1160650"/>
                  </a:lnTo>
                  <a:lnTo>
                    <a:pt x="863077" y="1158423"/>
                  </a:lnTo>
                  <a:lnTo>
                    <a:pt x="864748" y="1155062"/>
                  </a:lnTo>
                  <a:lnTo>
                    <a:pt x="868089" y="1152268"/>
                  </a:lnTo>
                  <a:lnTo>
                    <a:pt x="870316" y="1148915"/>
                  </a:lnTo>
                  <a:lnTo>
                    <a:pt x="873657" y="1146680"/>
                  </a:lnTo>
                  <a:lnTo>
                    <a:pt x="875327" y="1143327"/>
                  </a:lnTo>
                  <a:lnTo>
                    <a:pt x="878668" y="1140533"/>
                  </a:lnTo>
                  <a:lnTo>
                    <a:pt x="880896" y="1137180"/>
                  </a:lnTo>
                  <a:lnTo>
                    <a:pt x="883123" y="1134953"/>
                  </a:lnTo>
                  <a:lnTo>
                    <a:pt x="885907" y="1131592"/>
                  </a:lnTo>
                  <a:lnTo>
                    <a:pt x="888134" y="1128798"/>
                  </a:lnTo>
                  <a:lnTo>
                    <a:pt x="890362" y="1125445"/>
                  </a:lnTo>
                  <a:lnTo>
                    <a:pt x="893702" y="1122105"/>
                  </a:lnTo>
                  <a:lnTo>
                    <a:pt x="895373" y="1119298"/>
                  </a:lnTo>
                  <a:lnTo>
                    <a:pt x="897600" y="1115945"/>
                  </a:lnTo>
                  <a:lnTo>
                    <a:pt x="899828" y="1111475"/>
                  </a:lnTo>
                  <a:lnTo>
                    <a:pt x="902055" y="1109799"/>
                  </a:lnTo>
                  <a:lnTo>
                    <a:pt x="904282" y="1105328"/>
                  </a:lnTo>
                  <a:lnTo>
                    <a:pt x="907066" y="1101975"/>
                  </a:lnTo>
                  <a:lnTo>
                    <a:pt x="909294" y="1098064"/>
                  </a:lnTo>
                  <a:lnTo>
                    <a:pt x="911521" y="1094711"/>
                  </a:lnTo>
                  <a:lnTo>
                    <a:pt x="914862" y="1090240"/>
                  </a:lnTo>
                  <a:lnTo>
                    <a:pt x="917089" y="1087446"/>
                  </a:lnTo>
                  <a:lnTo>
                    <a:pt x="918760" y="1082976"/>
                  </a:lnTo>
                  <a:lnTo>
                    <a:pt x="920987" y="1079623"/>
                  </a:lnTo>
                  <a:lnTo>
                    <a:pt x="923214" y="1075711"/>
                  </a:lnTo>
                  <a:lnTo>
                    <a:pt x="925441" y="1071241"/>
                  </a:lnTo>
                  <a:lnTo>
                    <a:pt x="928226" y="1066770"/>
                  </a:lnTo>
                  <a:lnTo>
                    <a:pt x="930453" y="1063976"/>
                  </a:lnTo>
                  <a:lnTo>
                    <a:pt x="932680" y="1058388"/>
                  </a:lnTo>
                  <a:lnTo>
                    <a:pt x="934907" y="1054476"/>
                  </a:lnTo>
                  <a:lnTo>
                    <a:pt x="937135" y="1050006"/>
                  </a:lnTo>
                  <a:lnTo>
                    <a:pt x="939919" y="1045535"/>
                  </a:lnTo>
                  <a:lnTo>
                    <a:pt x="941033" y="1041624"/>
                  </a:lnTo>
                  <a:lnTo>
                    <a:pt x="944373" y="1037153"/>
                  </a:lnTo>
                  <a:lnTo>
                    <a:pt x="946601" y="1033241"/>
                  </a:lnTo>
                  <a:lnTo>
                    <a:pt x="948828" y="1028771"/>
                  </a:lnTo>
                  <a:lnTo>
                    <a:pt x="950499" y="1024300"/>
                  </a:lnTo>
                  <a:lnTo>
                    <a:pt x="952726" y="1019271"/>
                  </a:lnTo>
                  <a:lnTo>
                    <a:pt x="953840" y="1014801"/>
                  </a:lnTo>
                  <a:lnTo>
                    <a:pt x="957180" y="1009771"/>
                  </a:lnTo>
                  <a:lnTo>
                    <a:pt x="958294" y="1005301"/>
                  </a:lnTo>
                  <a:lnTo>
                    <a:pt x="959965" y="1000272"/>
                  </a:lnTo>
                  <a:lnTo>
                    <a:pt x="962192" y="995801"/>
                  </a:lnTo>
                  <a:lnTo>
                    <a:pt x="964419" y="991889"/>
                  </a:lnTo>
                  <a:lnTo>
                    <a:pt x="966646" y="985184"/>
                  </a:lnTo>
                  <a:lnTo>
                    <a:pt x="967760" y="981272"/>
                  </a:lnTo>
                  <a:lnTo>
                    <a:pt x="969987" y="975684"/>
                  </a:lnTo>
                  <a:lnTo>
                    <a:pt x="970544" y="971213"/>
                  </a:lnTo>
                  <a:lnTo>
                    <a:pt x="972772" y="966184"/>
                  </a:lnTo>
                  <a:lnTo>
                    <a:pt x="973885" y="960596"/>
                  </a:lnTo>
                  <a:lnTo>
                    <a:pt x="976112" y="955567"/>
                  </a:lnTo>
                  <a:lnTo>
                    <a:pt x="978340" y="951096"/>
                  </a:lnTo>
                  <a:lnTo>
                    <a:pt x="979453" y="946067"/>
                  </a:lnTo>
                  <a:lnTo>
                    <a:pt x="980567" y="939361"/>
                  </a:lnTo>
                  <a:lnTo>
                    <a:pt x="981124" y="934332"/>
                  </a:lnTo>
                  <a:lnTo>
                    <a:pt x="983351" y="929861"/>
                  </a:lnTo>
                  <a:lnTo>
                    <a:pt x="984465" y="924832"/>
                  </a:lnTo>
                  <a:lnTo>
                    <a:pt x="985578" y="919244"/>
                  </a:lnTo>
                  <a:lnTo>
                    <a:pt x="986692" y="914215"/>
                  </a:lnTo>
                  <a:lnTo>
                    <a:pt x="987806" y="908627"/>
                  </a:lnTo>
                  <a:lnTo>
                    <a:pt x="988919" y="902480"/>
                  </a:lnTo>
                  <a:lnTo>
                    <a:pt x="990033" y="898009"/>
                  </a:lnTo>
                  <a:lnTo>
                    <a:pt x="990033" y="891862"/>
                  </a:lnTo>
                  <a:lnTo>
                    <a:pt x="991147" y="886274"/>
                  </a:lnTo>
                  <a:lnTo>
                    <a:pt x="992260" y="881245"/>
                  </a:lnTo>
                  <a:lnTo>
                    <a:pt x="992817" y="875657"/>
                  </a:lnTo>
                  <a:lnTo>
                    <a:pt x="992817" y="870627"/>
                  </a:lnTo>
                  <a:lnTo>
                    <a:pt x="993931" y="865039"/>
                  </a:lnTo>
                  <a:lnTo>
                    <a:pt x="993931" y="860010"/>
                  </a:lnTo>
                  <a:lnTo>
                    <a:pt x="993931" y="854422"/>
                  </a:lnTo>
                  <a:lnTo>
                    <a:pt x="993931" y="848275"/>
                  </a:lnTo>
                  <a:lnTo>
                    <a:pt x="995045" y="843246"/>
                  </a:lnTo>
                  <a:lnTo>
                    <a:pt x="995045" y="836540"/>
                  </a:lnTo>
                  <a:lnTo>
                    <a:pt x="995045" y="831511"/>
                  </a:lnTo>
                  <a:lnTo>
                    <a:pt x="995045" y="825922"/>
                  </a:lnTo>
                  <a:lnTo>
                    <a:pt x="995045" y="820893"/>
                  </a:lnTo>
                  <a:lnTo>
                    <a:pt x="993931" y="815305"/>
                  </a:lnTo>
                  <a:lnTo>
                    <a:pt x="993931" y="809158"/>
                  </a:lnTo>
                  <a:lnTo>
                    <a:pt x="993931" y="803570"/>
                  </a:lnTo>
                  <a:lnTo>
                    <a:pt x="992817" y="798541"/>
                  </a:lnTo>
                  <a:lnTo>
                    <a:pt x="992817" y="791835"/>
                  </a:lnTo>
                  <a:lnTo>
                    <a:pt x="992260" y="786806"/>
                  </a:lnTo>
                  <a:lnTo>
                    <a:pt x="991147" y="781218"/>
                  </a:lnTo>
                  <a:lnTo>
                    <a:pt x="991147" y="775071"/>
                  </a:lnTo>
                  <a:lnTo>
                    <a:pt x="990033" y="769483"/>
                  </a:lnTo>
                  <a:lnTo>
                    <a:pt x="988919" y="764453"/>
                  </a:lnTo>
                  <a:lnTo>
                    <a:pt x="987806" y="757747"/>
                  </a:lnTo>
                  <a:lnTo>
                    <a:pt x="986692" y="752718"/>
                  </a:lnTo>
                  <a:lnTo>
                    <a:pt x="985578" y="747130"/>
                  </a:lnTo>
                  <a:lnTo>
                    <a:pt x="984465" y="742101"/>
                  </a:lnTo>
                  <a:lnTo>
                    <a:pt x="983351" y="735954"/>
                  </a:lnTo>
                  <a:lnTo>
                    <a:pt x="982238" y="730366"/>
                  </a:lnTo>
                  <a:lnTo>
                    <a:pt x="981124" y="725336"/>
                  </a:lnTo>
                  <a:lnTo>
                    <a:pt x="979453" y="718631"/>
                  </a:lnTo>
                  <a:lnTo>
                    <a:pt x="978340" y="713601"/>
                  </a:lnTo>
                  <a:lnTo>
                    <a:pt x="977226" y="708013"/>
                  </a:lnTo>
                  <a:lnTo>
                    <a:pt x="974999" y="702984"/>
                  </a:lnTo>
                  <a:lnTo>
                    <a:pt x="972772" y="696278"/>
                  </a:lnTo>
                  <a:lnTo>
                    <a:pt x="971658" y="691249"/>
                  </a:lnTo>
                  <a:lnTo>
                    <a:pt x="969987" y="685661"/>
                  </a:lnTo>
                  <a:lnTo>
                    <a:pt x="968874" y="680632"/>
                  </a:lnTo>
                  <a:lnTo>
                    <a:pt x="966646" y="675043"/>
                  </a:lnTo>
                  <a:lnTo>
                    <a:pt x="964419" y="670013"/>
                  </a:lnTo>
                  <a:lnTo>
                    <a:pt x="963306" y="663308"/>
                  </a:lnTo>
                  <a:lnTo>
                    <a:pt x="961078" y="658279"/>
                  </a:lnTo>
                  <a:lnTo>
                    <a:pt x="959408" y="652691"/>
                  </a:lnTo>
                  <a:lnTo>
                    <a:pt x="957180" y="647662"/>
                  </a:lnTo>
                  <a:lnTo>
                    <a:pt x="956067" y="642074"/>
                  </a:lnTo>
                  <a:lnTo>
                    <a:pt x="953840" y="637044"/>
                  </a:lnTo>
                  <a:lnTo>
                    <a:pt x="951612" y="631456"/>
                  </a:lnTo>
                  <a:lnTo>
                    <a:pt x="949385" y="626427"/>
                  </a:lnTo>
                  <a:lnTo>
                    <a:pt x="947714" y="620839"/>
                  </a:lnTo>
                  <a:lnTo>
                    <a:pt x="945487" y="615809"/>
                  </a:lnTo>
                  <a:lnTo>
                    <a:pt x="943260" y="610221"/>
                  </a:lnTo>
                  <a:lnTo>
                    <a:pt x="941033" y="605192"/>
                  </a:lnTo>
                  <a:lnTo>
                    <a:pt x="939919" y="600722"/>
                  </a:lnTo>
                  <a:lnTo>
                    <a:pt x="937135" y="595692"/>
                  </a:lnTo>
                  <a:lnTo>
                    <a:pt x="936021" y="590104"/>
                  </a:lnTo>
                  <a:lnTo>
                    <a:pt x="932680" y="585075"/>
                  </a:lnTo>
                  <a:lnTo>
                    <a:pt x="931567" y="580604"/>
                  </a:lnTo>
                  <a:lnTo>
                    <a:pt x="928226" y="575575"/>
                  </a:lnTo>
                  <a:lnTo>
                    <a:pt x="927669" y="571105"/>
                  </a:lnTo>
                  <a:lnTo>
                    <a:pt x="925441" y="565516"/>
                  </a:lnTo>
                  <a:lnTo>
                    <a:pt x="923214" y="561605"/>
                  </a:lnTo>
                  <a:lnTo>
                    <a:pt x="920987" y="557134"/>
                  </a:lnTo>
                  <a:lnTo>
                    <a:pt x="918760" y="552105"/>
                  </a:lnTo>
                  <a:lnTo>
                    <a:pt x="917089" y="547634"/>
                  </a:lnTo>
                  <a:lnTo>
                    <a:pt x="914862" y="543723"/>
                  </a:lnTo>
                  <a:lnTo>
                    <a:pt x="912635" y="538135"/>
                  </a:lnTo>
                  <a:lnTo>
                    <a:pt x="910407" y="533664"/>
                  </a:lnTo>
                  <a:lnTo>
                    <a:pt x="908180" y="529753"/>
                  </a:lnTo>
                  <a:lnTo>
                    <a:pt x="905953" y="526400"/>
                  </a:lnTo>
                  <a:lnTo>
                    <a:pt x="904282" y="521370"/>
                  </a:lnTo>
                  <a:lnTo>
                    <a:pt x="902055" y="518017"/>
                  </a:lnTo>
                  <a:lnTo>
                    <a:pt x="899828" y="512429"/>
                  </a:lnTo>
                  <a:lnTo>
                    <a:pt x="898714" y="509635"/>
                  </a:lnTo>
                  <a:lnTo>
                    <a:pt x="896487" y="505165"/>
                  </a:lnTo>
                  <a:lnTo>
                    <a:pt x="894816" y="501253"/>
                  </a:lnTo>
                  <a:lnTo>
                    <a:pt x="893702" y="497900"/>
                  </a:lnTo>
                  <a:lnTo>
                    <a:pt x="891475" y="494547"/>
                  </a:lnTo>
                  <a:lnTo>
                    <a:pt x="889248" y="490636"/>
                  </a:lnTo>
                  <a:lnTo>
                    <a:pt x="887021" y="486165"/>
                  </a:lnTo>
                  <a:lnTo>
                    <a:pt x="884793" y="482812"/>
                  </a:lnTo>
                  <a:lnTo>
                    <a:pt x="884236" y="480018"/>
                  </a:lnTo>
                  <a:lnTo>
                    <a:pt x="882009" y="476665"/>
                  </a:lnTo>
                  <a:lnTo>
                    <a:pt x="879782" y="473313"/>
                  </a:lnTo>
                  <a:lnTo>
                    <a:pt x="878668" y="469960"/>
                  </a:lnTo>
                  <a:lnTo>
                    <a:pt x="876441" y="467166"/>
                  </a:lnTo>
                  <a:lnTo>
                    <a:pt x="874214" y="463813"/>
                  </a:lnTo>
                  <a:lnTo>
                    <a:pt x="873657" y="460460"/>
                  </a:lnTo>
                  <a:lnTo>
                    <a:pt x="871430" y="457666"/>
                  </a:lnTo>
                  <a:lnTo>
                    <a:pt x="870316" y="455431"/>
                  </a:lnTo>
                  <a:lnTo>
                    <a:pt x="868089" y="452078"/>
                  </a:lnTo>
                  <a:lnTo>
                    <a:pt x="865861" y="448725"/>
                  </a:lnTo>
                  <a:lnTo>
                    <a:pt x="864748" y="447048"/>
                  </a:lnTo>
                  <a:lnTo>
                    <a:pt x="863077" y="444813"/>
                  </a:lnTo>
                  <a:lnTo>
                    <a:pt x="860850" y="441460"/>
                  </a:lnTo>
                  <a:lnTo>
                    <a:pt x="859736" y="439225"/>
                  </a:lnTo>
                  <a:lnTo>
                    <a:pt x="857509" y="436431"/>
                  </a:lnTo>
                  <a:lnTo>
                    <a:pt x="856395" y="434196"/>
                  </a:lnTo>
                  <a:lnTo>
                    <a:pt x="854168" y="431969"/>
                  </a:lnTo>
                  <a:lnTo>
                    <a:pt x="853054" y="429725"/>
                  </a:lnTo>
                  <a:lnTo>
                    <a:pt x="851384" y="426931"/>
                  </a:lnTo>
                  <a:lnTo>
                    <a:pt x="850270" y="425817"/>
                  </a:lnTo>
                  <a:lnTo>
                    <a:pt x="848043" y="423590"/>
                  </a:lnTo>
                  <a:lnTo>
                    <a:pt x="845816" y="420226"/>
                  </a:lnTo>
                  <a:lnTo>
                    <a:pt x="844702" y="417990"/>
                  </a:lnTo>
                  <a:lnTo>
                    <a:pt x="843588" y="416876"/>
                  </a:lnTo>
                  <a:lnTo>
                    <a:pt x="840804" y="412961"/>
                  </a:lnTo>
                  <a:lnTo>
                    <a:pt x="837463" y="408490"/>
                  </a:lnTo>
                  <a:lnTo>
                    <a:pt x="834122" y="404579"/>
                  </a:lnTo>
                  <a:lnTo>
                    <a:pt x="831895" y="400108"/>
                  </a:lnTo>
                  <a:lnTo>
                    <a:pt x="829111" y="395638"/>
                  </a:lnTo>
                  <a:lnTo>
                    <a:pt x="825770" y="392844"/>
                  </a:lnTo>
                  <a:lnTo>
                    <a:pt x="823543" y="388373"/>
                  </a:lnTo>
                  <a:lnTo>
                    <a:pt x="820202" y="384462"/>
                  </a:lnTo>
                  <a:lnTo>
                    <a:pt x="818531" y="381109"/>
                  </a:lnTo>
                  <a:lnTo>
                    <a:pt x="816304" y="376638"/>
                  </a:lnTo>
                  <a:lnTo>
                    <a:pt x="814077" y="374411"/>
                  </a:lnTo>
                  <a:lnTo>
                    <a:pt x="812963" y="372727"/>
                  </a:lnTo>
                  <a:lnTo>
                    <a:pt x="811849" y="370490"/>
                  </a:lnTo>
                  <a:lnTo>
                    <a:pt x="810736" y="368256"/>
                  </a:lnTo>
                  <a:lnTo>
                    <a:pt x="809065" y="366021"/>
                  </a:lnTo>
                  <a:lnTo>
                    <a:pt x="807952" y="363786"/>
                  </a:lnTo>
                  <a:lnTo>
                    <a:pt x="806838" y="362109"/>
                  </a:lnTo>
                  <a:lnTo>
                    <a:pt x="806838" y="359873"/>
                  </a:lnTo>
                  <a:lnTo>
                    <a:pt x="804611" y="357646"/>
                  </a:lnTo>
                  <a:lnTo>
                    <a:pt x="803497" y="355403"/>
                  </a:lnTo>
                  <a:lnTo>
                    <a:pt x="802383" y="352609"/>
                  </a:lnTo>
                  <a:lnTo>
                    <a:pt x="801270" y="350374"/>
                  </a:lnTo>
                  <a:lnTo>
                    <a:pt x="800156" y="348139"/>
                  </a:lnTo>
                  <a:lnTo>
                    <a:pt x="799042" y="345904"/>
                  </a:lnTo>
                  <a:lnTo>
                    <a:pt x="798486" y="342551"/>
                  </a:lnTo>
                  <a:lnTo>
                    <a:pt x="798486" y="340874"/>
                  </a:lnTo>
                  <a:lnTo>
                    <a:pt x="796258" y="337521"/>
                  </a:lnTo>
                  <a:lnTo>
                    <a:pt x="795145" y="335286"/>
                  </a:lnTo>
                  <a:lnTo>
                    <a:pt x="794031" y="331933"/>
                  </a:lnTo>
                  <a:lnTo>
                    <a:pt x="792917" y="330257"/>
                  </a:lnTo>
                  <a:lnTo>
                    <a:pt x="791804" y="326904"/>
                  </a:lnTo>
                  <a:lnTo>
                    <a:pt x="790690" y="323551"/>
                  </a:lnTo>
                  <a:lnTo>
                    <a:pt x="790690" y="320757"/>
                  </a:lnTo>
                  <a:lnTo>
                    <a:pt x="789576" y="318522"/>
                  </a:lnTo>
                  <a:lnTo>
                    <a:pt x="788463" y="314051"/>
                  </a:lnTo>
                  <a:lnTo>
                    <a:pt x="787906" y="310699"/>
                  </a:lnTo>
                  <a:lnTo>
                    <a:pt x="786792" y="307904"/>
                  </a:lnTo>
                  <a:lnTo>
                    <a:pt x="785679" y="305669"/>
                  </a:lnTo>
                  <a:lnTo>
                    <a:pt x="784565" y="301198"/>
                  </a:lnTo>
                  <a:lnTo>
                    <a:pt x="783451" y="298405"/>
                  </a:lnTo>
                  <a:lnTo>
                    <a:pt x="783451" y="296169"/>
                  </a:lnTo>
                  <a:lnTo>
                    <a:pt x="782338" y="292817"/>
                  </a:lnTo>
                  <a:lnTo>
                    <a:pt x="781224" y="288346"/>
                  </a:lnTo>
                  <a:lnTo>
                    <a:pt x="781224" y="285552"/>
                  </a:lnTo>
                  <a:lnTo>
                    <a:pt x="780110" y="281082"/>
                  </a:lnTo>
                  <a:lnTo>
                    <a:pt x="778997" y="277729"/>
                  </a:lnTo>
                  <a:lnTo>
                    <a:pt x="778997" y="274935"/>
                  </a:lnTo>
                  <a:lnTo>
                    <a:pt x="777883" y="271582"/>
                  </a:lnTo>
                  <a:lnTo>
                    <a:pt x="777883" y="267110"/>
                  </a:lnTo>
                  <a:lnTo>
                    <a:pt x="777326" y="264317"/>
                  </a:lnTo>
                  <a:lnTo>
                    <a:pt x="776213" y="259847"/>
                  </a:lnTo>
                  <a:lnTo>
                    <a:pt x="776213" y="256494"/>
                  </a:lnTo>
                  <a:lnTo>
                    <a:pt x="775099" y="252582"/>
                  </a:lnTo>
                  <a:lnTo>
                    <a:pt x="775099" y="249229"/>
                  </a:lnTo>
                  <a:lnTo>
                    <a:pt x="773985" y="245318"/>
                  </a:lnTo>
                  <a:lnTo>
                    <a:pt x="773985" y="241965"/>
                  </a:lnTo>
                  <a:lnTo>
                    <a:pt x="773985" y="238612"/>
                  </a:lnTo>
                  <a:lnTo>
                    <a:pt x="773985" y="235259"/>
                  </a:lnTo>
                  <a:lnTo>
                    <a:pt x="772872" y="231347"/>
                  </a:lnTo>
                  <a:lnTo>
                    <a:pt x="772872" y="226877"/>
                  </a:lnTo>
                  <a:lnTo>
                    <a:pt x="771758" y="224083"/>
                  </a:lnTo>
                  <a:lnTo>
                    <a:pt x="771758" y="219611"/>
                  </a:lnTo>
                  <a:lnTo>
                    <a:pt x="770644" y="216259"/>
                  </a:lnTo>
                  <a:lnTo>
                    <a:pt x="770644" y="212348"/>
                  </a:lnTo>
                  <a:lnTo>
                    <a:pt x="770644" y="207877"/>
                  </a:lnTo>
                  <a:lnTo>
                    <a:pt x="770644" y="204524"/>
                  </a:lnTo>
                  <a:lnTo>
                    <a:pt x="769531" y="200613"/>
                  </a:lnTo>
                  <a:lnTo>
                    <a:pt x="769531" y="197260"/>
                  </a:lnTo>
                  <a:lnTo>
                    <a:pt x="769531" y="192789"/>
                  </a:lnTo>
                  <a:lnTo>
                    <a:pt x="769531" y="189995"/>
                  </a:lnTo>
                  <a:lnTo>
                    <a:pt x="769531" y="185525"/>
                  </a:lnTo>
                  <a:lnTo>
                    <a:pt x="769531" y="182172"/>
                  </a:lnTo>
                  <a:lnTo>
                    <a:pt x="769531" y="178260"/>
                  </a:lnTo>
                  <a:lnTo>
                    <a:pt x="769531" y="174907"/>
                  </a:lnTo>
                  <a:lnTo>
                    <a:pt x="768417" y="170995"/>
                  </a:lnTo>
                  <a:lnTo>
                    <a:pt x="768417" y="166524"/>
                  </a:lnTo>
                  <a:lnTo>
                    <a:pt x="768417" y="163172"/>
                  </a:lnTo>
                  <a:lnTo>
                    <a:pt x="768417" y="159261"/>
                  </a:lnTo>
                  <a:lnTo>
                    <a:pt x="768417" y="155908"/>
                  </a:lnTo>
                  <a:lnTo>
                    <a:pt x="768417" y="152555"/>
                  </a:lnTo>
                  <a:lnTo>
                    <a:pt x="768417" y="149761"/>
                  </a:lnTo>
                  <a:lnTo>
                    <a:pt x="769531" y="145290"/>
                  </a:lnTo>
                  <a:lnTo>
                    <a:pt x="769531" y="141938"/>
                  </a:lnTo>
                  <a:lnTo>
                    <a:pt x="769531" y="138026"/>
                  </a:lnTo>
                  <a:lnTo>
                    <a:pt x="769531" y="134673"/>
                  </a:lnTo>
                  <a:lnTo>
                    <a:pt x="769531" y="131319"/>
                  </a:lnTo>
                  <a:lnTo>
                    <a:pt x="769531" y="127408"/>
                  </a:lnTo>
                  <a:lnTo>
                    <a:pt x="770644" y="125173"/>
                  </a:lnTo>
                  <a:lnTo>
                    <a:pt x="770644" y="120703"/>
                  </a:lnTo>
                  <a:lnTo>
                    <a:pt x="771758" y="117908"/>
                  </a:lnTo>
                  <a:lnTo>
                    <a:pt x="771758" y="114556"/>
                  </a:lnTo>
                  <a:lnTo>
                    <a:pt x="771758" y="111203"/>
                  </a:lnTo>
                  <a:lnTo>
                    <a:pt x="772872" y="107850"/>
                  </a:lnTo>
                  <a:lnTo>
                    <a:pt x="772872" y="105056"/>
                  </a:lnTo>
                  <a:lnTo>
                    <a:pt x="772872" y="101703"/>
                  </a:lnTo>
                  <a:lnTo>
                    <a:pt x="773985" y="98350"/>
                  </a:lnTo>
                  <a:lnTo>
                    <a:pt x="773985" y="95556"/>
                  </a:lnTo>
                  <a:lnTo>
                    <a:pt x="775099" y="92203"/>
                  </a:lnTo>
                  <a:lnTo>
                    <a:pt x="775099" y="88850"/>
                  </a:lnTo>
                  <a:lnTo>
                    <a:pt x="775099" y="86056"/>
                  </a:lnTo>
                  <a:lnTo>
                    <a:pt x="776213" y="83821"/>
                  </a:lnTo>
                  <a:lnTo>
                    <a:pt x="776213" y="80468"/>
                  </a:lnTo>
                  <a:lnTo>
                    <a:pt x="777326" y="77115"/>
                  </a:lnTo>
                  <a:lnTo>
                    <a:pt x="777883" y="74321"/>
                  </a:lnTo>
                  <a:lnTo>
                    <a:pt x="777883" y="72086"/>
                  </a:lnTo>
                  <a:lnTo>
                    <a:pt x="778997" y="68733"/>
                  </a:lnTo>
                  <a:lnTo>
                    <a:pt x="778997" y="66498"/>
                  </a:lnTo>
                  <a:lnTo>
                    <a:pt x="780110" y="63704"/>
                  </a:lnTo>
                  <a:lnTo>
                    <a:pt x="780110" y="60351"/>
                  </a:lnTo>
                  <a:lnTo>
                    <a:pt x="781224" y="58116"/>
                  </a:lnTo>
                  <a:lnTo>
                    <a:pt x="781224" y="55881"/>
                  </a:lnTo>
                  <a:lnTo>
                    <a:pt x="782338" y="54204"/>
                  </a:lnTo>
                  <a:lnTo>
                    <a:pt x="782338" y="51969"/>
                  </a:lnTo>
                  <a:lnTo>
                    <a:pt x="783451" y="48616"/>
                  </a:lnTo>
                  <a:lnTo>
                    <a:pt x="784565" y="46381"/>
                  </a:lnTo>
                  <a:lnTo>
                    <a:pt x="784565" y="44146"/>
                  </a:lnTo>
                  <a:lnTo>
                    <a:pt x="785679" y="42469"/>
                  </a:lnTo>
                  <a:lnTo>
                    <a:pt x="786792" y="40234"/>
                  </a:lnTo>
                  <a:lnTo>
                    <a:pt x="787906" y="35763"/>
                  </a:lnTo>
                  <a:lnTo>
                    <a:pt x="789576" y="31852"/>
                  </a:lnTo>
                  <a:lnTo>
                    <a:pt x="790690" y="27381"/>
                  </a:lnTo>
                  <a:lnTo>
                    <a:pt x="791804" y="24028"/>
                  </a:lnTo>
                  <a:lnTo>
                    <a:pt x="792917" y="21234"/>
                  </a:lnTo>
                  <a:lnTo>
                    <a:pt x="794031" y="17881"/>
                  </a:lnTo>
                  <a:lnTo>
                    <a:pt x="795145" y="14529"/>
                  </a:lnTo>
                  <a:lnTo>
                    <a:pt x="796258" y="12293"/>
                  </a:lnTo>
                  <a:lnTo>
                    <a:pt x="797372" y="9499"/>
                  </a:lnTo>
                  <a:lnTo>
                    <a:pt x="798486" y="7264"/>
                  </a:lnTo>
                  <a:lnTo>
                    <a:pt x="800156" y="3911"/>
                  </a:lnTo>
                  <a:lnTo>
                    <a:pt x="801270" y="1676"/>
                  </a:lnTo>
                  <a:lnTo>
                    <a:pt x="802383" y="0"/>
                  </a:lnTo>
                  <a:lnTo>
                    <a:pt x="501698" y="22911"/>
                  </a:lnTo>
                  <a:lnTo>
                    <a:pt x="260593" y="11176"/>
                  </a:lnTo>
                  <a:close/>
                </a:path>
              </a:pathLst>
            </a:custGeom>
            <a:solidFill>
              <a:srgbClr val="0066FF"/>
            </a:solidFill>
            <a:ln w="38100" cap="flat" cmpd="sng" algn="ctr">
              <a:solidFill>
                <a:schemeClr val="tx1"/>
              </a:solidFill>
              <a:prstDash val="solid"/>
              <a:headEnd type="none"/>
              <a:tailEnd type="none"/>
            </a:ln>
            <a:effectLst/>
          </p:spPr>
          <p:txBody>
            <a:bodyPr vert="horz" wrap="square" lIns="0" tIns="0" rIns="5080" bIns="3175" numCol="1" spcCol="215900" anchor="t"/>
            <a:lstStyle/>
            <a:p>
              <a:pPr/>
              <a:endParaRPr lang="en-us" cap="none"/>
            </a:p>
          </p:txBody>
        </p:sp>
        <p:sp>
          <p:nvSpPr>
            <p:cNvPr id="38" name="Freeform 199"/>
            <p:cNvSpPr>
              <a:extLst>
                <a:ext uri="smNativeData">
                  <pr:smNativeData xmlns:pr="smNativeData" xmlns="smNativeData" val="SMDATA_15_VcZhaRMAAAAlAAAACwAAAA0AAAAAAAAAAAAAAAAIAAAABAAAAAAAAAAAAAAAAAAAAAEAAABQAAAAAAAAAAAA4D8AAAAAAADgPwAAAAAAAOA/AAAAAAAA4D8AAAAAAADgPwAAAAAAAOA/AAAAAAAA4D8AAAAAAADgPwAAAAAAAOA/AAAAAAAA4D8CAAAAjAAAAAEAAAAAAAAAzOz/AP///wgAAAAAAAAAAAAAAAAAAAAAAAAAAAAAAAAAAAAAeAAAAAEAAABAAAAAAAAAAAAAAABaAAAAAAAAAAAAAAAAAAAAAAAAAAAAAAAAAAAAAAAAAAAAAAAAAAAAAAAAAAAAAAAAAAAAAAAAAAAAAAAAAAAAAAAAAAAAAAAAAAAAFAAAADwAAAABAAAAAAAAAP8AAAA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g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zOz/AP///wEAAAAAAAAAAAAAAAAAAAAAAAAAAAAAAAAAAAAAAAAAAP8AAAB/f38AH0l9A8zMzADAwP8Af39/AAAAAAAAAAAAAAAAAAAAAAAAAAAAIQAAABgAAAAUAAAAEA8AANQJAABbEgAAjQoAAAAAAAAmAAAACAAAAP//////////"/>
                </a:ext>
              </a:extLst>
            </p:cNvSpPr>
            <p:nvPr/>
          </p:nvSpPr>
          <p:spPr>
            <a:xfrm>
              <a:off x="2448560" y="1597660"/>
              <a:ext cx="535305" cy="117475"/>
            </a:xfrm>
            <a:custGeom>
              <a:avLst/>
              <a:gdLst/>
              <a:ahLst/>
              <a:cxnLst/>
              <a:rect l="0" t="0" r="535305" b="117475"/>
              <a:pathLst>
                <a:path w="535305" h="117475">
                  <a:moveTo>
                    <a:pt x="3345" y="0"/>
                  </a:moveTo>
                  <a:lnTo>
                    <a:pt x="0" y="111933"/>
                  </a:lnTo>
                  <a:lnTo>
                    <a:pt x="514115" y="117475"/>
                  </a:lnTo>
                  <a:lnTo>
                    <a:pt x="535305" y="16623"/>
                  </a:lnTo>
                  <a:lnTo>
                    <a:pt x="3345" y="0"/>
                  </a:lnTo>
                  <a:close/>
                </a:path>
              </a:pathLst>
            </a:custGeom>
            <a:solidFill>
              <a:srgbClr val="CCECFF"/>
            </a:solidFill>
            <a:ln w="9525" cap="flat" cmpd="sng" algn="ctr">
              <a:solidFill>
                <a:srgbClr val="FF0000"/>
              </a:solidFill>
              <a:prstDash val="solid"/>
              <a:headEnd type="none"/>
              <a:tailEnd type="none"/>
            </a:ln>
            <a:effectLst/>
          </p:spPr>
          <p:txBody>
            <a:bodyPr vert="horz" wrap="square" lIns="0" tIns="0" rIns="5080" bIns="2540" numCol="1" spcCol="215900" anchor="t"/>
            <a:lstStyle/>
            <a:p>
              <a:pPr/>
              <a:endParaRPr lang="en-us" cap="none"/>
            </a:p>
          </p:txBody>
        </p:sp>
        <p:sp>
          <p:nvSpPr>
            <p:cNvPr id="37" name="Freeform 200"/>
            <p:cNvSpPr>
              <a:extLst>
                <a:ext uri="smNativeData">
                  <pr:smNativeData xmlns:pr="smNativeData" xmlns="smNativeData" val="SMDATA_15_VcZhaRMAAAAlAAAACwAAAA0AAAAAAAAAAAAAAAAHAAAABA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cw4AAEsLAADeDgAA0AsAAAAAAAAmAAAACAAAAP//////////"/>
                </a:ext>
              </a:extLst>
            </p:cNvSpPr>
            <p:nvPr/>
          </p:nvSpPr>
          <p:spPr>
            <a:xfrm>
              <a:off x="2348865" y="1835785"/>
              <a:ext cx="67945" cy="84455"/>
            </a:xfrm>
            <a:custGeom>
              <a:avLst/>
              <a:gdLst/>
              <a:ahLst/>
              <a:cxnLst/>
              <a:rect l="0" t="0" r="67945" b="84455"/>
              <a:pathLst>
                <a:path w="67945" h="84455">
                  <a:moveTo>
                    <a:pt x="67945" y="0"/>
                  </a:moveTo>
                  <a:lnTo>
                    <a:pt x="35616" y="84455"/>
                  </a:lnTo>
                  <a:lnTo>
                    <a:pt x="34520" y="84455"/>
                  </a:lnTo>
                  <a:lnTo>
                    <a:pt x="31232" y="82232"/>
                  </a:lnTo>
                  <a:lnTo>
                    <a:pt x="29041" y="81121"/>
                  </a:lnTo>
                  <a:lnTo>
                    <a:pt x="27397" y="80565"/>
                  </a:lnTo>
                  <a:lnTo>
                    <a:pt x="25205" y="78343"/>
                  </a:lnTo>
                  <a:lnTo>
                    <a:pt x="23013" y="77231"/>
                  </a:lnTo>
                  <a:lnTo>
                    <a:pt x="19725" y="75009"/>
                  </a:lnTo>
                  <a:lnTo>
                    <a:pt x="18082" y="73898"/>
                  </a:lnTo>
                  <a:lnTo>
                    <a:pt x="14793" y="71675"/>
                  </a:lnTo>
                  <a:lnTo>
                    <a:pt x="12602" y="70564"/>
                  </a:lnTo>
                  <a:lnTo>
                    <a:pt x="10410" y="68897"/>
                  </a:lnTo>
                  <a:lnTo>
                    <a:pt x="8219" y="66675"/>
                  </a:lnTo>
                  <a:lnTo>
                    <a:pt x="6575" y="64452"/>
                  </a:lnTo>
                  <a:lnTo>
                    <a:pt x="5478" y="63341"/>
                  </a:lnTo>
                  <a:lnTo>
                    <a:pt x="3287" y="61118"/>
                  </a:lnTo>
                  <a:lnTo>
                    <a:pt x="2191" y="59451"/>
                  </a:lnTo>
                  <a:lnTo>
                    <a:pt x="1095" y="57229"/>
                  </a:lnTo>
                  <a:lnTo>
                    <a:pt x="1095" y="55006"/>
                  </a:lnTo>
                  <a:lnTo>
                    <a:pt x="0" y="51673"/>
                  </a:lnTo>
                  <a:lnTo>
                    <a:pt x="1095" y="49450"/>
                  </a:lnTo>
                  <a:lnTo>
                    <a:pt x="1095" y="47783"/>
                  </a:lnTo>
                  <a:lnTo>
                    <a:pt x="1095" y="45561"/>
                  </a:lnTo>
                  <a:lnTo>
                    <a:pt x="2191" y="42227"/>
                  </a:lnTo>
                  <a:lnTo>
                    <a:pt x="3287" y="40005"/>
                  </a:lnTo>
                  <a:lnTo>
                    <a:pt x="4383" y="37226"/>
                  </a:lnTo>
                  <a:lnTo>
                    <a:pt x="5478" y="35004"/>
                  </a:lnTo>
                  <a:lnTo>
                    <a:pt x="7671" y="32781"/>
                  </a:lnTo>
                  <a:lnTo>
                    <a:pt x="9315" y="30559"/>
                  </a:lnTo>
                  <a:lnTo>
                    <a:pt x="11506" y="27781"/>
                  </a:lnTo>
                  <a:lnTo>
                    <a:pt x="14793" y="26670"/>
                  </a:lnTo>
                  <a:lnTo>
                    <a:pt x="16986" y="23335"/>
                  </a:lnTo>
                  <a:lnTo>
                    <a:pt x="20821" y="21113"/>
                  </a:lnTo>
                  <a:lnTo>
                    <a:pt x="21917" y="20000"/>
                  </a:lnTo>
                  <a:lnTo>
                    <a:pt x="24109" y="18890"/>
                  </a:lnTo>
                  <a:lnTo>
                    <a:pt x="26301" y="17780"/>
                  </a:lnTo>
                  <a:lnTo>
                    <a:pt x="28493" y="17224"/>
                  </a:lnTo>
                  <a:lnTo>
                    <a:pt x="30136" y="16113"/>
                  </a:lnTo>
                  <a:lnTo>
                    <a:pt x="32328" y="15000"/>
                  </a:lnTo>
                  <a:lnTo>
                    <a:pt x="34520" y="13890"/>
                  </a:lnTo>
                  <a:lnTo>
                    <a:pt x="37808" y="11668"/>
                  </a:lnTo>
                  <a:lnTo>
                    <a:pt x="39451" y="10556"/>
                  </a:lnTo>
                  <a:lnTo>
                    <a:pt x="41643" y="10556"/>
                  </a:lnTo>
                  <a:lnTo>
                    <a:pt x="43835" y="8334"/>
                  </a:lnTo>
                  <a:lnTo>
                    <a:pt x="46027" y="8334"/>
                  </a:lnTo>
                  <a:lnTo>
                    <a:pt x="48219" y="7223"/>
                  </a:lnTo>
                  <a:lnTo>
                    <a:pt x="49862" y="6667"/>
                  </a:lnTo>
                  <a:lnTo>
                    <a:pt x="52054" y="5556"/>
                  </a:lnTo>
                  <a:lnTo>
                    <a:pt x="54246" y="4445"/>
                  </a:lnTo>
                  <a:lnTo>
                    <a:pt x="58629" y="3333"/>
                  </a:lnTo>
                  <a:lnTo>
                    <a:pt x="61369" y="2222"/>
                  </a:lnTo>
                  <a:lnTo>
                    <a:pt x="63561" y="1111"/>
                  </a:lnTo>
                  <a:lnTo>
                    <a:pt x="66849" y="0"/>
                  </a:lnTo>
                  <a:lnTo>
                    <a:pt x="67945" y="0"/>
                  </a:lnTo>
                  <a:close/>
                </a:path>
              </a:pathLst>
            </a:custGeom>
            <a:solidFill>
              <a:schemeClr val="folHlink"/>
            </a:solidFill>
            <a:ln>
              <a:noFill/>
            </a:ln>
            <a:effectLst/>
          </p:spPr>
          <p:txBody>
            <a:bodyPr vert="horz" wrap="square" lIns="0" tIns="0" rIns="4445" bIns="2540" numCol="1" spcCol="215900" anchor="t"/>
            <a:lstStyle/>
            <a:p>
              <a:pPr/>
              <a:endParaRPr lang="en-us" cap="none"/>
            </a:p>
          </p:txBody>
        </p:sp>
        <p:sp>
          <p:nvSpPr>
            <p:cNvPr id="36" name="Freeform 201"/>
            <p:cNvSpPr>
              <a:extLst>
                <a:ext uri="smNativeData">
                  <pr:smNativeData xmlns:pr="smNativeData" xmlns="smNativeData" val="SMDATA_15_VcZhaRMAAAAlAAAACwAAAA0AAAAAAAAAAAAAAAAHAAAABA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VQ4AAAcMAADJDwAAlQwAAAAAAAAmAAAACAAAAP//////////"/>
                </a:ext>
              </a:extLst>
            </p:cNvSpPr>
            <p:nvPr/>
          </p:nvSpPr>
          <p:spPr>
            <a:xfrm>
              <a:off x="2329815" y="1955165"/>
              <a:ext cx="236220" cy="90170"/>
            </a:xfrm>
            <a:custGeom>
              <a:avLst/>
              <a:gdLst/>
              <a:ahLst/>
              <a:cxnLst/>
              <a:rect l="0" t="0" r="236220" b="90170"/>
              <a:pathLst>
                <a:path w="236220" h="90170">
                  <a:moveTo>
                    <a:pt x="236220" y="0"/>
                  </a:moveTo>
                  <a:lnTo>
                    <a:pt x="236220" y="2213"/>
                  </a:lnTo>
                  <a:lnTo>
                    <a:pt x="235106" y="4426"/>
                  </a:lnTo>
                  <a:lnTo>
                    <a:pt x="233992" y="6085"/>
                  </a:lnTo>
                  <a:lnTo>
                    <a:pt x="231763" y="9404"/>
                  </a:lnTo>
                  <a:lnTo>
                    <a:pt x="230649" y="13830"/>
                  </a:lnTo>
                  <a:lnTo>
                    <a:pt x="228977" y="14936"/>
                  </a:lnTo>
                  <a:lnTo>
                    <a:pt x="227863" y="17702"/>
                  </a:lnTo>
                  <a:lnTo>
                    <a:pt x="226749" y="19915"/>
                  </a:lnTo>
                  <a:lnTo>
                    <a:pt x="225635" y="22128"/>
                  </a:lnTo>
                  <a:lnTo>
                    <a:pt x="223406" y="24357"/>
                  </a:lnTo>
                  <a:lnTo>
                    <a:pt x="222292" y="26000"/>
                  </a:lnTo>
                  <a:lnTo>
                    <a:pt x="220063" y="29319"/>
                  </a:lnTo>
                  <a:lnTo>
                    <a:pt x="218949" y="31532"/>
                  </a:lnTo>
                  <a:lnTo>
                    <a:pt x="216164" y="33745"/>
                  </a:lnTo>
                  <a:lnTo>
                    <a:pt x="213935" y="36511"/>
                  </a:lnTo>
                  <a:lnTo>
                    <a:pt x="211707" y="38739"/>
                  </a:lnTo>
                  <a:lnTo>
                    <a:pt x="209478" y="42042"/>
                  </a:lnTo>
                  <a:lnTo>
                    <a:pt x="207807" y="44255"/>
                  </a:lnTo>
                  <a:lnTo>
                    <a:pt x="204464" y="46468"/>
                  </a:lnTo>
                  <a:lnTo>
                    <a:pt x="201121" y="49234"/>
                  </a:lnTo>
                  <a:lnTo>
                    <a:pt x="198893" y="51462"/>
                  </a:lnTo>
                  <a:lnTo>
                    <a:pt x="194993" y="53659"/>
                  </a:lnTo>
                  <a:lnTo>
                    <a:pt x="191650" y="55872"/>
                  </a:lnTo>
                  <a:lnTo>
                    <a:pt x="188307" y="57532"/>
                  </a:lnTo>
                  <a:lnTo>
                    <a:pt x="185522" y="60851"/>
                  </a:lnTo>
                  <a:lnTo>
                    <a:pt x="181065" y="61957"/>
                  </a:lnTo>
                  <a:lnTo>
                    <a:pt x="177722" y="64170"/>
                  </a:lnTo>
                  <a:lnTo>
                    <a:pt x="173822" y="66383"/>
                  </a:lnTo>
                  <a:lnTo>
                    <a:pt x="169365" y="67489"/>
                  </a:lnTo>
                  <a:lnTo>
                    <a:pt x="167137" y="68042"/>
                  </a:lnTo>
                  <a:lnTo>
                    <a:pt x="164908" y="69149"/>
                  </a:lnTo>
                  <a:lnTo>
                    <a:pt x="163237" y="70255"/>
                  </a:lnTo>
                  <a:lnTo>
                    <a:pt x="161008" y="70255"/>
                  </a:lnTo>
                  <a:lnTo>
                    <a:pt x="156551" y="72468"/>
                  </a:lnTo>
                  <a:lnTo>
                    <a:pt x="153766" y="74681"/>
                  </a:lnTo>
                  <a:lnTo>
                    <a:pt x="150423" y="74681"/>
                  </a:lnTo>
                  <a:lnTo>
                    <a:pt x="148195" y="75787"/>
                  </a:lnTo>
                  <a:lnTo>
                    <a:pt x="145966" y="75787"/>
                  </a:lnTo>
                  <a:lnTo>
                    <a:pt x="143738" y="76893"/>
                  </a:lnTo>
                  <a:lnTo>
                    <a:pt x="142066" y="78000"/>
                  </a:lnTo>
                  <a:lnTo>
                    <a:pt x="139838" y="78000"/>
                  </a:lnTo>
                  <a:lnTo>
                    <a:pt x="137609" y="78553"/>
                  </a:lnTo>
                  <a:lnTo>
                    <a:pt x="135381" y="79659"/>
                  </a:lnTo>
                  <a:lnTo>
                    <a:pt x="133152" y="79659"/>
                  </a:lnTo>
                  <a:lnTo>
                    <a:pt x="131481" y="80766"/>
                  </a:lnTo>
                  <a:lnTo>
                    <a:pt x="129252" y="80766"/>
                  </a:lnTo>
                  <a:lnTo>
                    <a:pt x="127024" y="81872"/>
                  </a:lnTo>
                  <a:lnTo>
                    <a:pt x="124795" y="81872"/>
                  </a:lnTo>
                  <a:lnTo>
                    <a:pt x="122567" y="82979"/>
                  </a:lnTo>
                  <a:lnTo>
                    <a:pt x="120896" y="82979"/>
                  </a:lnTo>
                  <a:lnTo>
                    <a:pt x="118667" y="84085"/>
                  </a:lnTo>
                  <a:lnTo>
                    <a:pt x="116439" y="84085"/>
                  </a:lnTo>
                  <a:lnTo>
                    <a:pt x="114210" y="85191"/>
                  </a:lnTo>
                  <a:lnTo>
                    <a:pt x="111982" y="85191"/>
                  </a:lnTo>
                  <a:lnTo>
                    <a:pt x="110310" y="86298"/>
                  </a:lnTo>
                  <a:lnTo>
                    <a:pt x="108082" y="86298"/>
                  </a:lnTo>
                  <a:lnTo>
                    <a:pt x="105853" y="86298"/>
                  </a:lnTo>
                  <a:lnTo>
                    <a:pt x="103625" y="86298"/>
                  </a:lnTo>
                  <a:lnTo>
                    <a:pt x="101396" y="87404"/>
                  </a:lnTo>
                  <a:lnTo>
                    <a:pt x="99725" y="87404"/>
                  </a:lnTo>
                  <a:lnTo>
                    <a:pt x="97496" y="87404"/>
                  </a:lnTo>
                  <a:lnTo>
                    <a:pt x="95268" y="87404"/>
                  </a:lnTo>
                  <a:lnTo>
                    <a:pt x="93039" y="88510"/>
                  </a:lnTo>
                  <a:lnTo>
                    <a:pt x="89140" y="88510"/>
                  </a:lnTo>
                  <a:lnTo>
                    <a:pt x="84683" y="89064"/>
                  </a:lnTo>
                  <a:lnTo>
                    <a:pt x="80226" y="89064"/>
                  </a:lnTo>
                  <a:lnTo>
                    <a:pt x="77440" y="89064"/>
                  </a:lnTo>
                  <a:lnTo>
                    <a:pt x="72983" y="89064"/>
                  </a:lnTo>
                  <a:lnTo>
                    <a:pt x="69640" y="90170"/>
                  </a:lnTo>
                  <a:lnTo>
                    <a:pt x="65740" y="90170"/>
                  </a:lnTo>
                  <a:lnTo>
                    <a:pt x="62398" y="90170"/>
                  </a:lnTo>
                  <a:lnTo>
                    <a:pt x="59055" y="90170"/>
                  </a:lnTo>
                  <a:lnTo>
                    <a:pt x="56269" y="90170"/>
                  </a:lnTo>
                  <a:lnTo>
                    <a:pt x="52927" y="89064"/>
                  </a:lnTo>
                  <a:lnTo>
                    <a:pt x="48470" y="88510"/>
                  </a:lnTo>
                  <a:lnTo>
                    <a:pt x="45684" y="88510"/>
                  </a:lnTo>
                  <a:lnTo>
                    <a:pt x="43456" y="88510"/>
                  </a:lnTo>
                  <a:lnTo>
                    <a:pt x="40113" y="88510"/>
                  </a:lnTo>
                  <a:lnTo>
                    <a:pt x="36770" y="87404"/>
                  </a:lnTo>
                  <a:lnTo>
                    <a:pt x="35099" y="87404"/>
                  </a:lnTo>
                  <a:lnTo>
                    <a:pt x="32870" y="87404"/>
                  </a:lnTo>
                  <a:lnTo>
                    <a:pt x="29528" y="87404"/>
                  </a:lnTo>
                  <a:lnTo>
                    <a:pt x="27299" y="86298"/>
                  </a:lnTo>
                  <a:lnTo>
                    <a:pt x="24513" y="86298"/>
                  </a:lnTo>
                  <a:lnTo>
                    <a:pt x="23399" y="86298"/>
                  </a:lnTo>
                  <a:lnTo>
                    <a:pt x="20056" y="86298"/>
                  </a:lnTo>
                  <a:lnTo>
                    <a:pt x="18942" y="85184"/>
                  </a:lnTo>
                  <a:lnTo>
                    <a:pt x="16714" y="85184"/>
                  </a:lnTo>
                  <a:lnTo>
                    <a:pt x="14485" y="85184"/>
                  </a:lnTo>
                  <a:lnTo>
                    <a:pt x="11700" y="85184"/>
                  </a:lnTo>
                  <a:lnTo>
                    <a:pt x="8357" y="84085"/>
                  </a:lnTo>
                  <a:lnTo>
                    <a:pt x="5014" y="84085"/>
                  </a:lnTo>
                  <a:lnTo>
                    <a:pt x="3900" y="84085"/>
                  </a:lnTo>
                  <a:lnTo>
                    <a:pt x="1114" y="82979"/>
                  </a:lnTo>
                  <a:lnTo>
                    <a:pt x="0" y="82979"/>
                  </a:lnTo>
                  <a:lnTo>
                    <a:pt x="21171" y="37617"/>
                  </a:lnTo>
                  <a:lnTo>
                    <a:pt x="163237" y="42042"/>
                  </a:lnTo>
                  <a:lnTo>
                    <a:pt x="236220" y="0"/>
                  </a:lnTo>
                  <a:close/>
                </a:path>
              </a:pathLst>
            </a:custGeom>
            <a:solidFill>
              <a:schemeClr val="folHlink"/>
            </a:solidFill>
            <a:ln>
              <a:noFill/>
            </a:ln>
            <a:effectLst/>
          </p:spPr>
          <p:txBody>
            <a:bodyPr vert="horz" wrap="square" lIns="0" tIns="0" rIns="4445" bIns="2540" numCol="1" spcCol="215900" anchor="t"/>
            <a:lstStyle/>
            <a:p>
              <a:pPr/>
              <a:endParaRPr lang="en-us" cap="none"/>
            </a:p>
          </p:txBody>
        </p:sp>
        <p:sp>
          <p:nvSpPr>
            <p:cNvPr id="35" name="Freeform 202"/>
            <p:cNvSpPr>
              <a:extLst>
                <a:ext uri="smNativeData">
                  <pr:smNativeData xmlns:pr="smNativeData" xmlns="smNativeData" val="SMDATA_15_VcZhaRMAAAAlAAAACwAAAA0AAAAAAAAAAAAAAAAIAAAABA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ecc8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xxEAAN8LAACDEgAAmgwAAAAAAAAmAAAACAAAAP//////////"/>
                </a:ext>
              </a:extLst>
            </p:cNvSpPr>
            <p:nvPr/>
          </p:nvSpPr>
          <p:spPr>
            <a:xfrm>
              <a:off x="2889885" y="1929765"/>
              <a:ext cx="119380" cy="118745"/>
            </a:xfrm>
            <a:custGeom>
              <a:avLst/>
              <a:gdLst/>
              <a:ahLst/>
              <a:cxnLst/>
              <a:rect l="0" t="0" r="119380" b="118745"/>
              <a:pathLst>
                <a:path w="119380" h="118745">
                  <a:moveTo>
                    <a:pt x="66135" y="0"/>
                  </a:moveTo>
                  <a:lnTo>
                    <a:pt x="65014" y="0"/>
                  </a:lnTo>
                  <a:lnTo>
                    <a:pt x="61652" y="0"/>
                  </a:lnTo>
                  <a:lnTo>
                    <a:pt x="59410" y="0"/>
                  </a:lnTo>
                  <a:lnTo>
                    <a:pt x="57168" y="0"/>
                  </a:lnTo>
                  <a:lnTo>
                    <a:pt x="54366" y="1104"/>
                  </a:lnTo>
                  <a:lnTo>
                    <a:pt x="52124" y="1104"/>
                  </a:lnTo>
                  <a:lnTo>
                    <a:pt x="48761" y="1104"/>
                  </a:lnTo>
                  <a:lnTo>
                    <a:pt x="45398" y="2209"/>
                  </a:lnTo>
                  <a:lnTo>
                    <a:pt x="43717" y="2209"/>
                  </a:lnTo>
                  <a:lnTo>
                    <a:pt x="40354" y="3313"/>
                  </a:lnTo>
                  <a:lnTo>
                    <a:pt x="36991" y="4418"/>
                  </a:lnTo>
                  <a:lnTo>
                    <a:pt x="33628" y="5523"/>
                  </a:lnTo>
                  <a:lnTo>
                    <a:pt x="30826" y="6627"/>
                  </a:lnTo>
                  <a:lnTo>
                    <a:pt x="28584" y="8836"/>
                  </a:lnTo>
                  <a:lnTo>
                    <a:pt x="25221" y="9941"/>
                  </a:lnTo>
                  <a:lnTo>
                    <a:pt x="22419" y="11598"/>
                  </a:lnTo>
                  <a:lnTo>
                    <a:pt x="20177" y="13807"/>
                  </a:lnTo>
                  <a:lnTo>
                    <a:pt x="17935" y="16016"/>
                  </a:lnTo>
                  <a:lnTo>
                    <a:pt x="15693" y="18224"/>
                  </a:lnTo>
                  <a:lnTo>
                    <a:pt x="13451" y="20435"/>
                  </a:lnTo>
                  <a:lnTo>
                    <a:pt x="11770" y="23196"/>
                  </a:lnTo>
                  <a:lnTo>
                    <a:pt x="10649" y="26509"/>
                  </a:lnTo>
                  <a:lnTo>
                    <a:pt x="9528" y="28719"/>
                  </a:lnTo>
                  <a:lnTo>
                    <a:pt x="7286" y="31481"/>
                  </a:lnTo>
                  <a:lnTo>
                    <a:pt x="6165" y="35899"/>
                  </a:lnTo>
                  <a:lnTo>
                    <a:pt x="5044" y="39213"/>
                  </a:lnTo>
                  <a:lnTo>
                    <a:pt x="3923" y="41974"/>
                  </a:lnTo>
                  <a:lnTo>
                    <a:pt x="2802" y="46393"/>
                  </a:lnTo>
                  <a:lnTo>
                    <a:pt x="1681" y="49707"/>
                  </a:lnTo>
                  <a:lnTo>
                    <a:pt x="1681" y="54677"/>
                  </a:lnTo>
                  <a:lnTo>
                    <a:pt x="1121" y="55782"/>
                  </a:lnTo>
                  <a:lnTo>
                    <a:pt x="0" y="59096"/>
                  </a:lnTo>
                  <a:lnTo>
                    <a:pt x="0" y="60200"/>
                  </a:lnTo>
                  <a:lnTo>
                    <a:pt x="0" y="62962"/>
                  </a:lnTo>
                  <a:lnTo>
                    <a:pt x="0" y="64067"/>
                  </a:lnTo>
                  <a:lnTo>
                    <a:pt x="0" y="66276"/>
                  </a:lnTo>
                  <a:lnTo>
                    <a:pt x="0" y="69590"/>
                  </a:lnTo>
                  <a:lnTo>
                    <a:pt x="0" y="71799"/>
                  </a:lnTo>
                  <a:lnTo>
                    <a:pt x="0" y="75665"/>
                  </a:lnTo>
                  <a:lnTo>
                    <a:pt x="0" y="80083"/>
                  </a:lnTo>
                  <a:lnTo>
                    <a:pt x="0" y="81188"/>
                  </a:lnTo>
                  <a:lnTo>
                    <a:pt x="1121" y="83949"/>
                  </a:lnTo>
                  <a:lnTo>
                    <a:pt x="1681" y="85054"/>
                  </a:lnTo>
                  <a:lnTo>
                    <a:pt x="1681" y="88368"/>
                  </a:lnTo>
                  <a:lnTo>
                    <a:pt x="2802" y="91682"/>
                  </a:lnTo>
                  <a:lnTo>
                    <a:pt x="3923" y="94443"/>
                  </a:lnTo>
                  <a:lnTo>
                    <a:pt x="6165" y="98862"/>
                  </a:lnTo>
                  <a:lnTo>
                    <a:pt x="7286" y="102175"/>
                  </a:lnTo>
                  <a:lnTo>
                    <a:pt x="9528" y="104937"/>
                  </a:lnTo>
                  <a:lnTo>
                    <a:pt x="11770" y="108251"/>
                  </a:lnTo>
                  <a:lnTo>
                    <a:pt x="13451" y="110460"/>
                  </a:lnTo>
                  <a:lnTo>
                    <a:pt x="16814" y="112669"/>
                  </a:lnTo>
                  <a:lnTo>
                    <a:pt x="19056" y="114878"/>
                  </a:lnTo>
                  <a:lnTo>
                    <a:pt x="22419" y="115431"/>
                  </a:lnTo>
                  <a:lnTo>
                    <a:pt x="24100" y="116535"/>
                  </a:lnTo>
                  <a:lnTo>
                    <a:pt x="28584" y="117640"/>
                  </a:lnTo>
                  <a:lnTo>
                    <a:pt x="31947" y="117640"/>
                  </a:lnTo>
                  <a:lnTo>
                    <a:pt x="34749" y="118745"/>
                  </a:lnTo>
                  <a:lnTo>
                    <a:pt x="38112" y="118745"/>
                  </a:lnTo>
                  <a:lnTo>
                    <a:pt x="41475" y="118745"/>
                  </a:lnTo>
                  <a:lnTo>
                    <a:pt x="45398" y="118745"/>
                  </a:lnTo>
                  <a:lnTo>
                    <a:pt x="48761" y="117640"/>
                  </a:lnTo>
                  <a:lnTo>
                    <a:pt x="53245" y="117640"/>
                  </a:lnTo>
                  <a:lnTo>
                    <a:pt x="57168" y="116535"/>
                  </a:lnTo>
                  <a:lnTo>
                    <a:pt x="59410" y="116535"/>
                  </a:lnTo>
                  <a:lnTo>
                    <a:pt x="61652" y="115431"/>
                  </a:lnTo>
                  <a:lnTo>
                    <a:pt x="63894" y="114878"/>
                  </a:lnTo>
                  <a:lnTo>
                    <a:pt x="66135" y="114878"/>
                  </a:lnTo>
                  <a:lnTo>
                    <a:pt x="68938" y="113774"/>
                  </a:lnTo>
                  <a:lnTo>
                    <a:pt x="71180" y="112669"/>
                  </a:lnTo>
                  <a:lnTo>
                    <a:pt x="73422" y="111565"/>
                  </a:lnTo>
                  <a:lnTo>
                    <a:pt x="75663" y="111565"/>
                  </a:lnTo>
                  <a:lnTo>
                    <a:pt x="77345" y="110460"/>
                  </a:lnTo>
                  <a:lnTo>
                    <a:pt x="79587" y="109355"/>
                  </a:lnTo>
                  <a:lnTo>
                    <a:pt x="81829" y="108251"/>
                  </a:lnTo>
                  <a:lnTo>
                    <a:pt x="84070" y="107146"/>
                  </a:lnTo>
                  <a:lnTo>
                    <a:pt x="86312" y="106042"/>
                  </a:lnTo>
                  <a:lnTo>
                    <a:pt x="89115" y="104937"/>
                  </a:lnTo>
                  <a:lnTo>
                    <a:pt x="90236" y="104385"/>
                  </a:lnTo>
                  <a:lnTo>
                    <a:pt x="93598" y="103280"/>
                  </a:lnTo>
                  <a:lnTo>
                    <a:pt x="96961" y="101071"/>
                  </a:lnTo>
                  <a:lnTo>
                    <a:pt x="99764" y="99966"/>
                  </a:lnTo>
                  <a:lnTo>
                    <a:pt x="103126" y="97757"/>
                  </a:lnTo>
                  <a:lnTo>
                    <a:pt x="106489" y="96652"/>
                  </a:lnTo>
                  <a:lnTo>
                    <a:pt x="108731" y="94443"/>
                  </a:lnTo>
                  <a:lnTo>
                    <a:pt x="111533" y="92786"/>
                  </a:lnTo>
                  <a:lnTo>
                    <a:pt x="113775" y="91682"/>
                  </a:lnTo>
                  <a:lnTo>
                    <a:pt x="116017" y="90577"/>
                  </a:lnTo>
                  <a:lnTo>
                    <a:pt x="118259" y="89472"/>
                  </a:lnTo>
                  <a:lnTo>
                    <a:pt x="119380" y="88368"/>
                  </a:lnTo>
                  <a:lnTo>
                    <a:pt x="44838" y="70694"/>
                  </a:lnTo>
                  <a:lnTo>
                    <a:pt x="66135" y="0"/>
                  </a:lnTo>
                  <a:close/>
                </a:path>
              </a:pathLst>
            </a:custGeom>
            <a:solidFill>
              <a:schemeClr val="folHlink"/>
            </a:solidFill>
            <a:ln>
              <a:noFill/>
            </a:ln>
            <a:effectLst/>
          </p:spPr>
          <p:txBody>
            <a:bodyPr vert="horz" wrap="square" lIns="0" tIns="0" rIns="5080" bIns="2540" numCol="1" spcCol="215900" anchor="t"/>
            <a:lstStyle/>
            <a:p>
              <a:pPr/>
              <a:endParaRPr lang="en-us" cap="none"/>
            </a:p>
          </p:txBody>
        </p:sp>
        <p:sp>
          <p:nvSpPr>
            <p:cNvPr id="34" name="Oval 203"/>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Gb/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Gb/AP///wEAAAAAAAAAAAAAAAAAAAAAAAAAAAAAAAAAAAAAAAAAAAAAAAJ/f38AH0l9A8zMzADAwP8Af39/AAAAAAAAAAAAAAAAAAAAAAAAAAAAIQAAABgAAAAUAAAAGg8AAEAKAAApEgAAxAoAAAAgAAAmAAAACAAAAP//////////"/>
                </a:ext>
              </a:extLst>
            </p:cNvSpPr>
            <p:nvPr/>
          </p:nvSpPr>
          <p:spPr>
            <a:xfrm>
              <a:off x="2454910" y="1666240"/>
              <a:ext cx="497205" cy="83820"/>
            </a:xfrm>
            <a:prstGeom prst="ellipse">
              <a:avLst/>
            </a:prstGeom>
            <a:solidFill>
              <a:srgbClr val="0066FF"/>
            </a:solidFill>
            <a:ln>
              <a:noFill/>
            </a:ln>
            <a:effectLst/>
          </p:spPr>
          <p:txBody>
            <a:bodyPr vert="horz" wrap="none" lIns="91440" tIns="45720" rIns="91440" bIns="45720" numCol="1" spcCol="215900" anchor="ctr"/>
            <a:lstStyle/>
            <a:p>
              <a:pPr/>
              <a:endParaRPr lang="en-us" cap="none"/>
            </a:p>
          </p:txBody>
        </p:sp>
        <p:sp>
          <p:nvSpPr>
            <p:cNvPr id="33" name="Freeform 204"/>
            <p:cNvSpPr>
              <a:extLst>
                <a:ext uri="smNativeData">
                  <pr:smNativeData xmlns:pr="smNativeData" xmlns="smNativeData" val="SMDATA_15_VcZhaRMAAAAlAAAACwAAAA0AAAAAAAAAAAAAAAAIAAAABAAAAAAAAAAAAAAAAAAAAAEAAABQAAAAAAAAAAAA4D8AAAAAAADgPwAAAAAAAOA/AAAAAAAA4D8AAAAAAADgPwAAAAAAAOA/AAAAAAAA4D8AAAAAAADgPwAAAAAAAOA/AAAAAAAA4D8CAAAAjAAAAAEAAAAAAAAAzOz/A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N6VF1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zOz/AP///wEAAAAAAAAAAAAAAAAAAAAAAAAAAAAAAAAAAAAAAAAAAAAAAAJ/f38AH0l9A8zMzADAwP8Af39/AAAAAAAAAAAAAAAAAAAAAAAAAAAAIQAAABgAAAAUAAAA9Q4AAE0JAACIEgAAXgoAAAAAAAAmAAAACAAAAP//////////"/>
                </a:ext>
              </a:extLst>
            </p:cNvSpPr>
            <p:nvPr/>
          </p:nvSpPr>
          <p:spPr>
            <a:xfrm>
              <a:off x="2431415" y="1511935"/>
              <a:ext cx="581025" cy="173355"/>
            </a:xfrm>
            <a:custGeom>
              <a:avLst/>
              <a:gdLst/>
              <a:ahLst/>
              <a:cxnLst/>
              <a:rect l="0" t="0" r="581025" b="173355"/>
              <a:pathLst>
                <a:path w="581025" h="173355">
                  <a:moveTo>
                    <a:pt x="44608" y="0"/>
                  </a:moveTo>
                  <a:lnTo>
                    <a:pt x="43493" y="0"/>
                  </a:lnTo>
                  <a:lnTo>
                    <a:pt x="40705" y="1122"/>
                  </a:lnTo>
                  <a:lnTo>
                    <a:pt x="39589" y="1683"/>
                  </a:lnTo>
                  <a:lnTo>
                    <a:pt x="37359" y="2805"/>
                  </a:lnTo>
                  <a:lnTo>
                    <a:pt x="35129" y="3927"/>
                  </a:lnTo>
                  <a:lnTo>
                    <a:pt x="32341" y="6171"/>
                  </a:lnTo>
                  <a:lnTo>
                    <a:pt x="28995" y="7293"/>
                  </a:lnTo>
                  <a:lnTo>
                    <a:pt x="26765" y="9523"/>
                  </a:lnTo>
                  <a:lnTo>
                    <a:pt x="23419" y="11781"/>
                  </a:lnTo>
                  <a:lnTo>
                    <a:pt x="21746" y="14586"/>
                  </a:lnTo>
                  <a:lnTo>
                    <a:pt x="18400" y="17932"/>
                  </a:lnTo>
                  <a:lnTo>
                    <a:pt x="15055" y="21318"/>
                  </a:lnTo>
                  <a:lnTo>
                    <a:pt x="13940" y="23000"/>
                  </a:lnTo>
                  <a:lnTo>
                    <a:pt x="11709" y="24123"/>
                  </a:lnTo>
                  <a:lnTo>
                    <a:pt x="11152" y="27489"/>
                  </a:lnTo>
                  <a:lnTo>
                    <a:pt x="10036" y="29734"/>
                  </a:lnTo>
                  <a:lnTo>
                    <a:pt x="7806" y="33100"/>
                  </a:lnTo>
                  <a:lnTo>
                    <a:pt x="5576" y="37027"/>
                  </a:lnTo>
                  <a:lnTo>
                    <a:pt x="4460" y="40393"/>
                  </a:lnTo>
                  <a:lnTo>
                    <a:pt x="3345" y="42636"/>
                  </a:lnTo>
                  <a:lnTo>
                    <a:pt x="2230" y="44320"/>
                  </a:lnTo>
                  <a:lnTo>
                    <a:pt x="2230" y="46564"/>
                  </a:lnTo>
                  <a:lnTo>
                    <a:pt x="1115" y="48808"/>
                  </a:lnTo>
                  <a:lnTo>
                    <a:pt x="1115" y="52174"/>
                  </a:lnTo>
                  <a:lnTo>
                    <a:pt x="1115" y="54418"/>
                  </a:lnTo>
                  <a:lnTo>
                    <a:pt x="1115" y="56101"/>
                  </a:lnTo>
                  <a:lnTo>
                    <a:pt x="0" y="58346"/>
                  </a:lnTo>
                  <a:lnTo>
                    <a:pt x="0" y="60590"/>
                  </a:lnTo>
                  <a:lnTo>
                    <a:pt x="0" y="63956"/>
                  </a:lnTo>
                  <a:lnTo>
                    <a:pt x="0" y="65639"/>
                  </a:lnTo>
                  <a:lnTo>
                    <a:pt x="0" y="67883"/>
                  </a:lnTo>
                  <a:lnTo>
                    <a:pt x="0" y="70127"/>
                  </a:lnTo>
                  <a:lnTo>
                    <a:pt x="0" y="72371"/>
                  </a:lnTo>
                  <a:lnTo>
                    <a:pt x="1115" y="74615"/>
                  </a:lnTo>
                  <a:lnTo>
                    <a:pt x="1115" y="76298"/>
                  </a:lnTo>
                  <a:lnTo>
                    <a:pt x="2230" y="78542"/>
                  </a:lnTo>
                  <a:lnTo>
                    <a:pt x="2230" y="80786"/>
                  </a:lnTo>
                  <a:lnTo>
                    <a:pt x="3345" y="83030"/>
                  </a:lnTo>
                  <a:lnTo>
                    <a:pt x="3345" y="85274"/>
                  </a:lnTo>
                  <a:lnTo>
                    <a:pt x="4460" y="88080"/>
                  </a:lnTo>
                  <a:lnTo>
                    <a:pt x="4460" y="89202"/>
                  </a:lnTo>
                  <a:lnTo>
                    <a:pt x="5576" y="92568"/>
                  </a:lnTo>
                  <a:lnTo>
                    <a:pt x="6691" y="93683"/>
                  </a:lnTo>
                  <a:lnTo>
                    <a:pt x="7806" y="97056"/>
                  </a:lnTo>
                  <a:lnTo>
                    <a:pt x="8921" y="97617"/>
                  </a:lnTo>
                  <a:lnTo>
                    <a:pt x="10036" y="100983"/>
                  </a:lnTo>
                  <a:lnTo>
                    <a:pt x="11709" y="104349"/>
                  </a:lnTo>
                  <a:lnTo>
                    <a:pt x="13940" y="108276"/>
                  </a:lnTo>
                  <a:lnTo>
                    <a:pt x="17285" y="111621"/>
                  </a:lnTo>
                  <a:lnTo>
                    <a:pt x="20631" y="117253"/>
                  </a:lnTo>
                  <a:lnTo>
                    <a:pt x="23419" y="120041"/>
                  </a:lnTo>
                  <a:lnTo>
                    <a:pt x="26765" y="123424"/>
                  </a:lnTo>
                  <a:lnTo>
                    <a:pt x="31225" y="126790"/>
                  </a:lnTo>
                  <a:lnTo>
                    <a:pt x="35129" y="130694"/>
                  </a:lnTo>
                  <a:lnTo>
                    <a:pt x="38474" y="132961"/>
                  </a:lnTo>
                  <a:lnTo>
                    <a:pt x="42935" y="136327"/>
                  </a:lnTo>
                  <a:lnTo>
                    <a:pt x="44608" y="137449"/>
                  </a:lnTo>
                  <a:lnTo>
                    <a:pt x="47954" y="139693"/>
                  </a:lnTo>
                  <a:lnTo>
                    <a:pt x="50184" y="140254"/>
                  </a:lnTo>
                  <a:lnTo>
                    <a:pt x="52414" y="141376"/>
                  </a:lnTo>
                  <a:lnTo>
                    <a:pt x="54087" y="142498"/>
                  </a:lnTo>
                  <a:lnTo>
                    <a:pt x="56318" y="143620"/>
                  </a:lnTo>
                  <a:lnTo>
                    <a:pt x="59663" y="145865"/>
                  </a:lnTo>
                  <a:lnTo>
                    <a:pt x="61894" y="146987"/>
                  </a:lnTo>
                  <a:lnTo>
                    <a:pt x="64124" y="146987"/>
                  </a:lnTo>
                  <a:lnTo>
                    <a:pt x="66912" y="148109"/>
                  </a:lnTo>
                  <a:lnTo>
                    <a:pt x="69143" y="149231"/>
                  </a:lnTo>
                  <a:lnTo>
                    <a:pt x="72488" y="150353"/>
                  </a:lnTo>
                  <a:lnTo>
                    <a:pt x="74719" y="151475"/>
                  </a:lnTo>
                  <a:lnTo>
                    <a:pt x="77507" y="151475"/>
                  </a:lnTo>
                  <a:lnTo>
                    <a:pt x="79737" y="152036"/>
                  </a:lnTo>
                  <a:lnTo>
                    <a:pt x="83083" y="152036"/>
                  </a:lnTo>
                  <a:lnTo>
                    <a:pt x="85871" y="153158"/>
                  </a:lnTo>
                  <a:lnTo>
                    <a:pt x="89216" y="154280"/>
                  </a:lnTo>
                  <a:lnTo>
                    <a:pt x="91447" y="154280"/>
                  </a:lnTo>
                  <a:lnTo>
                    <a:pt x="94792" y="155402"/>
                  </a:lnTo>
                  <a:lnTo>
                    <a:pt x="97580" y="155402"/>
                  </a:lnTo>
                  <a:lnTo>
                    <a:pt x="100926" y="156524"/>
                  </a:lnTo>
                  <a:lnTo>
                    <a:pt x="103157" y="156524"/>
                  </a:lnTo>
                  <a:lnTo>
                    <a:pt x="106502" y="157646"/>
                  </a:lnTo>
                  <a:lnTo>
                    <a:pt x="109290" y="158768"/>
                  </a:lnTo>
                  <a:lnTo>
                    <a:pt x="112636" y="159890"/>
                  </a:lnTo>
                  <a:lnTo>
                    <a:pt x="115980" y="159890"/>
                  </a:lnTo>
                  <a:lnTo>
                    <a:pt x="118768" y="161012"/>
                  </a:lnTo>
                  <a:lnTo>
                    <a:pt x="122115" y="161012"/>
                  </a:lnTo>
                  <a:lnTo>
                    <a:pt x="125461" y="162134"/>
                  </a:lnTo>
                  <a:lnTo>
                    <a:pt x="128805" y="162695"/>
                  </a:lnTo>
                  <a:lnTo>
                    <a:pt x="131593" y="162695"/>
                  </a:lnTo>
                  <a:lnTo>
                    <a:pt x="136054" y="163817"/>
                  </a:lnTo>
                  <a:lnTo>
                    <a:pt x="139401" y="163817"/>
                  </a:lnTo>
                  <a:lnTo>
                    <a:pt x="143303" y="164939"/>
                  </a:lnTo>
                  <a:lnTo>
                    <a:pt x="146650" y="164939"/>
                  </a:lnTo>
                  <a:lnTo>
                    <a:pt x="149994" y="166061"/>
                  </a:lnTo>
                  <a:lnTo>
                    <a:pt x="155014" y="167183"/>
                  </a:lnTo>
                  <a:lnTo>
                    <a:pt x="156129" y="167183"/>
                  </a:lnTo>
                  <a:lnTo>
                    <a:pt x="158359" y="167183"/>
                  </a:lnTo>
                  <a:lnTo>
                    <a:pt x="160590" y="167183"/>
                  </a:lnTo>
                  <a:lnTo>
                    <a:pt x="163378" y="168305"/>
                  </a:lnTo>
                  <a:lnTo>
                    <a:pt x="164493" y="168305"/>
                  </a:lnTo>
                  <a:lnTo>
                    <a:pt x="166724" y="168305"/>
                  </a:lnTo>
                  <a:lnTo>
                    <a:pt x="168954" y="168305"/>
                  </a:lnTo>
                  <a:lnTo>
                    <a:pt x="172300" y="169427"/>
                  </a:lnTo>
                  <a:lnTo>
                    <a:pt x="173972" y="169427"/>
                  </a:lnTo>
                  <a:lnTo>
                    <a:pt x="176203" y="169427"/>
                  </a:lnTo>
                  <a:lnTo>
                    <a:pt x="178433" y="170549"/>
                  </a:lnTo>
                  <a:lnTo>
                    <a:pt x="180664" y="170549"/>
                  </a:lnTo>
                  <a:lnTo>
                    <a:pt x="183452" y="170549"/>
                  </a:lnTo>
                  <a:lnTo>
                    <a:pt x="185682" y="170549"/>
                  </a:lnTo>
                  <a:lnTo>
                    <a:pt x="187913" y="170549"/>
                  </a:lnTo>
                  <a:lnTo>
                    <a:pt x="190143" y="170549"/>
                  </a:lnTo>
                  <a:lnTo>
                    <a:pt x="192373" y="170549"/>
                  </a:lnTo>
                  <a:lnTo>
                    <a:pt x="194046" y="171671"/>
                  </a:lnTo>
                  <a:lnTo>
                    <a:pt x="197392" y="171671"/>
                  </a:lnTo>
                  <a:lnTo>
                    <a:pt x="200738" y="171671"/>
                  </a:lnTo>
                  <a:lnTo>
                    <a:pt x="202968" y="171671"/>
                  </a:lnTo>
                  <a:lnTo>
                    <a:pt x="204641" y="171671"/>
                  </a:lnTo>
                  <a:lnTo>
                    <a:pt x="206871" y="171671"/>
                  </a:lnTo>
                  <a:lnTo>
                    <a:pt x="210217" y="171671"/>
                  </a:lnTo>
                  <a:lnTo>
                    <a:pt x="212447" y="171671"/>
                  </a:lnTo>
                  <a:lnTo>
                    <a:pt x="215235" y="172793"/>
                  </a:lnTo>
                  <a:lnTo>
                    <a:pt x="217466" y="172793"/>
                  </a:lnTo>
                  <a:lnTo>
                    <a:pt x="220811" y="172793"/>
                  </a:lnTo>
                  <a:lnTo>
                    <a:pt x="223042" y="172793"/>
                  </a:lnTo>
                  <a:lnTo>
                    <a:pt x="225830" y="172793"/>
                  </a:lnTo>
                  <a:lnTo>
                    <a:pt x="228060" y="172793"/>
                  </a:lnTo>
                  <a:lnTo>
                    <a:pt x="231406" y="172793"/>
                  </a:lnTo>
                  <a:lnTo>
                    <a:pt x="234751" y="172793"/>
                  </a:lnTo>
                  <a:lnTo>
                    <a:pt x="236424" y="172793"/>
                  </a:lnTo>
                  <a:lnTo>
                    <a:pt x="239770" y="172793"/>
                  </a:lnTo>
                  <a:lnTo>
                    <a:pt x="243116" y="173355"/>
                  </a:lnTo>
                  <a:lnTo>
                    <a:pt x="245346" y="173355"/>
                  </a:lnTo>
                  <a:lnTo>
                    <a:pt x="248134" y="173355"/>
                  </a:lnTo>
                  <a:lnTo>
                    <a:pt x="251480" y="173355"/>
                  </a:lnTo>
                  <a:lnTo>
                    <a:pt x="253710" y="173355"/>
                  </a:lnTo>
                  <a:lnTo>
                    <a:pt x="257056" y="173355"/>
                  </a:lnTo>
                  <a:lnTo>
                    <a:pt x="259844" y="173355"/>
                  </a:lnTo>
                  <a:lnTo>
                    <a:pt x="263189" y="173355"/>
                  </a:lnTo>
                  <a:lnTo>
                    <a:pt x="266535" y="173355"/>
                  </a:lnTo>
                  <a:lnTo>
                    <a:pt x="268765" y="173355"/>
                  </a:lnTo>
                  <a:lnTo>
                    <a:pt x="271553" y="173355"/>
                  </a:lnTo>
                  <a:lnTo>
                    <a:pt x="274899" y="173355"/>
                  </a:lnTo>
                  <a:lnTo>
                    <a:pt x="278245" y="173355"/>
                  </a:lnTo>
                  <a:lnTo>
                    <a:pt x="279917" y="173355"/>
                  </a:lnTo>
                  <a:lnTo>
                    <a:pt x="283263" y="173355"/>
                  </a:lnTo>
                  <a:lnTo>
                    <a:pt x="286609" y="173355"/>
                  </a:lnTo>
                  <a:lnTo>
                    <a:pt x="289954" y="173355"/>
                  </a:lnTo>
                  <a:lnTo>
                    <a:pt x="291627" y="173355"/>
                  </a:lnTo>
                  <a:lnTo>
                    <a:pt x="294973" y="173355"/>
                  </a:lnTo>
                  <a:lnTo>
                    <a:pt x="298318" y="173355"/>
                  </a:lnTo>
                  <a:lnTo>
                    <a:pt x="301107" y="173355"/>
                  </a:lnTo>
                  <a:lnTo>
                    <a:pt x="303337" y="173355"/>
                  </a:lnTo>
                  <a:lnTo>
                    <a:pt x="306683" y="173355"/>
                  </a:lnTo>
                  <a:lnTo>
                    <a:pt x="310028" y="173355"/>
                  </a:lnTo>
                  <a:lnTo>
                    <a:pt x="312816" y="173355"/>
                  </a:lnTo>
                  <a:lnTo>
                    <a:pt x="315047" y="172793"/>
                  </a:lnTo>
                  <a:lnTo>
                    <a:pt x="318392" y="172793"/>
                  </a:lnTo>
                  <a:lnTo>
                    <a:pt x="321738" y="172793"/>
                  </a:lnTo>
                  <a:lnTo>
                    <a:pt x="324526" y="172793"/>
                  </a:lnTo>
                  <a:lnTo>
                    <a:pt x="326756" y="172793"/>
                  </a:lnTo>
                  <a:lnTo>
                    <a:pt x="330102" y="172793"/>
                  </a:lnTo>
                  <a:lnTo>
                    <a:pt x="332890" y="172793"/>
                  </a:lnTo>
                  <a:lnTo>
                    <a:pt x="336236" y="172793"/>
                  </a:lnTo>
                  <a:lnTo>
                    <a:pt x="339581" y="172793"/>
                  </a:lnTo>
                  <a:lnTo>
                    <a:pt x="342927" y="172793"/>
                  </a:lnTo>
                  <a:lnTo>
                    <a:pt x="344600" y="172793"/>
                  </a:lnTo>
                  <a:lnTo>
                    <a:pt x="347945" y="172793"/>
                  </a:lnTo>
                  <a:lnTo>
                    <a:pt x="351291" y="171671"/>
                  </a:lnTo>
                  <a:lnTo>
                    <a:pt x="353521" y="171671"/>
                  </a:lnTo>
                  <a:lnTo>
                    <a:pt x="356309" y="171671"/>
                  </a:lnTo>
                  <a:lnTo>
                    <a:pt x="359655" y="171671"/>
                  </a:lnTo>
                  <a:lnTo>
                    <a:pt x="363001" y="171671"/>
                  </a:lnTo>
                  <a:lnTo>
                    <a:pt x="365231" y="171671"/>
                  </a:lnTo>
                  <a:lnTo>
                    <a:pt x="368019" y="170549"/>
                  </a:lnTo>
                  <a:lnTo>
                    <a:pt x="371365" y="170549"/>
                  </a:lnTo>
                  <a:lnTo>
                    <a:pt x="373595" y="170549"/>
                  </a:lnTo>
                  <a:lnTo>
                    <a:pt x="375826" y="170549"/>
                  </a:lnTo>
                  <a:lnTo>
                    <a:pt x="378614" y="170549"/>
                  </a:lnTo>
                  <a:lnTo>
                    <a:pt x="381959" y="170549"/>
                  </a:lnTo>
                  <a:lnTo>
                    <a:pt x="384190" y="169427"/>
                  </a:lnTo>
                  <a:lnTo>
                    <a:pt x="386978" y="169427"/>
                  </a:lnTo>
                  <a:lnTo>
                    <a:pt x="389208" y="169427"/>
                  </a:lnTo>
                  <a:lnTo>
                    <a:pt x="392554" y="169427"/>
                  </a:lnTo>
                  <a:lnTo>
                    <a:pt x="394784" y="168305"/>
                  </a:lnTo>
                  <a:lnTo>
                    <a:pt x="397015" y="168305"/>
                  </a:lnTo>
                  <a:lnTo>
                    <a:pt x="399803" y="168305"/>
                  </a:lnTo>
                  <a:lnTo>
                    <a:pt x="402033" y="168305"/>
                  </a:lnTo>
                  <a:lnTo>
                    <a:pt x="405379" y="168305"/>
                  </a:lnTo>
                  <a:lnTo>
                    <a:pt x="407609" y="167183"/>
                  </a:lnTo>
                  <a:lnTo>
                    <a:pt x="409282" y="167183"/>
                  </a:lnTo>
                  <a:lnTo>
                    <a:pt x="412628" y="167183"/>
                  </a:lnTo>
                  <a:lnTo>
                    <a:pt x="414858" y="167183"/>
                  </a:lnTo>
                  <a:lnTo>
                    <a:pt x="418204" y="166061"/>
                  </a:lnTo>
                  <a:lnTo>
                    <a:pt x="419876" y="166061"/>
                  </a:lnTo>
                  <a:lnTo>
                    <a:pt x="422107" y="166061"/>
                  </a:lnTo>
                  <a:lnTo>
                    <a:pt x="425453" y="164939"/>
                  </a:lnTo>
                  <a:lnTo>
                    <a:pt x="427683" y="164939"/>
                  </a:lnTo>
                  <a:lnTo>
                    <a:pt x="429913" y="164939"/>
                  </a:lnTo>
                  <a:lnTo>
                    <a:pt x="431586" y="164939"/>
                  </a:lnTo>
                  <a:lnTo>
                    <a:pt x="433817" y="163817"/>
                  </a:lnTo>
                  <a:lnTo>
                    <a:pt x="436047" y="163817"/>
                  </a:lnTo>
                  <a:lnTo>
                    <a:pt x="439393" y="163817"/>
                  </a:lnTo>
                  <a:lnTo>
                    <a:pt x="441066" y="163817"/>
                  </a:lnTo>
                  <a:lnTo>
                    <a:pt x="443296" y="162695"/>
                  </a:lnTo>
                  <a:lnTo>
                    <a:pt x="445526" y="162695"/>
                  </a:lnTo>
                  <a:lnTo>
                    <a:pt x="447757" y="162695"/>
                  </a:lnTo>
                  <a:lnTo>
                    <a:pt x="451102" y="162695"/>
                  </a:lnTo>
                  <a:lnTo>
                    <a:pt x="451660" y="162137"/>
                  </a:lnTo>
                  <a:lnTo>
                    <a:pt x="455006" y="162137"/>
                  </a:lnTo>
                  <a:lnTo>
                    <a:pt x="457236" y="161012"/>
                  </a:lnTo>
                  <a:lnTo>
                    <a:pt x="459466" y="161012"/>
                  </a:lnTo>
                  <a:lnTo>
                    <a:pt x="463370" y="161012"/>
                  </a:lnTo>
                  <a:lnTo>
                    <a:pt x="467831" y="159890"/>
                  </a:lnTo>
                  <a:lnTo>
                    <a:pt x="468946" y="159890"/>
                  </a:lnTo>
                  <a:lnTo>
                    <a:pt x="472291" y="158768"/>
                  </a:lnTo>
                  <a:lnTo>
                    <a:pt x="472849" y="158768"/>
                  </a:lnTo>
                  <a:lnTo>
                    <a:pt x="476195" y="158768"/>
                  </a:lnTo>
                  <a:lnTo>
                    <a:pt x="479540" y="157646"/>
                  </a:lnTo>
                  <a:lnTo>
                    <a:pt x="483444" y="156524"/>
                  </a:lnTo>
                  <a:lnTo>
                    <a:pt x="486789" y="155402"/>
                  </a:lnTo>
                  <a:lnTo>
                    <a:pt x="491250" y="155402"/>
                  </a:lnTo>
                  <a:lnTo>
                    <a:pt x="494038" y="154280"/>
                  </a:lnTo>
                  <a:lnTo>
                    <a:pt x="497384" y="153158"/>
                  </a:lnTo>
                  <a:lnTo>
                    <a:pt x="501845" y="152036"/>
                  </a:lnTo>
                  <a:lnTo>
                    <a:pt x="505190" y="152036"/>
                  </a:lnTo>
                  <a:lnTo>
                    <a:pt x="507978" y="151475"/>
                  </a:lnTo>
                  <a:lnTo>
                    <a:pt x="510209" y="150353"/>
                  </a:lnTo>
                  <a:lnTo>
                    <a:pt x="513554" y="149231"/>
                  </a:lnTo>
                  <a:lnTo>
                    <a:pt x="516342" y="148109"/>
                  </a:lnTo>
                  <a:lnTo>
                    <a:pt x="519688" y="146987"/>
                  </a:lnTo>
                  <a:lnTo>
                    <a:pt x="521918" y="146987"/>
                  </a:lnTo>
                  <a:lnTo>
                    <a:pt x="525264" y="145865"/>
                  </a:lnTo>
                  <a:lnTo>
                    <a:pt x="528052" y="144743"/>
                  </a:lnTo>
                  <a:lnTo>
                    <a:pt x="530282" y="143620"/>
                  </a:lnTo>
                  <a:lnTo>
                    <a:pt x="532513" y="142498"/>
                  </a:lnTo>
                  <a:lnTo>
                    <a:pt x="534743" y="141376"/>
                  </a:lnTo>
                  <a:lnTo>
                    <a:pt x="537531" y="141376"/>
                  </a:lnTo>
                  <a:lnTo>
                    <a:pt x="539762" y="139693"/>
                  </a:lnTo>
                  <a:lnTo>
                    <a:pt x="541992" y="138571"/>
                  </a:lnTo>
                  <a:lnTo>
                    <a:pt x="544223" y="137449"/>
                  </a:lnTo>
                  <a:lnTo>
                    <a:pt x="546453" y="136327"/>
                  </a:lnTo>
                  <a:lnTo>
                    <a:pt x="549241" y="134083"/>
                  </a:lnTo>
                  <a:lnTo>
                    <a:pt x="553702" y="131839"/>
                  </a:lnTo>
                  <a:lnTo>
                    <a:pt x="555932" y="129034"/>
                  </a:lnTo>
                  <a:lnTo>
                    <a:pt x="558720" y="125668"/>
                  </a:lnTo>
                  <a:lnTo>
                    <a:pt x="562066" y="122322"/>
                  </a:lnTo>
                  <a:lnTo>
                    <a:pt x="564296" y="118936"/>
                  </a:lnTo>
                  <a:lnTo>
                    <a:pt x="566527" y="116131"/>
                  </a:lnTo>
                  <a:lnTo>
                    <a:pt x="568757" y="111642"/>
                  </a:lnTo>
                  <a:lnTo>
                    <a:pt x="569315" y="109398"/>
                  </a:lnTo>
                  <a:lnTo>
                    <a:pt x="570430" y="107715"/>
                  </a:lnTo>
                  <a:lnTo>
                    <a:pt x="571545" y="105471"/>
                  </a:lnTo>
                  <a:lnTo>
                    <a:pt x="572660" y="103227"/>
                  </a:lnTo>
                  <a:lnTo>
                    <a:pt x="573776" y="100983"/>
                  </a:lnTo>
                  <a:lnTo>
                    <a:pt x="573776" y="98738"/>
                  </a:lnTo>
                  <a:lnTo>
                    <a:pt x="574891" y="97056"/>
                  </a:lnTo>
                  <a:lnTo>
                    <a:pt x="576006" y="93690"/>
                  </a:lnTo>
                  <a:lnTo>
                    <a:pt x="576006" y="91446"/>
                  </a:lnTo>
                  <a:lnTo>
                    <a:pt x="577121" y="88080"/>
                  </a:lnTo>
                  <a:lnTo>
                    <a:pt x="577121" y="86396"/>
                  </a:lnTo>
                  <a:lnTo>
                    <a:pt x="578236" y="84152"/>
                  </a:lnTo>
                  <a:lnTo>
                    <a:pt x="578236" y="80786"/>
                  </a:lnTo>
                  <a:lnTo>
                    <a:pt x="579352" y="78542"/>
                  </a:lnTo>
                  <a:lnTo>
                    <a:pt x="579352" y="76298"/>
                  </a:lnTo>
                  <a:lnTo>
                    <a:pt x="579909" y="73493"/>
                  </a:lnTo>
                  <a:lnTo>
                    <a:pt x="579909" y="71249"/>
                  </a:lnTo>
                  <a:lnTo>
                    <a:pt x="579909" y="67883"/>
                  </a:lnTo>
                  <a:lnTo>
                    <a:pt x="579909" y="65639"/>
                  </a:lnTo>
                  <a:lnTo>
                    <a:pt x="579909" y="63956"/>
                  </a:lnTo>
                  <a:lnTo>
                    <a:pt x="579909" y="60590"/>
                  </a:lnTo>
                  <a:lnTo>
                    <a:pt x="579909" y="58346"/>
                  </a:lnTo>
                  <a:lnTo>
                    <a:pt x="579909" y="56101"/>
                  </a:lnTo>
                  <a:lnTo>
                    <a:pt x="581025" y="53296"/>
                  </a:lnTo>
                  <a:lnTo>
                    <a:pt x="579909" y="51052"/>
                  </a:lnTo>
                  <a:lnTo>
                    <a:pt x="579909" y="48808"/>
                  </a:lnTo>
                  <a:lnTo>
                    <a:pt x="579909" y="46564"/>
                  </a:lnTo>
                  <a:lnTo>
                    <a:pt x="579909" y="44320"/>
                  </a:lnTo>
                  <a:lnTo>
                    <a:pt x="579909" y="41515"/>
                  </a:lnTo>
                  <a:lnTo>
                    <a:pt x="579352" y="39270"/>
                  </a:lnTo>
                  <a:lnTo>
                    <a:pt x="579352" y="37027"/>
                  </a:lnTo>
                  <a:lnTo>
                    <a:pt x="579352" y="35905"/>
                  </a:lnTo>
                  <a:lnTo>
                    <a:pt x="577121" y="31978"/>
                  </a:lnTo>
                  <a:lnTo>
                    <a:pt x="576006" y="28611"/>
                  </a:lnTo>
                  <a:lnTo>
                    <a:pt x="573776" y="24123"/>
                  </a:lnTo>
                  <a:lnTo>
                    <a:pt x="571545" y="22440"/>
                  </a:lnTo>
                  <a:lnTo>
                    <a:pt x="569315" y="19074"/>
                  </a:lnTo>
                  <a:lnTo>
                    <a:pt x="567642" y="15708"/>
                  </a:lnTo>
                  <a:lnTo>
                    <a:pt x="564296" y="13464"/>
                  </a:lnTo>
                  <a:lnTo>
                    <a:pt x="562066" y="11781"/>
                  </a:lnTo>
                  <a:lnTo>
                    <a:pt x="558720" y="9537"/>
                  </a:lnTo>
                  <a:lnTo>
                    <a:pt x="557047" y="8415"/>
                  </a:lnTo>
                  <a:lnTo>
                    <a:pt x="553702" y="7293"/>
                  </a:lnTo>
                  <a:lnTo>
                    <a:pt x="550356" y="6171"/>
                  </a:lnTo>
                  <a:lnTo>
                    <a:pt x="547568" y="5049"/>
                  </a:lnTo>
                  <a:lnTo>
                    <a:pt x="544223" y="3927"/>
                  </a:lnTo>
                  <a:lnTo>
                    <a:pt x="540877" y="3927"/>
                  </a:lnTo>
                  <a:lnTo>
                    <a:pt x="537531" y="3927"/>
                  </a:lnTo>
                  <a:lnTo>
                    <a:pt x="534743" y="3927"/>
                  </a:lnTo>
                  <a:lnTo>
                    <a:pt x="530282" y="3927"/>
                  </a:lnTo>
                  <a:lnTo>
                    <a:pt x="526937" y="3927"/>
                  </a:lnTo>
                  <a:lnTo>
                    <a:pt x="524149" y="5049"/>
                  </a:lnTo>
                  <a:lnTo>
                    <a:pt x="520803" y="5049"/>
                  </a:lnTo>
                  <a:lnTo>
                    <a:pt x="516342" y="6171"/>
                  </a:lnTo>
                  <a:lnTo>
                    <a:pt x="513554" y="7293"/>
                  </a:lnTo>
                  <a:lnTo>
                    <a:pt x="511324" y="8415"/>
                  </a:lnTo>
                  <a:lnTo>
                    <a:pt x="507978" y="9537"/>
                  </a:lnTo>
                  <a:lnTo>
                    <a:pt x="505190" y="10659"/>
                  </a:lnTo>
                  <a:lnTo>
                    <a:pt x="502960" y="11781"/>
                  </a:lnTo>
                  <a:lnTo>
                    <a:pt x="500729" y="12342"/>
                  </a:lnTo>
                  <a:lnTo>
                    <a:pt x="497384" y="12342"/>
                  </a:lnTo>
                  <a:lnTo>
                    <a:pt x="496268" y="14586"/>
                  </a:lnTo>
                  <a:lnTo>
                    <a:pt x="494038" y="14586"/>
                  </a:lnTo>
                  <a:lnTo>
                    <a:pt x="493480" y="15708"/>
                  </a:lnTo>
                  <a:lnTo>
                    <a:pt x="44608" y="0"/>
                  </a:lnTo>
                  <a:close/>
                </a:path>
              </a:pathLst>
            </a:custGeom>
            <a:solidFill>
              <a:srgbClr val="CCECFF"/>
            </a:solidFill>
            <a:ln w="9525" cap="flat" cmpd="sng" algn="ctr">
              <a:solidFill>
                <a:schemeClr val="tx1"/>
              </a:solidFill>
              <a:prstDash val="solid"/>
              <a:headEnd type="none"/>
              <a:tailEnd type="none"/>
            </a:ln>
            <a:effectLst/>
          </p:spPr>
          <p:txBody>
            <a:bodyPr vert="horz" wrap="square" lIns="0" tIns="0" rIns="5080" bIns="2540" numCol="1" spcCol="215900" anchor="t"/>
            <a:lstStyle/>
            <a:p>
              <a:pPr/>
              <a:endParaRPr lang="en-us" cap="none"/>
            </a:p>
          </p:txBody>
        </p:sp>
        <p:sp>
          <p:nvSpPr>
            <p:cNvPr id="32" name="Freeform 205"/>
            <p:cNvSpPr>
              <a:extLst>
                <a:ext uri="smNativeData">
                  <pr:smNativeData xmlns:pr="smNativeData" xmlns="smNativeData" val="SMDATA_15_VcZhaRMAAAAlAAAACwAAAA0AAAAAAAAAAAAAAAAIAAAAAwAAAAAAAAAAAAAAAAAAAAEAAABQAAAAAAAAAAAA4D8AAAAAAADg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QmB1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Ow8AAAwJAABCEgAAlgkAAAAAAAAmAAAACAAAAP//////////"/>
                </a:ext>
              </a:extLst>
            </p:cNvSpPr>
            <p:nvPr/>
          </p:nvSpPr>
          <p:spPr>
            <a:xfrm>
              <a:off x="2475865" y="1470660"/>
              <a:ext cx="492125" cy="87630"/>
            </a:xfrm>
            <a:custGeom>
              <a:avLst/>
              <a:gdLst/>
              <a:ahLst/>
              <a:cxnLst/>
              <a:rect l="0" t="0" r="492125" b="87630"/>
              <a:pathLst>
                <a:path w="492125" h="87630">
                  <a:moveTo>
                    <a:pt x="242722" y="87630"/>
                  </a:moveTo>
                  <a:lnTo>
                    <a:pt x="248846" y="87630"/>
                  </a:lnTo>
                  <a:lnTo>
                    <a:pt x="255526" y="87630"/>
                  </a:lnTo>
                  <a:lnTo>
                    <a:pt x="260536" y="87630"/>
                  </a:lnTo>
                  <a:lnTo>
                    <a:pt x="266660" y="87630"/>
                  </a:lnTo>
                  <a:lnTo>
                    <a:pt x="273340" y="86499"/>
                  </a:lnTo>
                  <a:lnTo>
                    <a:pt x="278351" y="86499"/>
                  </a:lnTo>
                  <a:lnTo>
                    <a:pt x="285031" y="86499"/>
                  </a:lnTo>
                  <a:lnTo>
                    <a:pt x="291155" y="86499"/>
                  </a:lnTo>
                  <a:lnTo>
                    <a:pt x="297835" y="85934"/>
                  </a:lnTo>
                  <a:lnTo>
                    <a:pt x="302846" y="85934"/>
                  </a:lnTo>
                  <a:lnTo>
                    <a:pt x="308413" y="85934"/>
                  </a:lnTo>
                  <a:lnTo>
                    <a:pt x="314536" y="85934"/>
                  </a:lnTo>
                  <a:lnTo>
                    <a:pt x="320103" y="84803"/>
                  </a:lnTo>
                  <a:lnTo>
                    <a:pt x="326227" y="84803"/>
                  </a:lnTo>
                  <a:lnTo>
                    <a:pt x="331237" y="83673"/>
                  </a:lnTo>
                  <a:lnTo>
                    <a:pt x="337918" y="83673"/>
                  </a:lnTo>
                  <a:lnTo>
                    <a:pt x="342928" y="82542"/>
                  </a:lnTo>
                  <a:lnTo>
                    <a:pt x="348495" y="82542"/>
                  </a:lnTo>
                  <a:lnTo>
                    <a:pt x="353506" y="81411"/>
                  </a:lnTo>
                  <a:lnTo>
                    <a:pt x="359073" y="81411"/>
                  </a:lnTo>
                  <a:lnTo>
                    <a:pt x="364083" y="80280"/>
                  </a:lnTo>
                  <a:lnTo>
                    <a:pt x="369650" y="80280"/>
                  </a:lnTo>
                  <a:lnTo>
                    <a:pt x="374104" y="79150"/>
                  </a:lnTo>
                  <a:lnTo>
                    <a:pt x="380227" y="79150"/>
                  </a:lnTo>
                  <a:lnTo>
                    <a:pt x="384681" y="78019"/>
                  </a:lnTo>
                  <a:lnTo>
                    <a:pt x="389691" y="78019"/>
                  </a:lnTo>
                  <a:lnTo>
                    <a:pt x="394145" y="76888"/>
                  </a:lnTo>
                  <a:lnTo>
                    <a:pt x="399155" y="76888"/>
                  </a:lnTo>
                  <a:lnTo>
                    <a:pt x="403609" y="75192"/>
                  </a:lnTo>
                  <a:lnTo>
                    <a:pt x="407506" y="75192"/>
                  </a:lnTo>
                  <a:lnTo>
                    <a:pt x="411959" y="74061"/>
                  </a:lnTo>
                  <a:lnTo>
                    <a:pt x="416970" y="74061"/>
                  </a:lnTo>
                  <a:lnTo>
                    <a:pt x="421423" y="72931"/>
                  </a:lnTo>
                  <a:lnTo>
                    <a:pt x="424763" y="71800"/>
                  </a:lnTo>
                  <a:lnTo>
                    <a:pt x="428660" y="70669"/>
                  </a:lnTo>
                  <a:lnTo>
                    <a:pt x="433114" y="70669"/>
                  </a:lnTo>
                  <a:lnTo>
                    <a:pt x="436454" y="69539"/>
                  </a:lnTo>
                  <a:lnTo>
                    <a:pt x="440351" y="68408"/>
                  </a:lnTo>
                  <a:lnTo>
                    <a:pt x="443691" y="68408"/>
                  </a:lnTo>
                  <a:lnTo>
                    <a:pt x="448145" y="67277"/>
                  </a:lnTo>
                  <a:lnTo>
                    <a:pt x="450929" y="66147"/>
                  </a:lnTo>
                  <a:lnTo>
                    <a:pt x="454269" y="65016"/>
                  </a:lnTo>
                  <a:lnTo>
                    <a:pt x="457609" y="64450"/>
                  </a:lnTo>
                  <a:lnTo>
                    <a:pt x="460392" y="64450"/>
                  </a:lnTo>
                  <a:lnTo>
                    <a:pt x="463733" y="63320"/>
                  </a:lnTo>
                  <a:lnTo>
                    <a:pt x="467073" y="62189"/>
                  </a:lnTo>
                  <a:lnTo>
                    <a:pt x="469300" y="61058"/>
                  </a:lnTo>
                  <a:lnTo>
                    <a:pt x="472083" y="61058"/>
                  </a:lnTo>
                  <a:lnTo>
                    <a:pt x="473197" y="59928"/>
                  </a:lnTo>
                  <a:lnTo>
                    <a:pt x="476537" y="58797"/>
                  </a:lnTo>
                  <a:lnTo>
                    <a:pt x="477650" y="57666"/>
                  </a:lnTo>
                  <a:lnTo>
                    <a:pt x="480990" y="56535"/>
                  </a:lnTo>
                  <a:lnTo>
                    <a:pt x="483774" y="54274"/>
                  </a:lnTo>
                  <a:lnTo>
                    <a:pt x="487114" y="53709"/>
                  </a:lnTo>
                  <a:lnTo>
                    <a:pt x="489341" y="51447"/>
                  </a:lnTo>
                  <a:lnTo>
                    <a:pt x="490454" y="49186"/>
                  </a:lnTo>
                  <a:lnTo>
                    <a:pt x="491568" y="48055"/>
                  </a:lnTo>
                  <a:lnTo>
                    <a:pt x="492125" y="45794"/>
                  </a:lnTo>
                  <a:lnTo>
                    <a:pt x="491568" y="44663"/>
                  </a:lnTo>
                  <a:lnTo>
                    <a:pt x="490454" y="42967"/>
                  </a:lnTo>
                  <a:lnTo>
                    <a:pt x="489341" y="40706"/>
                  </a:lnTo>
                  <a:lnTo>
                    <a:pt x="487114" y="38444"/>
                  </a:lnTo>
                  <a:lnTo>
                    <a:pt x="483774" y="36183"/>
                  </a:lnTo>
                  <a:lnTo>
                    <a:pt x="480990" y="35052"/>
                  </a:lnTo>
                  <a:lnTo>
                    <a:pt x="477650" y="32791"/>
                  </a:lnTo>
                  <a:lnTo>
                    <a:pt x="476537" y="32791"/>
                  </a:lnTo>
                  <a:lnTo>
                    <a:pt x="473197" y="32225"/>
                  </a:lnTo>
                  <a:lnTo>
                    <a:pt x="472083" y="31095"/>
                  </a:lnTo>
                  <a:lnTo>
                    <a:pt x="469300" y="29964"/>
                  </a:lnTo>
                  <a:lnTo>
                    <a:pt x="467073" y="28833"/>
                  </a:lnTo>
                  <a:lnTo>
                    <a:pt x="463733" y="27702"/>
                  </a:lnTo>
                  <a:lnTo>
                    <a:pt x="460392" y="26572"/>
                  </a:lnTo>
                  <a:lnTo>
                    <a:pt x="457609" y="25441"/>
                  </a:lnTo>
                  <a:lnTo>
                    <a:pt x="454269" y="24310"/>
                  </a:lnTo>
                  <a:lnTo>
                    <a:pt x="450929" y="23180"/>
                  </a:lnTo>
                  <a:lnTo>
                    <a:pt x="448145" y="23180"/>
                  </a:lnTo>
                  <a:lnTo>
                    <a:pt x="443691" y="21483"/>
                  </a:lnTo>
                  <a:lnTo>
                    <a:pt x="440351" y="21483"/>
                  </a:lnTo>
                  <a:lnTo>
                    <a:pt x="436454" y="20353"/>
                  </a:lnTo>
                  <a:lnTo>
                    <a:pt x="433114" y="19222"/>
                  </a:lnTo>
                  <a:lnTo>
                    <a:pt x="428660" y="18091"/>
                  </a:lnTo>
                  <a:lnTo>
                    <a:pt x="425877" y="16961"/>
                  </a:lnTo>
                  <a:lnTo>
                    <a:pt x="421423" y="16961"/>
                  </a:lnTo>
                  <a:lnTo>
                    <a:pt x="416970" y="15830"/>
                  </a:lnTo>
                  <a:lnTo>
                    <a:pt x="413073" y="14699"/>
                  </a:lnTo>
                  <a:lnTo>
                    <a:pt x="408619" y="13569"/>
                  </a:lnTo>
                  <a:lnTo>
                    <a:pt x="403609" y="12438"/>
                  </a:lnTo>
                  <a:lnTo>
                    <a:pt x="399155" y="12438"/>
                  </a:lnTo>
                  <a:lnTo>
                    <a:pt x="394145" y="11307"/>
                  </a:lnTo>
                  <a:lnTo>
                    <a:pt x="389691" y="10742"/>
                  </a:lnTo>
                  <a:lnTo>
                    <a:pt x="384681" y="9611"/>
                  </a:lnTo>
                  <a:lnTo>
                    <a:pt x="380227" y="9611"/>
                  </a:lnTo>
                  <a:lnTo>
                    <a:pt x="374660" y="8480"/>
                  </a:lnTo>
                  <a:lnTo>
                    <a:pt x="369650" y="7350"/>
                  </a:lnTo>
                  <a:lnTo>
                    <a:pt x="364083" y="7350"/>
                  </a:lnTo>
                  <a:lnTo>
                    <a:pt x="360186" y="6219"/>
                  </a:lnTo>
                  <a:lnTo>
                    <a:pt x="353506" y="6219"/>
                  </a:lnTo>
                  <a:lnTo>
                    <a:pt x="348495" y="5088"/>
                  </a:lnTo>
                  <a:lnTo>
                    <a:pt x="342928" y="3957"/>
                  </a:lnTo>
                  <a:lnTo>
                    <a:pt x="339031" y="3957"/>
                  </a:lnTo>
                  <a:lnTo>
                    <a:pt x="332351" y="2827"/>
                  </a:lnTo>
                  <a:lnTo>
                    <a:pt x="327341" y="2827"/>
                  </a:lnTo>
                  <a:lnTo>
                    <a:pt x="320660" y="1696"/>
                  </a:lnTo>
                  <a:lnTo>
                    <a:pt x="315650" y="1696"/>
                  </a:lnTo>
                  <a:lnTo>
                    <a:pt x="309526" y="565"/>
                  </a:lnTo>
                  <a:lnTo>
                    <a:pt x="303959" y="565"/>
                  </a:lnTo>
                  <a:lnTo>
                    <a:pt x="297835" y="565"/>
                  </a:lnTo>
                  <a:lnTo>
                    <a:pt x="292268" y="565"/>
                  </a:lnTo>
                  <a:lnTo>
                    <a:pt x="286145" y="0"/>
                  </a:lnTo>
                  <a:lnTo>
                    <a:pt x="280578" y="0"/>
                  </a:lnTo>
                  <a:lnTo>
                    <a:pt x="274454" y="0"/>
                  </a:lnTo>
                  <a:lnTo>
                    <a:pt x="267773" y="0"/>
                  </a:lnTo>
                  <a:lnTo>
                    <a:pt x="261650" y="0"/>
                  </a:lnTo>
                  <a:lnTo>
                    <a:pt x="256083" y="0"/>
                  </a:lnTo>
                  <a:lnTo>
                    <a:pt x="249959" y="0"/>
                  </a:lnTo>
                  <a:lnTo>
                    <a:pt x="244949" y="0"/>
                  </a:lnTo>
                  <a:lnTo>
                    <a:pt x="238268" y="0"/>
                  </a:lnTo>
                  <a:lnTo>
                    <a:pt x="232144" y="0"/>
                  </a:lnTo>
                  <a:lnTo>
                    <a:pt x="224351" y="0"/>
                  </a:lnTo>
                  <a:lnTo>
                    <a:pt x="219340" y="0"/>
                  </a:lnTo>
                  <a:lnTo>
                    <a:pt x="213217" y="0"/>
                  </a:lnTo>
                  <a:lnTo>
                    <a:pt x="206536" y="0"/>
                  </a:lnTo>
                  <a:lnTo>
                    <a:pt x="201526" y="0"/>
                  </a:lnTo>
                  <a:lnTo>
                    <a:pt x="194845" y="565"/>
                  </a:lnTo>
                  <a:lnTo>
                    <a:pt x="189835" y="565"/>
                  </a:lnTo>
                  <a:lnTo>
                    <a:pt x="183155" y="565"/>
                  </a:lnTo>
                  <a:lnTo>
                    <a:pt x="178144" y="565"/>
                  </a:lnTo>
                  <a:lnTo>
                    <a:pt x="171464" y="1696"/>
                  </a:lnTo>
                  <a:lnTo>
                    <a:pt x="166454" y="1696"/>
                  </a:lnTo>
                  <a:lnTo>
                    <a:pt x="159773" y="2827"/>
                  </a:lnTo>
                  <a:lnTo>
                    <a:pt x="154763" y="2827"/>
                  </a:lnTo>
                  <a:lnTo>
                    <a:pt x="149196" y="3957"/>
                  </a:lnTo>
                  <a:lnTo>
                    <a:pt x="144185" y="3957"/>
                  </a:lnTo>
                  <a:lnTo>
                    <a:pt x="138618" y="3957"/>
                  </a:lnTo>
                  <a:lnTo>
                    <a:pt x="133608" y="5088"/>
                  </a:lnTo>
                  <a:lnTo>
                    <a:pt x="128041" y="6219"/>
                  </a:lnTo>
                  <a:lnTo>
                    <a:pt x="123027" y="6219"/>
                  </a:lnTo>
                  <a:lnTo>
                    <a:pt x="117464" y="7350"/>
                  </a:lnTo>
                  <a:lnTo>
                    <a:pt x="112453" y="7350"/>
                  </a:lnTo>
                  <a:lnTo>
                    <a:pt x="108000" y="8480"/>
                  </a:lnTo>
                  <a:lnTo>
                    <a:pt x="102989" y="8480"/>
                  </a:lnTo>
                  <a:lnTo>
                    <a:pt x="98536" y="9611"/>
                  </a:lnTo>
                  <a:lnTo>
                    <a:pt x="93526" y="10742"/>
                  </a:lnTo>
                  <a:lnTo>
                    <a:pt x="89072" y="10742"/>
                  </a:lnTo>
                  <a:lnTo>
                    <a:pt x="84618" y="11307"/>
                  </a:lnTo>
                  <a:lnTo>
                    <a:pt x="79608" y="12438"/>
                  </a:lnTo>
                  <a:lnTo>
                    <a:pt x="75154" y="12438"/>
                  </a:lnTo>
                  <a:lnTo>
                    <a:pt x="72371" y="14699"/>
                  </a:lnTo>
                  <a:lnTo>
                    <a:pt x="66802" y="14699"/>
                  </a:lnTo>
                  <a:lnTo>
                    <a:pt x="63461" y="15830"/>
                  </a:lnTo>
                  <a:lnTo>
                    <a:pt x="59567" y="15830"/>
                  </a:lnTo>
                  <a:lnTo>
                    <a:pt x="56226" y="16961"/>
                  </a:lnTo>
                  <a:lnTo>
                    <a:pt x="52330" y="18091"/>
                  </a:lnTo>
                  <a:lnTo>
                    <a:pt x="47876" y="19222"/>
                  </a:lnTo>
                  <a:lnTo>
                    <a:pt x="44536" y="19222"/>
                  </a:lnTo>
                  <a:lnTo>
                    <a:pt x="41195" y="20353"/>
                  </a:lnTo>
                  <a:lnTo>
                    <a:pt x="38412" y="21483"/>
                  </a:lnTo>
                  <a:lnTo>
                    <a:pt x="35072" y="22049"/>
                  </a:lnTo>
                  <a:lnTo>
                    <a:pt x="31732" y="23180"/>
                  </a:lnTo>
                  <a:lnTo>
                    <a:pt x="28948" y="24310"/>
                  </a:lnTo>
                  <a:lnTo>
                    <a:pt x="25608" y="24310"/>
                  </a:lnTo>
                  <a:lnTo>
                    <a:pt x="23381" y="25441"/>
                  </a:lnTo>
                  <a:lnTo>
                    <a:pt x="21154" y="26572"/>
                  </a:lnTo>
                  <a:lnTo>
                    <a:pt x="19484" y="27702"/>
                  </a:lnTo>
                  <a:lnTo>
                    <a:pt x="17257" y="28833"/>
                  </a:lnTo>
                  <a:lnTo>
                    <a:pt x="15030" y="28833"/>
                  </a:lnTo>
                  <a:lnTo>
                    <a:pt x="11690" y="29964"/>
                  </a:lnTo>
                  <a:lnTo>
                    <a:pt x="10577" y="31095"/>
                  </a:lnTo>
                  <a:lnTo>
                    <a:pt x="7793" y="32225"/>
                  </a:lnTo>
                  <a:lnTo>
                    <a:pt x="4453" y="33921"/>
                  </a:lnTo>
                  <a:lnTo>
                    <a:pt x="2226" y="36183"/>
                  </a:lnTo>
                  <a:lnTo>
                    <a:pt x="1113" y="37313"/>
                  </a:lnTo>
                  <a:lnTo>
                    <a:pt x="0" y="39575"/>
                  </a:lnTo>
                  <a:lnTo>
                    <a:pt x="0" y="41836"/>
                  </a:lnTo>
                  <a:lnTo>
                    <a:pt x="0" y="42967"/>
                  </a:lnTo>
                  <a:lnTo>
                    <a:pt x="1113" y="44663"/>
                  </a:lnTo>
                  <a:lnTo>
                    <a:pt x="2226" y="45794"/>
                  </a:lnTo>
                  <a:lnTo>
                    <a:pt x="4453" y="48055"/>
                  </a:lnTo>
                  <a:lnTo>
                    <a:pt x="6680" y="50317"/>
                  </a:lnTo>
                  <a:lnTo>
                    <a:pt x="10577" y="52578"/>
                  </a:lnTo>
                  <a:lnTo>
                    <a:pt x="11690" y="52578"/>
                  </a:lnTo>
                  <a:lnTo>
                    <a:pt x="13917" y="53709"/>
                  </a:lnTo>
                  <a:lnTo>
                    <a:pt x="16144" y="54274"/>
                  </a:lnTo>
                  <a:lnTo>
                    <a:pt x="19484" y="56535"/>
                  </a:lnTo>
                  <a:lnTo>
                    <a:pt x="21154" y="56535"/>
                  </a:lnTo>
                  <a:lnTo>
                    <a:pt x="23381" y="57666"/>
                  </a:lnTo>
                  <a:lnTo>
                    <a:pt x="25608" y="58797"/>
                  </a:lnTo>
                  <a:lnTo>
                    <a:pt x="28948" y="59928"/>
                  </a:lnTo>
                  <a:lnTo>
                    <a:pt x="31732" y="61058"/>
                  </a:lnTo>
                  <a:lnTo>
                    <a:pt x="35072" y="62189"/>
                  </a:lnTo>
                  <a:lnTo>
                    <a:pt x="37299" y="62189"/>
                  </a:lnTo>
                  <a:lnTo>
                    <a:pt x="41195" y="64450"/>
                  </a:lnTo>
                  <a:lnTo>
                    <a:pt x="44536" y="64450"/>
                  </a:lnTo>
                  <a:lnTo>
                    <a:pt x="47876" y="65016"/>
                  </a:lnTo>
                  <a:lnTo>
                    <a:pt x="51216" y="66147"/>
                  </a:lnTo>
                  <a:lnTo>
                    <a:pt x="55112" y="67277"/>
                  </a:lnTo>
                  <a:lnTo>
                    <a:pt x="58452" y="68408"/>
                  </a:lnTo>
                  <a:lnTo>
                    <a:pt x="62907" y="69539"/>
                  </a:lnTo>
                  <a:lnTo>
                    <a:pt x="66802" y="70669"/>
                  </a:lnTo>
                  <a:lnTo>
                    <a:pt x="71257" y="71800"/>
                  </a:lnTo>
                  <a:lnTo>
                    <a:pt x="75154" y="71800"/>
                  </a:lnTo>
                  <a:lnTo>
                    <a:pt x="79608" y="72931"/>
                  </a:lnTo>
                  <a:lnTo>
                    <a:pt x="84062" y="74061"/>
                  </a:lnTo>
                  <a:lnTo>
                    <a:pt x="87958" y="75192"/>
                  </a:lnTo>
                  <a:lnTo>
                    <a:pt x="92412" y="75192"/>
                  </a:lnTo>
                  <a:lnTo>
                    <a:pt x="97422" y="75758"/>
                  </a:lnTo>
                  <a:lnTo>
                    <a:pt x="101876" y="76888"/>
                  </a:lnTo>
                  <a:lnTo>
                    <a:pt x="106886" y="78019"/>
                  </a:lnTo>
                  <a:lnTo>
                    <a:pt x="111340" y="78019"/>
                  </a:lnTo>
                  <a:lnTo>
                    <a:pt x="116346" y="79150"/>
                  </a:lnTo>
                  <a:lnTo>
                    <a:pt x="120804" y="79150"/>
                  </a:lnTo>
                  <a:lnTo>
                    <a:pt x="127484" y="80280"/>
                  </a:lnTo>
                  <a:lnTo>
                    <a:pt x="131381" y="81411"/>
                  </a:lnTo>
                  <a:lnTo>
                    <a:pt x="136948" y="81411"/>
                  </a:lnTo>
                  <a:lnTo>
                    <a:pt x="141959" y="82542"/>
                  </a:lnTo>
                  <a:lnTo>
                    <a:pt x="148639" y="83673"/>
                  </a:lnTo>
                  <a:lnTo>
                    <a:pt x="153649" y="83673"/>
                  </a:lnTo>
                  <a:lnTo>
                    <a:pt x="159216" y="83673"/>
                  </a:lnTo>
                  <a:lnTo>
                    <a:pt x="164227" y="83673"/>
                  </a:lnTo>
                  <a:lnTo>
                    <a:pt x="170350" y="84803"/>
                  </a:lnTo>
                  <a:lnTo>
                    <a:pt x="175917" y="84803"/>
                  </a:lnTo>
                  <a:lnTo>
                    <a:pt x="182041" y="85934"/>
                  </a:lnTo>
                  <a:lnTo>
                    <a:pt x="187608" y="85934"/>
                  </a:lnTo>
                  <a:lnTo>
                    <a:pt x="193732" y="86499"/>
                  </a:lnTo>
                  <a:lnTo>
                    <a:pt x="199299" y="86499"/>
                  </a:lnTo>
                  <a:lnTo>
                    <a:pt x="205423" y="86499"/>
                  </a:lnTo>
                  <a:lnTo>
                    <a:pt x="212103" y="86499"/>
                  </a:lnTo>
                  <a:lnTo>
                    <a:pt x="218227" y="86499"/>
                  </a:lnTo>
                  <a:lnTo>
                    <a:pt x="223794" y="86499"/>
                  </a:lnTo>
                  <a:lnTo>
                    <a:pt x="229918" y="87630"/>
                  </a:lnTo>
                  <a:lnTo>
                    <a:pt x="236041" y="87630"/>
                  </a:lnTo>
                  <a:lnTo>
                    <a:pt x="242722" y="87630"/>
                  </a:lnTo>
                  <a:close/>
                </a:path>
              </a:pathLst>
            </a:custGeom>
            <a:solidFill>
              <a:schemeClr val="hlink"/>
            </a:solidFill>
            <a:ln w="9525" cap="flat" cmpd="sng" algn="ctr">
              <a:solidFill>
                <a:schemeClr val="tx1"/>
              </a:solidFill>
              <a:prstDash val="solid"/>
              <a:headEnd type="none"/>
              <a:tailEnd type="none"/>
            </a:ln>
            <a:effectLst/>
          </p:spPr>
          <p:txBody>
            <a:bodyPr vert="horz" wrap="square" lIns="0" tIns="0" rIns="5080" bIns="1905" numCol="1" spcCol="215900" anchor="t"/>
            <a:lstStyle/>
            <a:p>
              <a:pPr/>
              <a:endParaRPr lang="en-us" cap="none"/>
            </a:p>
          </p:txBody>
        </p:sp>
        <p:sp>
          <p:nvSpPr>
            <p:cNvPr id="31" name="Freeform 206"/>
            <p:cNvSpPr>
              <a:extLst>
                <a:ext uri="smNativeData">
                  <pr:smNativeData xmlns:pr="smNativeData" xmlns="smNativeData" val="SMDATA_15_VcZhaRMAAAAlAAAACwAAAA0AAAAAAAAAAAAAAAAIAAAAAw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QmB1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Ow8AABQJAAC3EAAAlgkAAAAAAAAmAAAACAAAAP//////////"/>
                </a:ext>
              </a:extLst>
            </p:cNvSpPr>
            <p:nvPr/>
          </p:nvSpPr>
          <p:spPr>
            <a:xfrm>
              <a:off x="2475865" y="1475740"/>
              <a:ext cx="241300" cy="82550"/>
            </a:xfrm>
            <a:custGeom>
              <a:avLst/>
              <a:gdLst/>
              <a:ahLst/>
              <a:cxnLst/>
              <a:rect l="0" t="0" r="241300" b="82550"/>
              <a:pathLst>
                <a:path w="241300" h="82550">
                  <a:moveTo>
                    <a:pt x="148747" y="0"/>
                  </a:moveTo>
                  <a:lnTo>
                    <a:pt x="148196" y="0"/>
                  </a:lnTo>
                  <a:lnTo>
                    <a:pt x="145992" y="0"/>
                  </a:lnTo>
                  <a:lnTo>
                    <a:pt x="143788" y="0"/>
                  </a:lnTo>
                  <a:lnTo>
                    <a:pt x="140483" y="1116"/>
                  </a:lnTo>
                  <a:lnTo>
                    <a:pt x="138279" y="1116"/>
                  </a:lnTo>
                  <a:lnTo>
                    <a:pt x="136626" y="1116"/>
                  </a:lnTo>
                  <a:lnTo>
                    <a:pt x="134423" y="1116"/>
                  </a:lnTo>
                  <a:lnTo>
                    <a:pt x="132219" y="2231"/>
                  </a:lnTo>
                  <a:lnTo>
                    <a:pt x="130016" y="2231"/>
                  </a:lnTo>
                  <a:lnTo>
                    <a:pt x="127261" y="2231"/>
                  </a:lnTo>
                  <a:lnTo>
                    <a:pt x="125057" y="2231"/>
                  </a:lnTo>
                  <a:lnTo>
                    <a:pt x="121752" y="3347"/>
                  </a:lnTo>
                  <a:lnTo>
                    <a:pt x="118446" y="3347"/>
                  </a:lnTo>
                  <a:lnTo>
                    <a:pt x="115692" y="3347"/>
                  </a:lnTo>
                  <a:lnTo>
                    <a:pt x="112386" y="3347"/>
                  </a:lnTo>
                  <a:lnTo>
                    <a:pt x="110183" y="4462"/>
                  </a:lnTo>
                  <a:lnTo>
                    <a:pt x="105775" y="4462"/>
                  </a:lnTo>
                  <a:lnTo>
                    <a:pt x="103021" y="4462"/>
                  </a:lnTo>
                  <a:lnTo>
                    <a:pt x="99715" y="5578"/>
                  </a:lnTo>
                  <a:lnTo>
                    <a:pt x="96410" y="6693"/>
                  </a:lnTo>
                  <a:lnTo>
                    <a:pt x="92553" y="6693"/>
                  </a:lnTo>
                  <a:lnTo>
                    <a:pt x="89248" y="6693"/>
                  </a:lnTo>
                  <a:lnTo>
                    <a:pt x="85942" y="7251"/>
                  </a:lnTo>
                  <a:lnTo>
                    <a:pt x="83188" y="7251"/>
                  </a:lnTo>
                  <a:lnTo>
                    <a:pt x="78781" y="8367"/>
                  </a:lnTo>
                  <a:lnTo>
                    <a:pt x="75475" y="8367"/>
                  </a:lnTo>
                  <a:lnTo>
                    <a:pt x="72721" y="9482"/>
                  </a:lnTo>
                  <a:lnTo>
                    <a:pt x="69415" y="10598"/>
                  </a:lnTo>
                  <a:lnTo>
                    <a:pt x="65008" y="10598"/>
                  </a:lnTo>
                  <a:lnTo>
                    <a:pt x="62253" y="11713"/>
                  </a:lnTo>
                  <a:lnTo>
                    <a:pt x="58948" y="12829"/>
                  </a:lnTo>
                  <a:lnTo>
                    <a:pt x="54540" y="12829"/>
                  </a:lnTo>
                  <a:lnTo>
                    <a:pt x="51786" y="13944"/>
                  </a:lnTo>
                  <a:lnTo>
                    <a:pt x="48480" y="15060"/>
                  </a:lnTo>
                  <a:lnTo>
                    <a:pt x="45175" y="15060"/>
                  </a:lnTo>
                  <a:lnTo>
                    <a:pt x="41869" y="16175"/>
                  </a:lnTo>
                  <a:lnTo>
                    <a:pt x="39115" y="17291"/>
                  </a:lnTo>
                  <a:lnTo>
                    <a:pt x="35809" y="17849"/>
                  </a:lnTo>
                  <a:lnTo>
                    <a:pt x="32504" y="17849"/>
                  </a:lnTo>
                  <a:lnTo>
                    <a:pt x="30851" y="18964"/>
                  </a:lnTo>
                  <a:lnTo>
                    <a:pt x="27546" y="20080"/>
                  </a:lnTo>
                  <a:lnTo>
                    <a:pt x="25342" y="21195"/>
                  </a:lnTo>
                  <a:lnTo>
                    <a:pt x="22037" y="21195"/>
                  </a:lnTo>
                  <a:lnTo>
                    <a:pt x="20384" y="23426"/>
                  </a:lnTo>
                  <a:lnTo>
                    <a:pt x="18180" y="23426"/>
                  </a:lnTo>
                  <a:lnTo>
                    <a:pt x="15976" y="24542"/>
                  </a:lnTo>
                  <a:lnTo>
                    <a:pt x="13773" y="24542"/>
                  </a:lnTo>
                  <a:lnTo>
                    <a:pt x="11569" y="26773"/>
                  </a:lnTo>
                  <a:lnTo>
                    <a:pt x="8815" y="27889"/>
                  </a:lnTo>
                  <a:lnTo>
                    <a:pt x="5509" y="29562"/>
                  </a:lnTo>
                  <a:lnTo>
                    <a:pt x="2204" y="30677"/>
                  </a:lnTo>
                  <a:lnTo>
                    <a:pt x="1102" y="32908"/>
                  </a:lnTo>
                  <a:lnTo>
                    <a:pt x="0" y="35140"/>
                  </a:lnTo>
                  <a:lnTo>
                    <a:pt x="1102" y="37371"/>
                  </a:lnTo>
                  <a:lnTo>
                    <a:pt x="1102" y="39044"/>
                  </a:lnTo>
                  <a:lnTo>
                    <a:pt x="2204" y="41275"/>
                  </a:lnTo>
                  <a:lnTo>
                    <a:pt x="4407" y="43506"/>
                  </a:lnTo>
                  <a:lnTo>
                    <a:pt x="7713" y="45737"/>
                  </a:lnTo>
                  <a:lnTo>
                    <a:pt x="10467" y="47968"/>
                  </a:lnTo>
                  <a:lnTo>
                    <a:pt x="13773" y="49084"/>
                  </a:lnTo>
                  <a:lnTo>
                    <a:pt x="15976" y="49642"/>
                  </a:lnTo>
                  <a:lnTo>
                    <a:pt x="18180" y="50757"/>
                  </a:lnTo>
                  <a:lnTo>
                    <a:pt x="20384" y="51873"/>
                  </a:lnTo>
                  <a:lnTo>
                    <a:pt x="22037" y="52988"/>
                  </a:lnTo>
                  <a:lnTo>
                    <a:pt x="25342" y="54104"/>
                  </a:lnTo>
                  <a:lnTo>
                    <a:pt x="27546" y="55219"/>
                  </a:lnTo>
                  <a:lnTo>
                    <a:pt x="29749" y="56335"/>
                  </a:lnTo>
                  <a:lnTo>
                    <a:pt x="32504" y="57450"/>
                  </a:lnTo>
                  <a:lnTo>
                    <a:pt x="34708" y="57450"/>
                  </a:lnTo>
                  <a:lnTo>
                    <a:pt x="36911" y="58566"/>
                  </a:lnTo>
                  <a:lnTo>
                    <a:pt x="40217" y="59681"/>
                  </a:lnTo>
                  <a:lnTo>
                    <a:pt x="42971" y="60239"/>
                  </a:lnTo>
                  <a:lnTo>
                    <a:pt x="45175" y="60239"/>
                  </a:lnTo>
                  <a:lnTo>
                    <a:pt x="47379" y="61355"/>
                  </a:lnTo>
                  <a:lnTo>
                    <a:pt x="50684" y="62470"/>
                  </a:lnTo>
                  <a:lnTo>
                    <a:pt x="53439" y="63586"/>
                  </a:lnTo>
                  <a:lnTo>
                    <a:pt x="55642" y="63586"/>
                  </a:lnTo>
                  <a:lnTo>
                    <a:pt x="58948" y="64701"/>
                  </a:lnTo>
                  <a:lnTo>
                    <a:pt x="61151" y="65817"/>
                  </a:lnTo>
                  <a:lnTo>
                    <a:pt x="63906" y="66932"/>
                  </a:lnTo>
                  <a:lnTo>
                    <a:pt x="66110" y="66932"/>
                  </a:lnTo>
                  <a:lnTo>
                    <a:pt x="69415" y="66932"/>
                  </a:lnTo>
                  <a:lnTo>
                    <a:pt x="71619" y="68048"/>
                  </a:lnTo>
                  <a:lnTo>
                    <a:pt x="73822" y="69164"/>
                  </a:lnTo>
                  <a:lnTo>
                    <a:pt x="75475" y="69164"/>
                  </a:lnTo>
                  <a:lnTo>
                    <a:pt x="77679" y="69164"/>
                  </a:lnTo>
                  <a:lnTo>
                    <a:pt x="79882" y="70279"/>
                  </a:lnTo>
                  <a:lnTo>
                    <a:pt x="83188" y="70279"/>
                  </a:lnTo>
                  <a:lnTo>
                    <a:pt x="84841" y="70279"/>
                  </a:lnTo>
                  <a:lnTo>
                    <a:pt x="87044" y="70837"/>
                  </a:lnTo>
                  <a:lnTo>
                    <a:pt x="90350" y="70837"/>
                  </a:lnTo>
                  <a:lnTo>
                    <a:pt x="92553" y="71952"/>
                  </a:lnTo>
                  <a:lnTo>
                    <a:pt x="94757" y="71952"/>
                  </a:lnTo>
                  <a:lnTo>
                    <a:pt x="96410" y="73068"/>
                  </a:lnTo>
                  <a:lnTo>
                    <a:pt x="99715" y="73068"/>
                  </a:lnTo>
                  <a:lnTo>
                    <a:pt x="101919" y="74183"/>
                  </a:lnTo>
                  <a:lnTo>
                    <a:pt x="104123" y="74183"/>
                  </a:lnTo>
                  <a:lnTo>
                    <a:pt x="106877" y="74183"/>
                  </a:lnTo>
                  <a:lnTo>
                    <a:pt x="109081" y="74183"/>
                  </a:lnTo>
                  <a:lnTo>
                    <a:pt x="112386" y="75299"/>
                  </a:lnTo>
                  <a:lnTo>
                    <a:pt x="114590" y="75299"/>
                  </a:lnTo>
                  <a:lnTo>
                    <a:pt x="117345" y="75299"/>
                  </a:lnTo>
                  <a:lnTo>
                    <a:pt x="119548" y="76415"/>
                  </a:lnTo>
                  <a:lnTo>
                    <a:pt x="122854" y="76415"/>
                  </a:lnTo>
                  <a:lnTo>
                    <a:pt x="126159" y="76415"/>
                  </a:lnTo>
                  <a:lnTo>
                    <a:pt x="128914" y="76415"/>
                  </a:lnTo>
                  <a:lnTo>
                    <a:pt x="131117" y="76415"/>
                  </a:lnTo>
                  <a:lnTo>
                    <a:pt x="135525" y="77530"/>
                  </a:lnTo>
                  <a:lnTo>
                    <a:pt x="138279" y="77530"/>
                  </a:lnTo>
                  <a:lnTo>
                    <a:pt x="141585" y="77530"/>
                  </a:lnTo>
                  <a:lnTo>
                    <a:pt x="144890" y="77530"/>
                  </a:lnTo>
                  <a:lnTo>
                    <a:pt x="148747" y="78646"/>
                  </a:lnTo>
                  <a:lnTo>
                    <a:pt x="152052" y="78646"/>
                  </a:lnTo>
                  <a:lnTo>
                    <a:pt x="155358" y="78646"/>
                  </a:lnTo>
                  <a:lnTo>
                    <a:pt x="159214" y="78646"/>
                  </a:lnTo>
                  <a:lnTo>
                    <a:pt x="162519" y="78646"/>
                  </a:lnTo>
                  <a:lnTo>
                    <a:pt x="165825" y="78646"/>
                  </a:lnTo>
                  <a:lnTo>
                    <a:pt x="169681" y="79761"/>
                  </a:lnTo>
                  <a:lnTo>
                    <a:pt x="174089" y="79761"/>
                  </a:lnTo>
                  <a:lnTo>
                    <a:pt x="178496" y="80877"/>
                  </a:lnTo>
                  <a:lnTo>
                    <a:pt x="181250" y="80877"/>
                  </a:lnTo>
                  <a:lnTo>
                    <a:pt x="185658" y="80877"/>
                  </a:lnTo>
                  <a:lnTo>
                    <a:pt x="188963" y="80877"/>
                  </a:lnTo>
                  <a:lnTo>
                    <a:pt x="192820" y="80877"/>
                  </a:lnTo>
                  <a:lnTo>
                    <a:pt x="197227" y="80877"/>
                  </a:lnTo>
                  <a:lnTo>
                    <a:pt x="200532" y="80877"/>
                  </a:lnTo>
                  <a:lnTo>
                    <a:pt x="204389" y="81434"/>
                  </a:lnTo>
                  <a:lnTo>
                    <a:pt x="207694" y="81434"/>
                  </a:lnTo>
                  <a:lnTo>
                    <a:pt x="211000" y="81434"/>
                  </a:lnTo>
                  <a:lnTo>
                    <a:pt x="214856" y="81434"/>
                  </a:lnTo>
                  <a:lnTo>
                    <a:pt x="218162" y="81434"/>
                  </a:lnTo>
                  <a:lnTo>
                    <a:pt x="221467" y="81434"/>
                  </a:lnTo>
                  <a:lnTo>
                    <a:pt x="223120" y="81434"/>
                  </a:lnTo>
                  <a:lnTo>
                    <a:pt x="226425" y="81434"/>
                  </a:lnTo>
                  <a:lnTo>
                    <a:pt x="228629" y="81434"/>
                  </a:lnTo>
                  <a:lnTo>
                    <a:pt x="231934" y="82550"/>
                  </a:lnTo>
                  <a:lnTo>
                    <a:pt x="233587" y="82550"/>
                  </a:lnTo>
                  <a:lnTo>
                    <a:pt x="234689" y="82550"/>
                  </a:lnTo>
                  <a:lnTo>
                    <a:pt x="236893" y="82550"/>
                  </a:lnTo>
                  <a:lnTo>
                    <a:pt x="239096" y="82550"/>
                  </a:lnTo>
                  <a:lnTo>
                    <a:pt x="241300" y="82550"/>
                  </a:lnTo>
                  <a:lnTo>
                    <a:pt x="239096" y="81434"/>
                  </a:lnTo>
                  <a:lnTo>
                    <a:pt x="234689" y="80877"/>
                  </a:lnTo>
                  <a:lnTo>
                    <a:pt x="231934" y="79761"/>
                  </a:lnTo>
                  <a:lnTo>
                    <a:pt x="229731" y="78646"/>
                  </a:lnTo>
                  <a:lnTo>
                    <a:pt x="226425" y="78646"/>
                  </a:lnTo>
                  <a:lnTo>
                    <a:pt x="224222" y="77530"/>
                  </a:lnTo>
                  <a:lnTo>
                    <a:pt x="221467" y="76415"/>
                  </a:lnTo>
                  <a:lnTo>
                    <a:pt x="218162" y="76415"/>
                  </a:lnTo>
                  <a:lnTo>
                    <a:pt x="214856" y="75299"/>
                  </a:lnTo>
                  <a:lnTo>
                    <a:pt x="212102" y="74183"/>
                  </a:lnTo>
                  <a:lnTo>
                    <a:pt x="208796" y="73068"/>
                  </a:lnTo>
                  <a:lnTo>
                    <a:pt x="205491" y="71952"/>
                  </a:lnTo>
                  <a:lnTo>
                    <a:pt x="201083" y="70837"/>
                  </a:lnTo>
                  <a:lnTo>
                    <a:pt x="198329" y="70279"/>
                  </a:lnTo>
                  <a:lnTo>
                    <a:pt x="193921" y="69164"/>
                  </a:lnTo>
                  <a:lnTo>
                    <a:pt x="190616" y="68048"/>
                  </a:lnTo>
                  <a:lnTo>
                    <a:pt x="186760" y="66932"/>
                  </a:lnTo>
                  <a:lnTo>
                    <a:pt x="182352" y="65817"/>
                  </a:lnTo>
                  <a:lnTo>
                    <a:pt x="179598" y="65817"/>
                  </a:lnTo>
                  <a:lnTo>
                    <a:pt x="175190" y="64701"/>
                  </a:lnTo>
                  <a:lnTo>
                    <a:pt x="171885" y="63586"/>
                  </a:lnTo>
                  <a:lnTo>
                    <a:pt x="168029" y="61355"/>
                  </a:lnTo>
                  <a:lnTo>
                    <a:pt x="164723" y="61355"/>
                  </a:lnTo>
                  <a:lnTo>
                    <a:pt x="160316" y="60239"/>
                  </a:lnTo>
                  <a:lnTo>
                    <a:pt x="157561" y="59681"/>
                  </a:lnTo>
                  <a:lnTo>
                    <a:pt x="153154" y="58566"/>
                  </a:lnTo>
                  <a:lnTo>
                    <a:pt x="149848" y="58566"/>
                  </a:lnTo>
                  <a:lnTo>
                    <a:pt x="147094" y="57450"/>
                  </a:lnTo>
                  <a:lnTo>
                    <a:pt x="143788" y="56335"/>
                  </a:lnTo>
                  <a:lnTo>
                    <a:pt x="140483" y="55219"/>
                  </a:lnTo>
                  <a:lnTo>
                    <a:pt x="137728" y="55219"/>
                  </a:lnTo>
                  <a:lnTo>
                    <a:pt x="133321" y="52988"/>
                  </a:lnTo>
                  <a:lnTo>
                    <a:pt x="131117" y="52988"/>
                  </a:lnTo>
                  <a:lnTo>
                    <a:pt x="127812" y="51873"/>
                  </a:lnTo>
                  <a:lnTo>
                    <a:pt x="126159" y="50757"/>
                  </a:lnTo>
                  <a:lnTo>
                    <a:pt x="123955" y="49642"/>
                  </a:lnTo>
                  <a:lnTo>
                    <a:pt x="120650" y="49084"/>
                  </a:lnTo>
                  <a:lnTo>
                    <a:pt x="118446" y="47968"/>
                  </a:lnTo>
                  <a:lnTo>
                    <a:pt x="116243" y="47968"/>
                  </a:lnTo>
                  <a:lnTo>
                    <a:pt x="112386" y="44622"/>
                  </a:lnTo>
                  <a:lnTo>
                    <a:pt x="110183" y="43506"/>
                  </a:lnTo>
                  <a:lnTo>
                    <a:pt x="106877" y="41275"/>
                  </a:lnTo>
                  <a:lnTo>
                    <a:pt x="104123" y="39044"/>
                  </a:lnTo>
                  <a:lnTo>
                    <a:pt x="103021" y="36255"/>
                  </a:lnTo>
                  <a:lnTo>
                    <a:pt x="101919" y="35140"/>
                  </a:lnTo>
                  <a:lnTo>
                    <a:pt x="100817" y="31793"/>
                  </a:lnTo>
                  <a:lnTo>
                    <a:pt x="100817" y="29562"/>
                  </a:lnTo>
                  <a:lnTo>
                    <a:pt x="101919" y="27889"/>
                  </a:lnTo>
                  <a:lnTo>
                    <a:pt x="103021" y="25657"/>
                  </a:lnTo>
                  <a:lnTo>
                    <a:pt x="105224" y="22311"/>
                  </a:lnTo>
                  <a:lnTo>
                    <a:pt x="106877" y="20080"/>
                  </a:lnTo>
                  <a:lnTo>
                    <a:pt x="110183" y="17849"/>
                  </a:lnTo>
                  <a:lnTo>
                    <a:pt x="113488" y="16175"/>
                  </a:lnTo>
                  <a:lnTo>
                    <a:pt x="116243" y="12829"/>
                  </a:lnTo>
                  <a:lnTo>
                    <a:pt x="120650" y="11713"/>
                  </a:lnTo>
                  <a:lnTo>
                    <a:pt x="125057" y="9482"/>
                  </a:lnTo>
                  <a:lnTo>
                    <a:pt x="128914" y="7251"/>
                  </a:lnTo>
                  <a:lnTo>
                    <a:pt x="132219" y="6693"/>
                  </a:lnTo>
                  <a:lnTo>
                    <a:pt x="136626" y="4462"/>
                  </a:lnTo>
                  <a:lnTo>
                    <a:pt x="139381" y="3347"/>
                  </a:lnTo>
                  <a:lnTo>
                    <a:pt x="142687" y="2231"/>
                  </a:lnTo>
                  <a:lnTo>
                    <a:pt x="144890" y="1116"/>
                  </a:lnTo>
                  <a:lnTo>
                    <a:pt x="147094" y="1116"/>
                  </a:lnTo>
                  <a:lnTo>
                    <a:pt x="148196" y="0"/>
                  </a:lnTo>
                  <a:lnTo>
                    <a:pt x="148747" y="0"/>
                  </a:lnTo>
                  <a:close/>
                </a:path>
              </a:pathLst>
            </a:custGeom>
            <a:solidFill>
              <a:schemeClr val="folHlink"/>
            </a:solidFill>
            <a:ln>
              <a:noFill/>
            </a:ln>
            <a:effectLst/>
          </p:spPr>
          <p:txBody>
            <a:bodyPr vert="horz" wrap="square" lIns="0" tIns="0" rIns="5080" bIns="1905" numCol="1" spcCol="215900" anchor="t"/>
            <a:lstStyle/>
            <a:p>
              <a:pPr/>
              <a:endParaRPr lang="en-us" cap="none"/>
            </a:p>
          </p:txBody>
        </p:sp>
        <p:sp>
          <p:nvSpPr>
            <p:cNvPr id="30" name="Freeform 207"/>
            <p:cNvSpPr>
              <a:extLst>
                <a:ext uri="smNativeData">
                  <pr:smNativeData xmlns:pr="smNativeData" xmlns="smNativeData" val="SMDATA_15_VcZhaRMAAAAlAAAACwAAAA0AAAAAAAAAAAAAAAAIAAAABAAAAAAAAAAAAAAAAAAAAAEAAABQAAAAAAAAAAAA4D8AAAAAAADgPwAAAAAAAOA/AAAAAAAA4D8AAAAAAADgPwAAAAAAAOA/AAAAAAAA4D8AAAAAAADgPwAAAAAAAOA/AAAAAAAA4D8CAAAAjAAAAAEAAAAAAAAA////C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A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H0l9A8zMzADAwP8Af39/AAAAAAAAAAAAAAAAAAAAAAAAAAAAIQAAABgAAAAUAAAARBAAAH8JAABxEgAATAoAAAAAAAAmAAAACAAAAP//////////"/>
                </a:ext>
              </a:extLst>
            </p:cNvSpPr>
            <p:nvPr/>
          </p:nvSpPr>
          <p:spPr>
            <a:xfrm>
              <a:off x="2644140" y="1543685"/>
              <a:ext cx="353695" cy="130175"/>
            </a:xfrm>
            <a:custGeom>
              <a:avLst/>
              <a:gdLst/>
              <a:ahLst/>
              <a:cxnLst/>
              <a:rect l="0" t="0" r="353695" b="130175"/>
              <a:pathLst>
                <a:path w="353695" h="130175">
                  <a:moveTo>
                    <a:pt x="347031" y="75748"/>
                  </a:moveTo>
                  <a:lnTo>
                    <a:pt x="344810" y="78553"/>
                  </a:lnTo>
                  <a:lnTo>
                    <a:pt x="343700" y="81920"/>
                  </a:lnTo>
                  <a:lnTo>
                    <a:pt x="342034" y="83042"/>
                  </a:lnTo>
                  <a:lnTo>
                    <a:pt x="339813" y="86409"/>
                  </a:lnTo>
                  <a:lnTo>
                    <a:pt x="337592" y="86970"/>
                  </a:lnTo>
                  <a:lnTo>
                    <a:pt x="335371" y="88092"/>
                  </a:lnTo>
                  <a:lnTo>
                    <a:pt x="332595" y="89214"/>
                  </a:lnTo>
                  <a:lnTo>
                    <a:pt x="329263" y="90336"/>
                  </a:lnTo>
                  <a:lnTo>
                    <a:pt x="327042" y="90336"/>
                  </a:lnTo>
                  <a:lnTo>
                    <a:pt x="324821" y="90336"/>
                  </a:lnTo>
                  <a:lnTo>
                    <a:pt x="322600" y="90336"/>
                  </a:lnTo>
                  <a:lnTo>
                    <a:pt x="320935" y="91459"/>
                  </a:lnTo>
                  <a:lnTo>
                    <a:pt x="317603" y="91459"/>
                  </a:lnTo>
                  <a:lnTo>
                    <a:pt x="315382" y="91459"/>
                  </a:lnTo>
                  <a:lnTo>
                    <a:pt x="312051" y="92581"/>
                  </a:lnTo>
                  <a:lnTo>
                    <a:pt x="310385" y="93703"/>
                  </a:lnTo>
                  <a:lnTo>
                    <a:pt x="307053" y="93703"/>
                  </a:lnTo>
                  <a:lnTo>
                    <a:pt x="303722" y="94825"/>
                  </a:lnTo>
                  <a:lnTo>
                    <a:pt x="299835" y="94825"/>
                  </a:lnTo>
                  <a:lnTo>
                    <a:pt x="296504" y="95947"/>
                  </a:lnTo>
                  <a:lnTo>
                    <a:pt x="292062" y="97631"/>
                  </a:lnTo>
                  <a:lnTo>
                    <a:pt x="289285" y="98753"/>
                  </a:lnTo>
                  <a:lnTo>
                    <a:pt x="283733" y="99875"/>
                  </a:lnTo>
                  <a:lnTo>
                    <a:pt x="280401" y="102120"/>
                  </a:lnTo>
                  <a:lnTo>
                    <a:pt x="277625" y="102120"/>
                  </a:lnTo>
                  <a:lnTo>
                    <a:pt x="275404" y="103242"/>
                  </a:lnTo>
                  <a:lnTo>
                    <a:pt x="273183" y="103242"/>
                  </a:lnTo>
                  <a:lnTo>
                    <a:pt x="270962" y="104364"/>
                  </a:lnTo>
                  <a:lnTo>
                    <a:pt x="267075" y="105486"/>
                  </a:lnTo>
                  <a:lnTo>
                    <a:pt x="262633" y="107731"/>
                  </a:lnTo>
                  <a:lnTo>
                    <a:pt x="260412" y="107731"/>
                  </a:lnTo>
                  <a:lnTo>
                    <a:pt x="258191" y="108292"/>
                  </a:lnTo>
                  <a:lnTo>
                    <a:pt x="256526" y="108292"/>
                  </a:lnTo>
                  <a:lnTo>
                    <a:pt x="254305" y="109414"/>
                  </a:lnTo>
                  <a:lnTo>
                    <a:pt x="250973" y="110536"/>
                  </a:lnTo>
                  <a:lnTo>
                    <a:pt x="247642" y="111658"/>
                  </a:lnTo>
                  <a:lnTo>
                    <a:pt x="243755" y="112780"/>
                  </a:lnTo>
                  <a:lnTo>
                    <a:pt x="240423" y="113903"/>
                  </a:lnTo>
                  <a:lnTo>
                    <a:pt x="237092" y="115025"/>
                  </a:lnTo>
                  <a:lnTo>
                    <a:pt x="233205" y="116147"/>
                  </a:lnTo>
                  <a:lnTo>
                    <a:pt x="229873" y="117269"/>
                  </a:lnTo>
                  <a:lnTo>
                    <a:pt x="226542" y="118391"/>
                  </a:lnTo>
                  <a:lnTo>
                    <a:pt x="223766" y="119514"/>
                  </a:lnTo>
                  <a:lnTo>
                    <a:pt x="220434" y="120075"/>
                  </a:lnTo>
                  <a:lnTo>
                    <a:pt x="217103" y="120075"/>
                  </a:lnTo>
                  <a:lnTo>
                    <a:pt x="214326" y="121197"/>
                  </a:lnTo>
                  <a:lnTo>
                    <a:pt x="209884" y="121197"/>
                  </a:lnTo>
                  <a:lnTo>
                    <a:pt x="206553" y="122319"/>
                  </a:lnTo>
                  <a:lnTo>
                    <a:pt x="202666" y="122319"/>
                  </a:lnTo>
                  <a:lnTo>
                    <a:pt x="199335" y="123441"/>
                  </a:lnTo>
                  <a:lnTo>
                    <a:pt x="194893" y="123441"/>
                  </a:lnTo>
                  <a:lnTo>
                    <a:pt x="191006" y="124564"/>
                  </a:lnTo>
                  <a:lnTo>
                    <a:pt x="188785" y="124564"/>
                  </a:lnTo>
                  <a:lnTo>
                    <a:pt x="186564" y="124564"/>
                  </a:lnTo>
                  <a:lnTo>
                    <a:pt x="184343" y="124564"/>
                  </a:lnTo>
                  <a:lnTo>
                    <a:pt x="182677" y="125686"/>
                  </a:lnTo>
                  <a:lnTo>
                    <a:pt x="180456" y="125686"/>
                  </a:lnTo>
                  <a:lnTo>
                    <a:pt x="178235" y="125686"/>
                  </a:lnTo>
                  <a:lnTo>
                    <a:pt x="174904" y="126808"/>
                  </a:lnTo>
                  <a:lnTo>
                    <a:pt x="173793" y="126808"/>
                  </a:lnTo>
                  <a:lnTo>
                    <a:pt x="171017" y="126808"/>
                  </a:lnTo>
                  <a:lnTo>
                    <a:pt x="167685" y="126808"/>
                  </a:lnTo>
                  <a:lnTo>
                    <a:pt x="165464" y="126808"/>
                  </a:lnTo>
                  <a:lnTo>
                    <a:pt x="163243" y="127930"/>
                  </a:lnTo>
                  <a:lnTo>
                    <a:pt x="160467" y="127930"/>
                  </a:lnTo>
                  <a:lnTo>
                    <a:pt x="158246" y="127930"/>
                  </a:lnTo>
                  <a:lnTo>
                    <a:pt x="154915" y="127930"/>
                  </a:lnTo>
                  <a:lnTo>
                    <a:pt x="152694" y="127930"/>
                  </a:lnTo>
                  <a:lnTo>
                    <a:pt x="148807" y="127930"/>
                  </a:lnTo>
                  <a:lnTo>
                    <a:pt x="146586" y="127930"/>
                  </a:lnTo>
                  <a:lnTo>
                    <a:pt x="142144" y="127930"/>
                  </a:lnTo>
                  <a:lnTo>
                    <a:pt x="140478" y="127930"/>
                  </a:lnTo>
                  <a:lnTo>
                    <a:pt x="137147" y="127930"/>
                  </a:lnTo>
                  <a:lnTo>
                    <a:pt x="133815" y="127930"/>
                  </a:lnTo>
                  <a:lnTo>
                    <a:pt x="130484" y="127930"/>
                  </a:lnTo>
                  <a:lnTo>
                    <a:pt x="127707" y="129052"/>
                  </a:lnTo>
                  <a:lnTo>
                    <a:pt x="124376" y="129052"/>
                  </a:lnTo>
                  <a:lnTo>
                    <a:pt x="121044" y="129052"/>
                  </a:lnTo>
                  <a:lnTo>
                    <a:pt x="118268" y="129052"/>
                  </a:lnTo>
                  <a:lnTo>
                    <a:pt x="114936" y="129052"/>
                  </a:lnTo>
                  <a:lnTo>
                    <a:pt x="111605" y="129052"/>
                  </a:lnTo>
                  <a:lnTo>
                    <a:pt x="108273" y="129052"/>
                  </a:lnTo>
                  <a:lnTo>
                    <a:pt x="105497" y="129052"/>
                  </a:lnTo>
                  <a:lnTo>
                    <a:pt x="103276" y="129052"/>
                  </a:lnTo>
                  <a:lnTo>
                    <a:pt x="98833" y="129052"/>
                  </a:lnTo>
                  <a:lnTo>
                    <a:pt x="96058" y="129052"/>
                  </a:lnTo>
                  <a:lnTo>
                    <a:pt x="92726" y="129052"/>
                  </a:lnTo>
                  <a:lnTo>
                    <a:pt x="90505" y="129052"/>
                  </a:lnTo>
                  <a:lnTo>
                    <a:pt x="86619" y="129052"/>
                  </a:lnTo>
                  <a:lnTo>
                    <a:pt x="83287" y="129052"/>
                  </a:lnTo>
                  <a:lnTo>
                    <a:pt x="79956" y="129052"/>
                  </a:lnTo>
                  <a:lnTo>
                    <a:pt x="76624" y="129052"/>
                  </a:lnTo>
                  <a:lnTo>
                    <a:pt x="73848" y="129052"/>
                  </a:lnTo>
                  <a:lnTo>
                    <a:pt x="71627" y="129052"/>
                  </a:lnTo>
                  <a:lnTo>
                    <a:pt x="68295" y="129052"/>
                  </a:lnTo>
                  <a:lnTo>
                    <a:pt x="65519" y="129052"/>
                  </a:lnTo>
                  <a:lnTo>
                    <a:pt x="62187" y="129052"/>
                  </a:lnTo>
                  <a:lnTo>
                    <a:pt x="59967" y="129052"/>
                  </a:lnTo>
                  <a:lnTo>
                    <a:pt x="56634" y="129052"/>
                  </a:lnTo>
                  <a:lnTo>
                    <a:pt x="54968" y="130175"/>
                  </a:lnTo>
                  <a:lnTo>
                    <a:pt x="51638" y="129052"/>
                  </a:lnTo>
                  <a:lnTo>
                    <a:pt x="48306" y="129052"/>
                  </a:lnTo>
                  <a:lnTo>
                    <a:pt x="44975" y="129052"/>
                  </a:lnTo>
                  <a:lnTo>
                    <a:pt x="43309" y="129052"/>
                  </a:lnTo>
                  <a:lnTo>
                    <a:pt x="39978" y="129052"/>
                  </a:lnTo>
                  <a:lnTo>
                    <a:pt x="37757" y="129052"/>
                  </a:lnTo>
                  <a:lnTo>
                    <a:pt x="35536" y="129052"/>
                  </a:lnTo>
                  <a:lnTo>
                    <a:pt x="33315" y="129052"/>
                  </a:lnTo>
                  <a:lnTo>
                    <a:pt x="30538" y="129052"/>
                  </a:lnTo>
                  <a:lnTo>
                    <a:pt x="28317" y="129052"/>
                  </a:lnTo>
                  <a:lnTo>
                    <a:pt x="26096" y="129052"/>
                  </a:lnTo>
                  <a:lnTo>
                    <a:pt x="23875" y="129052"/>
                  </a:lnTo>
                  <a:lnTo>
                    <a:pt x="22210" y="129052"/>
                  </a:lnTo>
                  <a:lnTo>
                    <a:pt x="19989" y="129052"/>
                  </a:lnTo>
                  <a:lnTo>
                    <a:pt x="17768" y="129052"/>
                  </a:lnTo>
                  <a:lnTo>
                    <a:pt x="16657" y="129052"/>
                  </a:lnTo>
                  <a:lnTo>
                    <a:pt x="12215" y="129052"/>
                  </a:lnTo>
                  <a:lnTo>
                    <a:pt x="9439" y="129052"/>
                  </a:lnTo>
                  <a:lnTo>
                    <a:pt x="6107" y="129052"/>
                  </a:lnTo>
                  <a:lnTo>
                    <a:pt x="4997" y="129052"/>
                  </a:lnTo>
                  <a:lnTo>
                    <a:pt x="1110" y="129052"/>
                  </a:lnTo>
                  <a:lnTo>
                    <a:pt x="0" y="127930"/>
                  </a:lnTo>
                  <a:lnTo>
                    <a:pt x="0" y="126808"/>
                  </a:lnTo>
                  <a:lnTo>
                    <a:pt x="1665" y="125686"/>
                  </a:lnTo>
                  <a:lnTo>
                    <a:pt x="3886" y="124564"/>
                  </a:lnTo>
                  <a:lnTo>
                    <a:pt x="6107" y="124564"/>
                  </a:lnTo>
                  <a:lnTo>
                    <a:pt x="8328" y="123441"/>
                  </a:lnTo>
                  <a:lnTo>
                    <a:pt x="11660" y="123441"/>
                  </a:lnTo>
                  <a:lnTo>
                    <a:pt x="13326" y="122319"/>
                  </a:lnTo>
                  <a:lnTo>
                    <a:pt x="17768" y="122319"/>
                  </a:lnTo>
                  <a:lnTo>
                    <a:pt x="21099" y="121197"/>
                  </a:lnTo>
                  <a:lnTo>
                    <a:pt x="24986" y="120075"/>
                  </a:lnTo>
                  <a:lnTo>
                    <a:pt x="27207" y="120075"/>
                  </a:lnTo>
                  <a:lnTo>
                    <a:pt x="29428" y="119514"/>
                  </a:lnTo>
                  <a:lnTo>
                    <a:pt x="32759" y="119514"/>
                  </a:lnTo>
                  <a:lnTo>
                    <a:pt x="34425" y="119514"/>
                  </a:lnTo>
                  <a:lnTo>
                    <a:pt x="36646" y="119514"/>
                  </a:lnTo>
                  <a:lnTo>
                    <a:pt x="38867" y="118391"/>
                  </a:lnTo>
                  <a:lnTo>
                    <a:pt x="42199" y="118391"/>
                  </a:lnTo>
                  <a:lnTo>
                    <a:pt x="44420" y="118391"/>
                  </a:lnTo>
                  <a:lnTo>
                    <a:pt x="46085" y="117269"/>
                  </a:lnTo>
                  <a:lnTo>
                    <a:pt x="49417" y="117269"/>
                  </a:lnTo>
                  <a:lnTo>
                    <a:pt x="51638" y="116147"/>
                  </a:lnTo>
                  <a:lnTo>
                    <a:pt x="54968" y="116147"/>
                  </a:lnTo>
                  <a:lnTo>
                    <a:pt x="56634" y="116147"/>
                  </a:lnTo>
                  <a:lnTo>
                    <a:pt x="59967" y="115025"/>
                  </a:lnTo>
                  <a:lnTo>
                    <a:pt x="62187" y="115025"/>
                  </a:lnTo>
                  <a:lnTo>
                    <a:pt x="65519" y="115025"/>
                  </a:lnTo>
                  <a:lnTo>
                    <a:pt x="68295" y="115025"/>
                  </a:lnTo>
                  <a:lnTo>
                    <a:pt x="71627" y="113903"/>
                  </a:lnTo>
                  <a:lnTo>
                    <a:pt x="73848" y="113903"/>
                  </a:lnTo>
                  <a:lnTo>
                    <a:pt x="76624" y="113903"/>
                  </a:lnTo>
                  <a:lnTo>
                    <a:pt x="79956" y="113903"/>
                  </a:lnTo>
                  <a:lnTo>
                    <a:pt x="83287" y="112780"/>
                  </a:lnTo>
                  <a:lnTo>
                    <a:pt x="86619" y="112780"/>
                  </a:lnTo>
                  <a:lnTo>
                    <a:pt x="89395" y="112780"/>
                  </a:lnTo>
                  <a:lnTo>
                    <a:pt x="91616" y="111658"/>
                  </a:lnTo>
                  <a:lnTo>
                    <a:pt x="94946" y="111658"/>
                  </a:lnTo>
                  <a:lnTo>
                    <a:pt x="97724" y="111658"/>
                  </a:lnTo>
                  <a:lnTo>
                    <a:pt x="101055" y="111658"/>
                  </a:lnTo>
                  <a:lnTo>
                    <a:pt x="104387" y="110536"/>
                  </a:lnTo>
                  <a:lnTo>
                    <a:pt x="107718" y="110536"/>
                  </a:lnTo>
                  <a:lnTo>
                    <a:pt x="109384" y="110536"/>
                  </a:lnTo>
                  <a:lnTo>
                    <a:pt x="113826" y="110536"/>
                  </a:lnTo>
                  <a:lnTo>
                    <a:pt x="116047" y="109414"/>
                  </a:lnTo>
                  <a:lnTo>
                    <a:pt x="118823" y="109414"/>
                  </a:lnTo>
                  <a:lnTo>
                    <a:pt x="122155" y="109414"/>
                  </a:lnTo>
                  <a:lnTo>
                    <a:pt x="125486" y="109414"/>
                  </a:lnTo>
                  <a:lnTo>
                    <a:pt x="128818" y="108292"/>
                  </a:lnTo>
                  <a:lnTo>
                    <a:pt x="131594" y="108292"/>
                  </a:lnTo>
                  <a:lnTo>
                    <a:pt x="133815" y="108292"/>
                  </a:lnTo>
                  <a:lnTo>
                    <a:pt x="138257" y="108292"/>
                  </a:lnTo>
                  <a:lnTo>
                    <a:pt x="140478" y="107731"/>
                  </a:lnTo>
                  <a:lnTo>
                    <a:pt x="143254" y="107731"/>
                  </a:lnTo>
                  <a:lnTo>
                    <a:pt x="145475" y="106608"/>
                  </a:lnTo>
                  <a:lnTo>
                    <a:pt x="148807" y="106608"/>
                  </a:lnTo>
                  <a:lnTo>
                    <a:pt x="151028" y="105486"/>
                  </a:lnTo>
                  <a:lnTo>
                    <a:pt x="153804" y="105486"/>
                  </a:lnTo>
                  <a:lnTo>
                    <a:pt x="156025" y="104364"/>
                  </a:lnTo>
                  <a:lnTo>
                    <a:pt x="159357" y="104364"/>
                  </a:lnTo>
                  <a:lnTo>
                    <a:pt x="161578" y="103242"/>
                  </a:lnTo>
                  <a:lnTo>
                    <a:pt x="164354" y="103242"/>
                  </a:lnTo>
                  <a:lnTo>
                    <a:pt x="166575" y="102120"/>
                  </a:lnTo>
                  <a:lnTo>
                    <a:pt x="169906" y="102120"/>
                  </a:lnTo>
                  <a:lnTo>
                    <a:pt x="172127" y="100997"/>
                  </a:lnTo>
                  <a:lnTo>
                    <a:pt x="174904" y="100997"/>
                  </a:lnTo>
                  <a:lnTo>
                    <a:pt x="177124" y="99875"/>
                  </a:lnTo>
                  <a:lnTo>
                    <a:pt x="180456" y="99875"/>
                  </a:lnTo>
                  <a:lnTo>
                    <a:pt x="182677" y="98753"/>
                  </a:lnTo>
                  <a:lnTo>
                    <a:pt x="184343" y="97631"/>
                  </a:lnTo>
                  <a:lnTo>
                    <a:pt x="186564" y="97070"/>
                  </a:lnTo>
                  <a:lnTo>
                    <a:pt x="189895" y="97070"/>
                  </a:lnTo>
                  <a:lnTo>
                    <a:pt x="192116" y="95947"/>
                  </a:lnTo>
                  <a:lnTo>
                    <a:pt x="193782" y="94825"/>
                  </a:lnTo>
                  <a:lnTo>
                    <a:pt x="196003" y="93703"/>
                  </a:lnTo>
                  <a:lnTo>
                    <a:pt x="199335" y="93703"/>
                  </a:lnTo>
                  <a:lnTo>
                    <a:pt x="200445" y="92581"/>
                  </a:lnTo>
                  <a:lnTo>
                    <a:pt x="203777" y="91459"/>
                  </a:lnTo>
                  <a:lnTo>
                    <a:pt x="205441" y="90336"/>
                  </a:lnTo>
                  <a:lnTo>
                    <a:pt x="207663" y="90336"/>
                  </a:lnTo>
                  <a:lnTo>
                    <a:pt x="209884" y="89214"/>
                  </a:lnTo>
                  <a:lnTo>
                    <a:pt x="212105" y="88092"/>
                  </a:lnTo>
                  <a:lnTo>
                    <a:pt x="215437" y="86970"/>
                  </a:lnTo>
                  <a:lnTo>
                    <a:pt x="217103" y="86970"/>
                  </a:lnTo>
                  <a:lnTo>
                    <a:pt x="220434" y="85287"/>
                  </a:lnTo>
                  <a:lnTo>
                    <a:pt x="224876" y="83042"/>
                  </a:lnTo>
                  <a:lnTo>
                    <a:pt x="228763" y="80798"/>
                  </a:lnTo>
                  <a:lnTo>
                    <a:pt x="233205" y="78553"/>
                  </a:lnTo>
                  <a:lnTo>
                    <a:pt x="236537" y="76309"/>
                  </a:lnTo>
                  <a:lnTo>
                    <a:pt x="240423" y="75748"/>
                  </a:lnTo>
                  <a:lnTo>
                    <a:pt x="244865" y="73503"/>
                  </a:lnTo>
                  <a:lnTo>
                    <a:pt x="248752" y="71259"/>
                  </a:lnTo>
                  <a:lnTo>
                    <a:pt x="252084" y="69015"/>
                  </a:lnTo>
                  <a:lnTo>
                    <a:pt x="255415" y="67892"/>
                  </a:lnTo>
                  <a:lnTo>
                    <a:pt x="258191" y="65087"/>
                  </a:lnTo>
                  <a:lnTo>
                    <a:pt x="262633" y="63965"/>
                  </a:lnTo>
                  <a:lnTo>
                    <a:pt x="265965" y="61720"/>
                  </a:lnTo>
                  <a:lnTo>
                    <a:pt x="268741" y="60598"/>
                  </a:lnTo>
                  <a:lnTo>
                    <a:pt x="272073" y="58354"/>
                  </a:lnTo>
                  <a:lnTo>
                    <a:pt x="275404" y="57232"/>
                  </a:lnTo>
                  <a:lnTo>
                    <a:pt x="278736" y="54987"/>
                  </a:lnTo>
                  <a:lnTo>
                    <a:pt x="281512" y="53304"/>
                  </a:lnTo>
                  <a:lnTo>
                    <a:pt x="283733" y="51060"/>
                  </a:lnTo>
                  <a:lnTo>
                    <a:pt x="287064" y="48815"/>
                  </a:lnTo>
                  <a:lnTo>
                    <a:pt x="290396" y="46571"/>
                  </a:lnTo>
                  <a:lnTo>
                    <a:pt x="293172" y="44326"/>
                  </a:lnTo>
                  <a:lnTo>
                    <a:pt x="295393" y="41521"/>
                  </a:lnTo>
                  <a:lnTo>
                    <a:pt x="298725" y="40399"/>
                  </a:lnTo>
                  <a:lnTo>
                    <a:pt x="301501" y="37032"/>
                  </a:lnTo>
                  <a:lnTo>
                    <a:pt x="303722" y="34788"/>
                  </a:lnTo>
                  <a:lnTo>
                    <a:pt x="307053" y="33104"/>
                  </a:lnTo>
                  <a:lnTo>
                    <a:pt x="310385" y="29737"/>
                  </a:lnTo>
                  <a:lnTo>
                    <a:pt x="312051" y="27493"/>
                  </a:lnTo>
                  <a:lnTo>
                    <a:pt x="314272" y="25249"/>
                  </a:lnTo>
                  <a:lnTo>
                    <a:pt x="317603" y="23005"/>
                  </a:lnTo>
                  <a:lnTo>
                    <a:pt x="319824" y="21320"/>
                  </a:lnTo>
                  <a:lnTo>
                    <a:pt x="322045" y="19099"/>
                  </a:lnTo>
                  <a:lnTo>
                    <a:pt x="323711" y="16832"/>
                  </a:lnTo>
                  <a:lnTo>
                    <a:pt x="325932" y="14588"/>
                  </a:lnTo>
                  <a:lnTo>
                    <a:pt x="328153" y="12344"/>
                  </a:lnTo>
                  <a:lnTo>
                    <a:pt x="332595" y="8416"/>
                  </a:lnTo>
                  <a:lnTo>
                    <a:pt x="335371" y="6172"/>
                  </a:lnTo>
                  <a:lnTo>
                    <a:pt x="338703" y="2805"/>
                  </a:lnTo>
                  <a:lnTo>
                    <a:pt x="340924" y="1122"/>
                  </a:lnTo>
                  <a:lnTo>
                    <a:pt x="343700" y="0"/>
                  </a:lnTo>
                  <a:lnTo>
                    <a:pt x="345921" y="1122"/>
                  </a:lnTo>
                  <a:lnTo>
                    <a:pt x="347031" y="1122"/>
                  </a:lnTo>
                  <a:lnTo>
                    <a:pt x="348142" y="2805"/>
                  </a:lnTo>
                  <a:lnTo>
                    <a:pt x="349252" y="5049"/>
                  </a:lnTo>
                  <a:lnTo>
                    <a:pt x="351473" y="9538"/>
                  </a:lnTo>
                  <a:lnTo>
                    <a:pt x="351473" y="10660"/>
                  </a:lnTo>
                  <a:lnTo>
                    <a:pt x="351473" y="12344"/>
                  </a:lnTo>
                  <a:lnTo>
                    <a:pt x="351473" y="15710"/>
                  </a:lnTo>
                  <a:lnTo>
                    <a:pt x="352584" y="17955"/>
                  </a:lnTo>
                  <a:lnTo>
                    <a:pt x="352584" y="20199"/>
                  </a:lnTo>
                  <a:lnTo>
                    <a:pt x="352584" y="23005"/>
                  </a:lnTo>
                  <a:lnTo>
                    <a:pt x="352584" y="26371"/>
                  </a:lnTo>
                  <a:lnTo>
                    <a:pt x="353695" y="29737"/>
                  </a:lnTo>
                  <a:lnTo>
                    <a:pt x="352584" y="33104"/>
                  </a:lnTo>
                  <a:lnTo>
                    <a:pt x="352584" y="35910"/>
                  </a:lnTo>
                  <a:lnTo>
                    <a:pt x="352584" y="38154"/>
                  </a:lnTo>
                  <a:lnTo>
                    <a:pt x="352584" y="41521"/>
                  </a:lnTo>
                  <a:lnTo>
                    <a:pt x="352584" y="44326"/>
                  </a:lnTo>
                  <a:lnTo>
                    <a:pt x="352584" y="47693"/>
                  </a:lnTo>
                  <a:lnTo>
                    <a:pt x="351473" y="51060"/>
                  </a:lnTo>
                  <a:lnTo>
                    <a:pt x="351473" y="54426"/>
                  </a:lnTo>
                  <a:lnTo>
                    <a:pt x="351473" y="57232"/>
                  </a:lnTo>
                  <a:lnTo>
                    <a:pt x="350363" y="59476"/>
                  </a:lnTo>
                  <a:lnTo>
                    <a:pt x="350363" y="62843"/>
                  </a:lnTo>
                  <a:lnTo>
                    <a:pt x="349252" y="65648"/>
                  </a:lnTo>
                  <a:lnTo>
                    <a:pt x="349252" y="67892"/>
                  </a:lnTo>
                  <a:lnTo>
                    <a:pt x="348142" y="70137"/>
                  </a:lnTo>
                  <a:lnTo>
                    <a:pt x="348142" y="73503"/>
                  </a:lnTo>
                  <a:lnTo>
                    <a:pt x="347031" y="75748"/>
                  </a:lnTo>
                  <a:close/>
                </a:path>
              </a:pathLst>
            </a:custGeom>
            <a:solidFill>
              <a:schemeClr val="bg1"/>
            </a:solidFill>
            <a:ln>
              <a:noFill/>
            </a:ln>
            <a:effectLst/>
          </p:spPr>
          <p:txBody>
            <a:bodyPr vert="horz" wrap="square" lIns="0" tIns="0" rIns="5080" bIns="2540" numCol="1" spcCol="215900" anchor="t"/>
            <a:lstStyle/>
            <a:p>
              <a:pPr/>
              <a:endParaRPr lang="en-us" cap="none"/>
            </a:p>
          </p:txBody>
        </p:sp>
        <p:sp>
          <p:nvSpPr>
            <p:cNvPr id="29" name="Freeform 208"/>
            <p:cNvSpPr>
              <a:extLst>
                <a:ext uri="smNativeData">
                  <pr:smNativeData xmlns:pr="smNativeData" xmlns="smNativeData" val="SMDATA_15_VcZhaRMAAAAlAAAACwAAAA0AAAAAAAAAAAAAAAAHAAAABAAAAAAAAAAAAAAAAAAAAAEAAABQAAAAAAAAAAAA4D8AAAAAAADg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Is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Q0AAEsLAADiDwAAcgwAAAAAAAAmAAAACAAAAP//////////"/>
                </a:ext>
              </a:extLst>
            </p:cNvSpPr>
            <p:nvPr/>
          </p:nvSpPr>
          <p:spPr>
            <a:xfrm>
              <a:off x="2273935" y="1835785"/>
              <a:ext cx="307975" cy="187325"/>
            </a:xfrm>
            <a:custGeom>
              <a:avLst/>
              <a:gdLst/>
              <a:ahLst/>
              <a:cxnLst/>
              <a:rect l="0" t="0" r="307975" b="187325"/>
              <a:pathLst>
                <a:path w="307975" h="187325">
                  <a:moveTo>
                    <a:pt x="144241" y="0"/>
                  </a:moveTo>
                  <a:lnTo>
                    <a:pt x="143127" y="0"/>
                  </a:lnTo>
                  <a:lnTo>
                    <a:pt x="139786" y="0"/>
                  </a:lnTo>
                  <a:lnTo>
                    <a:pt x="137558" y="0"/>
                  </a:lnTo>
                  <a:lnTo>
                    <a:pt x="135887" y="0"/>
                  </a:lnTo>
                  <a:lnTo>
                    <a:pt x="132546" y="0"/>
                  </a:lnTo>
                  <a:lnTo>
                    <a:pt x="129204" y="1111"/>
                  </a:lnTo>
                  <a:lnTo>
                    <a:pt x="125306" y="1111"/>
                  </a:lnTo>
                  <a:lnTo>
                    <a:pt x="120850" y="1111"/>
                  </a:lnTo>
                  <a:lnTo>
                    <a:pt x="118623" y="1111"/>
                  </a:lnTo>
                  <a:lnTo>
                    <a:pt x="117509" y="1111"/>
                  </a:lnTo>
                  <a:lnTo>
                    <a:pt x="114724" y="2223"/>
                  </a:lnTo>
                  <a:lnTo>
                    <a:pt x="113611" y="2223"/>
                  </a:lnTo>
                  <a:lnTo>
                    <a:pt x="110269" y="2223"/>
                  </a:lnTo>
                  <a:lnTo>
                    <a:pt x="108041" y="2223"/>
                  </a:lnTo>
                  <a:lnTo>
                    <a:pt x="105814" y="3335"/>
                  </a:lnTo>
                  <a:lnTo>
                    <a:pt x="103029" y="3335"/>
                  </a:lnTo>
                  <a:lnTo>
                    <a:pt x="100801" y="3335"/>
                  </a:lnTo>
                  <a:lnTo>
                    <a:pt x="98574" y="4446"/>
                  </a:lnTo>
                  <a:lnTo>
                    <a:pt x="96346" y="5558"/>
                  </a:lnTo>
                  <a:lnTo>
                    <a:pt x="93562" y="5558"/>
                  </a:lnTo>
                  <a:lnTo>
                    <a:pt x="90220" y="5558"/>
                  </a:lnTo>
                  <a:lnTo>
                    <a:pt x="87992" y="6670"/>
                  </a:lnTo>
                  <a:lnTo>
                    <a:pt x="84651" y="6670"/>
                  </a:lnTo>
                  <a:lnTo>
                    <a:pt x="82980" y="7226"/>
                  </a:lnTo>
                  <a:lnTo>
                    <a:pt x="80752" y="7226"/>
                  </a:lnTo>
                  <a:lnTo>
                    <a:pt x="77411" y="8337"/>
                  </a:lnTo>
                  <a:lnTo>
                    <a:pt x="74069" y="8337"/>
                  </a:lnTo>
                  <a:lnTo>
                    <a:pt x="71842" y="9449"/>
                  </a:lnTo>
                  <a:lnTo>
                    <a:pt x="70171" y="10561"/>
                  </a:lnTo>
                  <a:lnTo>
                    <a:pt x="66830" y="10561"/>
                  </a:lnTo>
                  <a:lnTo>
                    <a:pt x="64602" y="11673"/>
                  </a:lnTo>
                  <a:lnTo>
                    <a:pt x="62373" y="12784"/>
                  </a:lnTo>
                  <a:lnTo>
                    <a:pt x="59590" y="13896"/>
                  </a:lnTo>
                  <a:lnTo>
                    <a:pt x="57362" y="15008"/>
                  </a:lnTo>
                  <a:lnTo>
                    <a:pt x="55132" y="16119"/>
                  </a:lnTo>
                  <a:lnTo>
                    <a:pt x="52907" y="17231"/>
                  </a:lnTo>
                  <a:lnTo>
                    <a:pt x="50679" y="17787"/>
                  </a:lnTo>
                  <a:lnTo>
                    <a:pt x="47891" y="18899"/>
                  </a:lnTo>
                  <a:lnTo>
                    <a:pt x="45667" y="18899"/>
                  </a:lnTo>
                  <a:lnTo>
                    <a:pt x="43439" y="20010"/>
                  </a:lnTo>
                  <a:lnTo>
                    <a:pt x="39541" y="23346"/>
                  </a:lnTo>
                  <a:lnTo>
                    <a:pt x="35084" y="25569"/>
                  </a:lnTo>
                  <a:lnTo>
                    <a:pt x="31744" y="27793"/>
                  </a:lnTo>
                  <a:lnTo>
                    <a:pt x="28959" y="30578"/>
                  </a:lnTo>
                  <a:lnTo>
                    <a:pt x="25618" y="33919"/>
                  </a:lnTo>
                  <a:lnTo>
                    <a:pt x="23390" y="37242"/>
                  </a:lnTo>
                  <a:lnTo>
                    <a:pt x="20049" y="40021"/>
                  </a:lnTo>
                  <a:lnTo>
                    <a:pt x="18378" y="43356"/>
                  </a:lnTo>
                  <a:lnTo>
                    <a:pt x="16150" y="46692"/>
                  </a:lnTo>
                  <a:lnTo>
                    <a:pt x="13922" y="49471"/>
                  </a:lnTo>
                  <a:lnTo>
                    <a:pt x="11695" y="52806"/>
                  </a:lnTo>
                  <a:lnTo>
                    <a:pt x="10581" y="56139"/>
                  </a:lnTo>
                  <a:lnTo>
                    <a:pt x="8353" y="59477"/>
                  </a:lnTo>
                  <a:lnTo>
                    <a:pt x="7796" y="62256"/>
                  </a:lnTo>
                  <a:lnTo>
                    <a:pt x="6683" y="64479"/>
                  </a:lnTo>
                  <a:lnTo>
                    <a:pt x="4455" y="67814"/>
                  </a:lnTo>
                  <a:lnTo>
                    <a:pt x="3341" y="70594"/>
                  </a:lnTo>
                  <a:lnTo>
                    <a:pt x="3341" y="73929"/>
                  </a:lnTo>
                  <a:lnTo>
                    <a:pt x="2227" y="76152"/>
                  </a:lnTo>
                  <a:lnTo>
                    <a:pt x="1113" y="79488"/>
                  </a:lnTo>
                  <a:lnTo>
                    <a:pt x="1113" y="82267"/>
                  </a:lnTo>
                  <a:lnTo>
                    <a:pt x="1113" y="85602"/>
                  </a:lnTo>
                  <a:lnTo>
                    <a:pt x="0" y="87825"/>
                  </a:lnTo>
                  <a:lnTo>
                    <a:pt x="0" y="91161"/>
                  </a:lnTo>
                  <a:lnTo>
                    <a:pt x="0" y="92828"/>
                  </a:lnTo>
                  <a:lnTo>
                    <a:pt x="0" y="96163"/>
                  </a:lnTo>
                  <a:lnTo>
                    <a:pt x="0" y="98387"/>
                  </a:lnTo>
                  <a:lnTo>
                    <a:pt x="1113" y="101722"/>
                  </a:lnTo>
                  <a:lnTo>
                    <a:pt x="2227" y="103390"/>
                  </a:lnTo>
                  <a:lnTo>
                    <a:pt x="3341" y="106725"/>
                  </a:lnTo>
                  <a:lnTo>
                    <a:pt x="3341" y="108948"/>
                  </a:lnTo>
                  <a:lnTo>
                    <a:pt x="4455" y="112283"/>
                  </a:lnTo>
                  <a:lnTo>
                    <a:pt x="5569" y="113951"/>
                  </a:lnTo>
                  <a:lnTo>
                    <a:pt x="6683" y="117286"/>
                  </a:lnTo>
                  <a:lnTo>
                    <a:pt x="7796" y="119510"/>
                  </a:lnTo>
                  <a:lnTo>
                    <a:pt x="9467" y="122845"/>
                  </a:lnTo>
                  <a:lnTo>
                    <a:pt x="10581" y="124512"/>
                  </a:lnTo>
                  <a:lnTo>
                    <a:pt x="12809" y="127847"/>
                  </a:lnTo>
                  <a:lnTo>
                    <a:pt x="15036" y="130074"/>
                  </a:lnTo>
                  <a:lnTo>
                    <a:pt x="16150" y="132294"/>
                  </a:lnTo>
                  <a:lnTo>
                    <a:pt x="18378" y="134522"/>
                  </a:lnTo>
                  <a:lnTo>
                    <a:pt x="20049" y="137297"/>
                  </a:lnTo>
                  <a:lnTo>
                    <a:pt x="22276" y="138409"/>
                  </a:lnTo>
                  <a:lnTo>
                    <a:pt x="24504" y="141744"/>
                  </a:lnTo>
                  <a:lnTo>
                    <a:pt x="27843" y="142856"/>
                  </a:lnTo>
                  <a:lnTo>
                    <a:pt x="29516" y="145635"/>
                  </a:lnTo>
                  <a:lnTo>
                    <a:pt x="31744" y="146747"/>
                  </a:lnTo>
                  <a:lnTo>
                    <a:pt x="35084" y="148970"/>
                  </a:lnTo>
                  <a:lnTo>
                    <a:pt x="37313" y="151199"/>
                  </a:lnTo>
                  <a:lnTo>
                    <a:pt x="40098" y="153417"/>
                  </a:lnTo>
                  <a:lnTo>
                    <a:pt x="42324" y="154529"/>
                  </a:lnTo>
                  <a:lnTo>
                    <a:pt x="45667" y="156196"/>
                  </a:lnTo>
                  <a:lnTo>
                    <a:pt x="47891" y="158420"/>
                  </a:lnTo>
                  <a:lnTo>
                    <a:pt x="51793" y="159531"/>
                  </a:lnTo>
                  <a:lnTo>
                    <a:pt x="54020" y="161758"/>
                  </a:lnTo>
                  <a:lnTo>
                    <a:pt x="57362" y="162867"/>
                  </a:lnTo>
                  <a:lnTo>
                    <a:pt x="60703" y="165090"/>
                  </a:lnTo>
                  <a:lnTo>
                    <a:pt x="63488" y="166202"/>
                  </a:lnTo>
                  <a:lnTo>
                    <a:pt x="66830" y="166758"/>
                  </a:lnTo>
                  <a:lnTo>
                    <a:pt x="70171" y="168981"/>
                  </a:lnTo>
                  <a:lnTo>
                    <a:pt x="74069" y="170093"/>
                  </a:lnTo>
                  <a:lnTo>
                    <a:pt x="77411" y="172316"/>
                  </a:lnTo>
                  <a:lnTo>
                    <a:pt x="80752" y="173428"/>
                  </a:lnTo>
                  <a:lnTo>
                    <a:pt x="84651" y="174540"/>
                  </a:lnTo>
                  <a:lnTo>
                    <a:pt x="87992" y="175651"/>
                  </a:lnTo>
                  <a:lnTo>
                    <a:pt x="91334" y="177319"/>
                  </a:lnTo>
                  <a:lnTo>
                    <a:pt x="94118" y="178431"/>
                  </a:lnTo>
                  <a:lnTo>
                    <a:pt x="98574" y="179542"/>
                  </a:lnTo>
                  <a:lnTo>
                    <a:pt x="103029" y="180654"/>
                  </a:lnTo>
                  <a:lnTo>
                    <a:pt x="106928" y="181766"/>
                  </a:lnTo>
                  <a:lnTo>
                    <a:pt x="110269" y="182878"/>
                  </a:lnTo>
                  <a:lnTo>
                    <a:pt x="114724" y="183989"/>
                  </a:lnTo>
                  <a:lnTo>
                    <a:pt x="116395" y="183989"/>
                  </a:lnTo>
                  <a:lnTo>
                    <a:pt x="118623" y="183989"/>
                  </a:lnTo>
                  <a:lnTo>
                    <a:pt x="120850" y="183989"/>
                  </a:lnTo>
                  <a:lnTo>
                    <a:pt x="123078" y="185101"/>
                  </a:lnTo>
                  <a:lnTo>
                    <a:pt x="125306" y="185101"/>
                  </a:lnTo>
                  <a:lnTo>
                    <a:pt x="126977" y="186213"/>
                  </a:lnTo>
                  <a:lnTo>
                    <a:pt x="129204" y="186213"/>
                  </a:lnTo>
                  <a:lnTo>
                    <a:pt x="131432" y="186213"/>
                  </a:lnTo>
                  <a:lnTo>
                    <a:pt x="133660" y="186213"/>
                  </a:lnTo>
                  <a:lnTo>
                    <a:pt x="135887" y="186213"/>
                  </a:lnTo>
                  <a:lnTo>
                    <a:pt x="137558" y="187325"/>
                  </a:lnTo>
                  <a:lnTo>
                    <a:pt x="139786" y="187325"/>
                  </a:lnTo>
                  <a:lnTo>
                    <a:pt x="142013" y="187325"/>
                  </a:lnTo>
                  <a:lnTo>
                    <a:pt x="144241" y="187325"/>
                  </a:lnTo>
                  <a:lnTo>
                    <a:pt x="146469" y="187325"/>
                  </a:lnTo>
                  <a:lnTo>
                    <a:pt x="148139" y="187325"/>
                  </a:lnTo>
                  <a:lnTo>
                    <a:pt x="150367" y="187325"/>
                  </a:lnTo>
                  <a:lnTo>
                    <a:pt x="152595" y="187325"/>
                  </a:lnTo>
                  <a:lnTo>
                    <a:pt x="155936" y="187325"/>
                  </a:lnTo>
                  <a:lnTo>
                    <a:pt x="157607" y="187325"/>
                  </a:lnTo>
                  <a:lnTo>
                    <a:pt x="159835" y="187325"/>
                  </a:lnTo>
                  <a:lnTo>
                    <a:pt x="162062" y="187325"/>
                  </a:lnTo>
                  <a:lnTo>
                    <a:pt x="164290" y="187325"/>
                  </a:lnTo>
                  <a:lnTo>
                    <a:pt x="166518" y="187325"/>
                  </a:lnTo>
                  <a:lnTo>
                    <a:pt x="168745" y="187325"/>
                  </a:lnTo>
                  <a:lnTo>
                    <a:pt x="170415" y="187325"/>
                  </a:lnTo>
                  <a:lnTo>
                    <a:pt x="172644" y="187325"/>
                  </a:lnTo>
                  <a:lnTo>
                    <a:pt x="175985" y="187325"/>
                  </a:lnTo>
                  <a:lnTo>
                    <a:pt x="179327" y="186213"/>
                  </a:lnTo>
                  <a:lnTo>
                    <a:pt x="183225" y="186213"/>
                  </a:lnTo>
                  <a:lnTo>
                    <a:pt x="185453" y="186213"/>
                  </a:lnTo>
                  <a:lnTo>
                    <a:pt x="187680" y="186213"/>
                  </a:lnTo>
                  <a:lnTo>
                    <a:pt x="189908" y="186213"/>
                  </a:lnTo>
                  <a:lnTo>
                    <a:pt x="191579" y="186213"/>
                  </a:lnTo>
                  <a:lnTo>
                    <a:pt x="196034" y="185101"/>
                  </a:lnTo>
                  <a:lnTo>
                    <a:pt x="200490" y="183989"/>
                  </a:lnTo>
                  <a:lnTo>
                    <a:pt x="203274" y="183989"/>
                  </a:lnTo>
                  <a:lnTo>
                    <a:pt x="207729" y="182878"/>
                  </a:lnTo>
                  <a:lnTo>
                    <a:pt x="211071" y="181766"/>
                  </a:lnTo>
                  <a:lnTo>
                    <a:pt x="214969" y="181766"/>
                  </a:lnTo>
                  <a:lnTo>
                    <a:pt x="218311" y="180654"/>
                  </a:lnTo>
                  <a:lnTo>
                    <a:pt x="222209" y="180654"/>
                  </a:lnTo>
                  <a:lnTo>
                    <a:pt x="225551" y="178431"/>
                  </a:lnTo>
                  <a:lnTo>
                    <a:pt x="228892" y="178431"/>
                  </a:lnTo>
                  <a:lnTo>
                    <a:pt x="232234" y="177319"/>
                  </a:lnTo>
                  <a:lnTo>
                    <a:pt x="235018" y="177319"/>
                  </a:lnTo>
                  <a:lnTo>
                    <a:pt x="237246" y="175651"/>
                  </a:lnTo>
                  <a:lnTo>
                    <a:pt x="239474" y="174540"/>
                  </a:lnTo>
                  <a:lnTo>
                    <a:pt x="242815" y="173428"/>
                  </a:lnTo>
                  <a:lnTo>
                    <a:pt x="244486" y="172316"/>
                  </a:lnTo>
                  <a:lnTo>
                    <a:pt x="247827" y="170093"/>
                  </a:lnTo>
                  <a:lnTo>
                    <a:pt x="250055" y="168981"/>
                  </a:lnTo>
                  <a:lnTo>
                    <a:pt x="252283" y="166753"/>
                  </a:lnTo>
                  <a:lnTo>
                    <a:pt x="254510" y="166202"/>
                  </a:lnTo>
                  <a:lnTo>
                    <a:pt x="256181" y="165090"/>
                  </a:lnTo>
                  <a:lnTo>
                    <a:pt x="258409" y="162862"/>
                  </a:lnTo>
                  <a:lnTo>
                    <a:pt x="260637" y="160634"/>
                  </a:lnTo>
                  <a:lnTo>
                    <a:pt x="262864" y="159531"/>
                  </a:lnTo>
                  <a:lnTo>
                    <a:pt x="266763" y="156196"/>
                  </a:lnTo>
                  <a:lnTo>
                    <a:pt x="271218" y="152305"/>
                  </a:lnTo>
                  <a:lnTo>
                    <a:pt x="274559" y="147858"/>
                  </a:lnTo>
                  <a:lnTo>
                    <a:pt x="277344" y="145073"/>
                  </a:lnTo>
                  <a:lnTo>
                    <a:pt x="280686" y="140632"/>
                  </a:lnTo>
                  <a:lnTo>
                    <a:pt x="284027" y="136185"/>
                  </a:lnTo>
                  <a:lnTo>
                    <a:pt x="285141" y="134518"/>
                  </a:lnTo>
                  <a:lnTo>
                    <a:pt x="286255" y="132294"/>
                  </a:lnTo>
                  <a:lnTo>
                    <a:pt x="286812" y="130071"/>
                  </a:lnTo>
                  <a:lnTo>
                    <a:pt x="289039" y="127844"/>
                  </a:lnTo>
                  <a:lnTo>
                    <a:pt x="291267" y="123956"/>
                  </a:lnTo>
                  <a:lnTo>
                    <a:pt x="293495" y="119510"/>
                  </a:lnTo>
                  <a:lnTo>
                    <a:pt x="294608" y="117286"/>
                  </a:lnTo>
                  <a:lnTo>
                    <a:pt x="295722" y="115063"/>
                  </a:lnTo>
                  <a:lnTo>
                    <a:pt x="296836" y="113395"/>
                  </a:lnTo>
                  <a:lnTo>
                    <a:pt x="297393" y="111172"/>
                  </a:lnTo>
                  <a:lnTo>
                    <a:pt x="299621" y="106725"/>
                  </a:lnTo>
                  <a:lnTo>
                    <a:pt x="301848" y="102834"/>
                  </a:lnTo>
                  <a:lnTo>
                    <a:pt x="304076" y="98387"/>
                  </a:lnTo>
                  <a:lnTo>
                    <a:pt x="305190" y="95052"/>
                  </a:lnTo>
                  <a:lnTo>
                    <a:pt x="306304" y="92272"/>
                  </a:lnTo>
                  <a:lnTo>
                    <a:pt x="307418" y="88937"/>
                  </a:lnTo>
                  <a:lnTo>
                    <a:pt x="307975" y="84490"/>
                  </a:lnTo>
                  <a:lnTo>
                    <a:pt x="307975" y="82267"/>
                  </a:lnTo>
                  <a:lnTo>
                    <a:pt x="307975" y="80599"/>
                  </a:lnTo>
                  <a:lnTo>
                    <a:pt x="307975" y="78376"/>
                  </a:lnTo>
                  <a:lnTo>
                    <a:pt x="307418" y="76152"/>
                  </a:lnTo>
                  <a:lnTo>
                    <a:pt x="306304" y="75038"/>
                  </a:lnTo>
                  <a:lnTo>
                    <a:pt x="304076" y="73929"/>
                  </a:lnTo>
                  <a:lnTo>
                    <a:pt x="301848" y="73929"/>
                  </a:lnTo>
                  <a:lnTo>
                    <a:pt x="299621" y="73929"/>
                  </a:lnTo>
                  <a:lnTo>
                    <a:pt x="296836" y="73929"/>
                  </a:lnTo>
                  <a:lnTo>
                    <a:pt x="293495" y="75041"/>
                  </a:lnTo>
                  <a:lnTo>
                    <a:pt x="289039" y="76152"/>
                  </a:lnTo>
                  <a:lnTo>
                    <a:pt x="286812" y="77264"/>
                  </a:lnTo>
                  <a:lnTo>
                    <a:pt x="285141" y="78376"/>
                  </a:lnTo>
                  <a:lnTo>
                    <a:pt x="282913" y="78376"/>
                  </a:lnTo>
                  <a:lnTo>
                    <a:pt x="280686" y="79488"/>
                  </a:lnTo>
                  <a:lnTo>
                    <a:pt x="277344" y="80599"/>
                  </a:lnTo>
                  <a:lnTo>
                    <a:pt x="275673" y="80599"/>
                  </a:lnTo>
                  <a:lnTo>
                    <a:pt x="273446" y="81155"/>
                  </a:lnTo>
                  <a:lnTo>
                    <a:pt x="271218" y="83383"/>
                  </a:lnTo>
                  <a:lnTo>
                    <a:pt x="267876" y="83383"/>
                  </a:lnTo>
                  <a:lnTo>
                    <a:pt x="265092" y="84490"/>
                  </a:lnTo>
                  <a:lnTo>
                    <a:pt x="261750" y="85602"/>
                  </a:lnTo>
                  <a:lnTo>
                    <a:pt x="259523" y="86714"/>
                  </a:lnTo>
                  <a:lnTo>
                    <a:pt x="255067" y="87825"/>
                  </a:lnTo>
                  <a:lnTo>
                    <a:pt x="252283" y="88937"/>
                  </a:lnTo>
                  <a:lnTo>
                    <a:pt x="248941" y="88937"/>
                  </a:lnTo>
                  <a:lnTo>
                    <a:pt x="246714" y="90049"/>
                  </a:lnTo>
                  <a:lnTo>
                    <a:pt x="242815" y="91161"/>
                  </a:lnTo>
                  <a:lnTo>
                    <a:pt x="239474" y="92272"/>
                  </a:lnTo>
                  <a:lnTo>
                    <a:pt x="236132" y="92828"/>
                  </a:lnTo>
                  <a:lnTo>
                    <a:pt x="232234" y="93940"/>
                  </a:lnTo>
                  <a:lnTo>
                    <a:pt x="228892" y="93940"/>
                  </a:lnTo>
                  <a:lnTo>
                    <a:pt x="225551" y="95052"/>
                  </a:lnTo>
                  <a:lnTo>
                    <a:pt x="222209" y="96163"/>
                  </a:lnTo>
                  <a:lnTo>
                    <a:pt x="218311" y="96163"/>
                  </a:lnTo>
                  <a:lnTo>
                    <a:pt x="213856" y="97275"/>
                  </a:lnTo>
                  <a:lnTo>
                    <a:pt x="211071" y="97275"/>
                  </a:lnTo>
                  <a:lnTo>
                    <a:pt x="207729" y="97275"/>
                  </a:lnTo>
                  <a:lnTo>
                    <a:pt x="206616" y="97275"/>
                  </a:lnTo>
                  <a:lnTo>
                    <a:pt x="203274" y="97275"/>
                  </a:lnTo>
                  <a:lnTo>
                    <a:pt x="202160" y="97275"/>
                  </a:lnTo>
                  <a:lnTo>
                    <a:pt x="200490" y="97275"/>
                  </a:lnTo>
                  <a:lnTo>
                    <a:pt x="197148" y="97275"/>
                  </a:lnTo>
                  <a:lnTo>
                    <a:pt x="194920" y="97275"/>
                  </a:lnTo>
                  <a:lnTo>
                    <a:pt x="192693" y="97275"/>
                  </a:lnTo>
                  <a:lnTo>
                    <a:pt x="190465" y="97275"/>
                  </a:lnTo>
                  <a:lnTo>
                    <a:pt x="188794" y="97275"/>
                  </a:lnTo>
                  <a:lnTo>
                    <a:pt x="186567" y="97275"/>
                  </a:lnTo>
                  <a:lnTo>
                    <a:pt x="184339" y="97275"/>
                  </a:lnTo>
                  <a:lnTo>
                    <a:pt x="182111" y="96163"/>
                  </a:lnTo>
                  <a:lnTo>
                    <a:pt x="179884" y="96163"/>
                  </a:lnTo>
                  <a:lnTo>
                    <a:pt x="177098" y="96163"/>
                  </a:lnTo>
                  <a:lnTo>
                    <a:pt x="174871" y="95052"/>
                  </a:lnTo>
                  <a:lnTo>
                    <a:pt x="172644" y="95052"/>
                  </a:lnTo>
                  <a:lnTo>
                    <a:pt x="170415" y="95052"/>
                  </a:lnTo>
                  <a:lnTo>
                    <a:pt x="168745" y="93940"/>
                  </a:lnTo>
                  <a:lnTo>
                    <a:pt x="165404" y="93940"/>
                  </a:lnTo>
                  <a:lnTo>
                    <a:pt x="163176" y="92828"/>
                  </a:lnTo>
                  <a:lnTo>
                    <a:pt x="160948" y="92828"/>
                  </a:lnTo>
                  <a:lnTo>
                    <a:pt x="158721" y="92828"/>
                  </a:lnTo>
                  <a:lnTo>
                    <a:pt x="157049" y="92272"/>
                  </a:lnTo>
                  <a:lnTo>
                    <a:pt x="154822" y="92272"/>
                  </a:lnTo>
                  <a:lnTo>
                    <a:pt x="151481" y="91161"/>
                  </a:lnTo>
                  <a:lnTo>
                    <a:pt x="149253" y="91161"/>
                  </a:lnTo>
                  <a:lnTo>
                    <a:pt x="147026" y="90049"/>
                  </a:lnTo>
                  <a:lnTo>
                    <a:pt x="145355" y="88937"/>
                  </a:lnTo>
                  <a:lnTo>
                    <a:pt x="143127" y="88937"/>
                  </a:lnTo>
                  <a:lnTo>
                    <a:pt x="139786" y="87825"/>
                  </a:lnTo>
                  <a:lnTo>
                    <a:pt x="137558" y="87825"/>
                  </a:lnTo>
                  <a:lnTo>
                    <a:pt x="135887" y="86714"/>
                  </a:lnTo>
                  <a:lnTo>
                    <a:pt x="133660" y="85602"/>
                  </a:lnTo>
                  <a:lnTo>
                    <a:pt x="131432" y="84490"/>
                  </a:lnTo>
                  <a:lnTo>
                    <a:pt x="129204" y="84490"/>
                  </a:lnTo>
                  <a:lnTo>
                    <a:pt x="126977" y="83379"/>
                  </a:lnTo>
                  <a:lnTo>
                    <a:pt x="124192" y="82267"/>
                  </a:lnTo>
                  <a:lnTo>
                    <a:pt x="123078" y="81153"/>
                  </a:lnTo>
                  <a:lnTo>
                    <a:pt x="120850" y="81153"/>
                  </a:lnTo>
                  <a:lnTo>
                    <a:pt x="116395" y="79488"/>
                  </a:lnTo>
                  <a:lnTo>
                    <a:pt x="113611" y="78376"/>
                  </a:lnTo>
                  <a:lnTo>
                    <a:pt x="109155" y="76152"/>
                  </a:lnTo>
                  <a:lnTo>
                    <a:pt x="105814" y="73929"/>
                  </a:lnTo>
                  <a:lnTo>
                    <a:pt x="101915" y="71706"/>
                  </a:lnTo>
                  <a:lnTo>
                    <a:pt x="98574" y="70038"/>
                  </a:lnTo>
                  <a:lnTo>
                    <a:pt x="95232" y="67814"/>
                  </a:lnTo>
                  <a:lnTo>
                    <a:pt x="93562" y="66703"/>
                  </a:lnTo>
                  <a:lnTo>
                    <a:pt x="90220" y="64479"/>
                  </a:lnTo>
                  <a:lnTo>
                    <a:pt x="89106" y="62256"/>
                  </a:lnTo>
                  <a:lnTo>
                    <a:pt x="85765" y="59477"/>
                  </a:lnTo>
                  <a:lnTo>
                    <a:pt x="84651" y="57253"/>
                  </a:lnTo>
                  <a:lnTo>
                    <a:pt x="83537" y="55029"/>
                  </a:lnTo>
                  <a:lnTo>
                    <a:pt x="83537" y="52806"/>
                  </a:lnTo>
                  <a:lnTo>
                    <a:pt x="83537" y="49471"/>
                  </a:lnTo>
                  <a:lnTo>
                    <a:pt x="84651" y="47804"/>
                  </a:lnTo>
                  <a:lnTo>
                    <a:pt x="85765" y="44468"/>
                  </a:lnTo>
                  <a:lnTo>
                    <a:pt x="86879" y="42245"/>
                  </a:lnTo>
                  <a:lnTo>
                    <a:pt x="89106" y="38910"/>
                  </a:lnTo>
                  <a:lnTo>
                    <a:pt x="91334" y="37242"/>
                  </a:lnTo>
                  <a:lnTo>
                    <a:pt x="93562" y="33907"/>
                  </a:lnTo>
                  <a:lnTo>
                    <a:pt x="96346" y="31684"/>
                  </a:lnTo>
                  <a:lnTo>
                    <a:pt x="98574" y="29456"/>
                  </a:lnTo>
                  <a:lnTo>
                    <a:pt x="101915" y="26681"/>
                  </a:lnTo>
                  <a:lnTo>
                    <a:pt x="104143" y="24453"/>
                  </a:lnTo>
                  <a:lnTo>
                    <a:pt x="108041" y="22234"/>
                  </a:lnTo>
                  <a:lnTo>
                    <a:pt x="111383" y="18892"/>
                  </a:lnTo>
                  <a:lnTo>
                    <a:pt x="114724" y="17231"/>
                  </a:lnTo>
                  <a:lnTo>
                    <a:pt x="117509" y="15008"/>
                  </a:lnTo>
                  <a:lnTo>
                    <a:pt x="120850" y="12784"/>
                  </a:lnTo>
                  <a:lnTo>
                    <a:pt x="123078" y="10556"/>
                  </a:lnTo>
                  <a:lnTo>
                    <a:pt x="125863" y="8337"/>
                  </a:lnTo>
                  <a:lnTo>
                    <a:pt x="129204" y="7226"/>
                  </a:lnTo>
                  <a:lnTo>
                    <a:pt x="132546" y="6670"/>
                  </a:lnTo>
                  <a:lnTo>
                    <a:pt x="134773" y="4443"/>
                  </a:lnTo>
                  <a:lnTo>
                    <a:pt x="137558" y="3335"/>
                  </a:lnTo>
                  <a:lnTo>
                    <a:pt x="138672" y="2221"/>
                  </a:lnTo>
                  <a:lnTo>
                    <a:pt x="140899" y="1111"/>
                  </a:lnTo>
                  <a:lnTo>
                    <a:pt x="143127" y="0"/>
                  </a:lnTo>
                  <a:lnTo>
                    <a:pt x="144241" y="0"/>
                  </a:lnTo>
                  <a:close/>
                </a:path>
              </a:pathLst>
            </a:custGeom>
            <a:solidFill>
              <a:schemeClr val="hlink"/>
            </a:solidFill>
            <a:ln w="9525" cap="flat" cmpd="sng" algn="ctr">
              <a:solidFill>
                <a:schemeClr val="tx1"/>
              </a:solidFill>
              <a:prstDash val="solid"/>
              <a:headEnd type="none"/>
              <a:tailEnd type="none"/>
            </a:ln>
            <a:effectLst/>
          </p:spPr>
          <p:txBody>
            <a:bodyPr vert="horz" wrap="square" lIns="0" tIns="0" rIns="4445" bIns="2540" numCol="1" spcCol="215900" anchor="t"/>
            <a:lstStyle/>
            <a:p>
              <a:pPr/>
              <a:endParaRPr lang="en-us" cap="none"/>
            </a:p>
          </p:txBody>
        </p:sp>
        <p:sp>
          <p:nvSpPr>
            <p:cNvPr id="28" name="Freeform 209"/>
            <p:cNvSpPr>
              <a:extLst>
                <a:ext uri="smNativeData">
                  <pr:smNativeData xmlns:pr="smNativeData" xmlns="smNativeData" val="SMDATA_15_VcZhaRMAAAAlAAAACwAAAA0AAAAAAAAAAAAAAAAIAAAABAAAAAAAAAAAAAAAAAAAAAEAAABQAAAAAAAAAAAA4D8AAAAAAADgPwAAAAAAAOA/AAAAAAAA4D8AAAAAAADgPwAAAAAAAOA/AAAAAAAA4D8AAAAAAADgPwAAAAAAAOA/AAAAAAAA4D8CAAAAjAAAAAEAAAAAAAAAgACAD////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CACP///wEAAAAAAAAAAAAAAAAAAAAAAAAAAAAAAAAAAAAAAAAAAAAAAAJ/f38AH0l9A8zMzADAwP8Af39/AAAAAAAAAAAAAAAAAAAAAAAAAAAAIQAAABgAAAAUAAAAJhIAAFgLAACFEgAA8AsAAAAAAAAmAAAACAAAAP//////////"/>
                </a:ext>
              </a:extLst>
            </p:cNvSpPr>
            <p:nvPr/>
          </p:nvSpPr>
          <p:spPr>
            <a:xfrm>
              <a:off x="2950210" y="1844040"/>
              <a:ext cx="60325" cy="96520"/>
            </a:xfrm>
            <a:custGeom>
              <a:avLst/>
              <a:gdLst/>
              <a:ahLst/>
              <a:cxnLst/>
              <a:rect l="0" t="0" r="60325" b="96520"/>
              <a:pathLst>
                <a:path w="60325" h="96520">
                  <a:moveTo>
                    <a:pt x="0" y="0"/>
                  </a:moveTo>
                  <a:lnTo>
                    <a:pt x="1117" y="1103"/>
                  </a:lnTo>
                  <a:lnTo>
                    <a:pt x="3351" y="2206"/>
                  </a:lnTo>
                  <a:lnTo>
                    <a:pt x="5585" y="3309"/>
                  </a:lnTo>
                  <a:lnTo>
                    <a:pt x="8378" y="4412"/>
                  </a:lnTo>
                  <a:lnTo>
                    <a:pt x="12846" y="7722"/>
                  </a:lnTo>
                  <a:lnTo>
                    <a:pt x="13964" y="8825"/>
                  </a:lnTo>
                  <a:lnTo>
                    <a:pt x="16198" y="9928"/>
                  </a:lnTo>
                  <a:lnTo>
                    <a:pt x="17874" y="10479"/>
                  </a:lnTo>
                  <a:lnTo>
                    <a:pt x="20108" y="12685"/>
                  </a:lnTo>
                  <a:lnTo>
                    <a:pt x="22342" y="13789"/>
                  </a:lnTo>
                  <a:lnTo>
                    <a:pt x="24576" y="14892"/>
                  </a:lnTo>
                  <a:lnTo>
                    <a:pt x="26811" y="15995"/>
                  </a:lnTo>
                  <a:lnTo>
                    <a:pt x="28486" y="18201"/>
                  </a:lnTo>
                  <a:lnTo>
                    <a:pt x="30721" y="19304"/>
                  </a:lnTo>
                  <a:lnTo>
                    <a:pt x="32955" y="20959"/>
                  </a:lnTo>
                  <a:lnTo>
                    <a:pt x="35189" y="22062"/>
                  </a:lnTo>
                  <a:lnTo>
                    <a:pt x="37423" y="24268"/>
                  </a:lnTo>
                  <a:lnTo>
                    <a:pt x="40216" y="27577"/>
                  </a:lnTo>
                  <a:lnTo>
                    <a:pt x="44685" y="31438"/>
                  </a:lnTo>
                  <a:lnTo>
                    <a:pt x="48036" y="34747"/>
                  </a:lnTo>
                  <a:lnTo>
                    <a:pt x="50829" y="38056"/>
                  </a:lnTo>
                  <a:lnTo>
                    <a:pt x="53063" y="41366"/>
                  </a:lnTo>
                  <a:lnTo>
                    <a:pt x="55297" y="44123"/>
                  </a:lnTo>
                  <a:lnTo>
                    <a:pt x="57532" y="48536"/>
                  </a:lnTo>
                  <a:lnTo>
                    <a:pt x="58649" y="51845"/>
                  </a:lnTo>
                  <a:lnTo>
                    <a:pt x="59766" y="55706"/>
                  </a:lnTo>
                  <a:lnTo>
                    <a:pt x="60325" y="59015"/>
                  </a:lnTo>
                  <a:lnTo>
                    <a:pt x="60325" y="62324"/>
                  </a:lnTo>
                  <a:lnTo>
                    <a:pt x="60325" y="66185"/>
                  </a:lnTo>
                  <a:lnTo>
                    <a:pt x="60325" y="69494"/>
                  </a:lnTo>
                  <a:lnTo>
                    <a:pt x="59766" y="72804"/>
                  </a:lnTo>
                  <a:lnTo>
                    <a:pt x="58649" y="75561"/>
                  </a:lnTo>
                  <a:lnTo>
                    <a:pt x="57532" y="77768"/>
                  </a:lnTo>
                  <a:lnTo>
                    <a:pt x="55297" y="81077"/>
                  </a:lnTo>
                  <a:lnTo>
                    <a:pt x="54180" y="83283"/>
                  </a:lnTo>
                  <a:lnTo>
                    <a:pt x="51946" y="84938"/>
                  </a:lnTo>
                  <a:lnTo>
                    <a:pt x="49153" y="87144"/>
                  </a:lnTo>
                  <a:lnTo>
                    <a:pt x="45802" y="88247"/>
                  </a:lnTo>
                  <a:lnTo>
                    <a:pt x="42450" y="89350"/>
                  </a:lnTo>
                  <a:lnTo>
                    <a:pt x="39099" y="89350"/>
                  </a:lnTo>
                  <a:lnTo>
                    <a:pt x="35189" y="91556"/>
                  </a:lnTo>
                  <a:lnTo>
                    <a:pt x="30721" y="91556"/>
                  </a:lnTo>
                  <a:lnTo>
                    <a:pt x="26811" y="92659"/>
                  </a:lnTo>
                  <a:lnTo>
                    <a:pt x="22342" y="93762"/>
                  </a:lnTo>
                  <a:lnTo>
                    <a:pt x="18991" y="93762"/>
                  </a:lnTo>
                  <a:lnTo>
                    <a:pt x="15079" y="94865"/>
                  </a:lnTo>
                  <a:lnTo>
                    <a:pt x="10612" y="94865"/>
                  </a:lnTo>
                  <a:lnTo>
                    <a:pt x="7261" y="95417"/>
                  </a:lnTo>
                  <a:lnTo>
                    <a:pt x="5585" y="95417"/>
                  </a:lnTo>
                  <a:lnTo>
                    <a:pt x="2234" y="95417"/>
                  </a:lnTo>
                  <a:lnTo>
                    <a:pt x="1117" y="96520"/>
                  </a:lnTo>
                  <a:lnTo>
                    <a:pt x="0" y="96520"/>
                  </a:lnTo>
                  <a:lnTo>
                    <a:pt x="0" y="95417"/>
                  </a:lnTo>
                  <a:lnTo>
                    <a:pt x="0" y="94865"/>
                  </a:lnTo>
                  <a:lnTo>
                    <a:pt x="0" y="92659"/>
                  </a:lnTo>
                  <a:lnTo>
                    <a:pt x="1117" y="90453"/>
                  </a:lnTo>
                  <a:lnTo>
                    <a:pt x="1117" y="86041"/>
                  </a:lnTo>
                  <a:lnTo>
                    <a:pt x="2234" y="83283"/>
                  </a:lnTo>
                  <a:lnTo>
                    <a:pt x="2234" y="81077"/>
                  </a:lnTo>
                  <a:lnTo>
                    <a:pt x="2234" y="78871"/>
                  </a:lnTo>
                  <a:lnTo>
                    <a:pt x="2234" y="76664"/>
                  </a:lnTo>
                  <a:lnTo>
                    <a:pt x="3351" y="74458"/>
                  </a:lnTo>
                  <a:lnTo>
                    <a:pt x="3351" y="71701"/>
                  </a:lnTo>
                  <a:lnTo>
                    <a:pt x="3351" y="69494"/>
                  </a:lnTo>
                  <a:lnTo>
                    <a:pt x="3351" y="67288"/>
                  </a:lnTo>
                  <a:lnTo>
                    <a:pt x="3351" y="63979"/>
                  </a:lnTo>
                  <a:lnTo>
                    <a:pt x="3351" y="62324"/>
                  </a:lnTo>
                  <a:lnTo>
                    <a:pt x="3351" y="59015"/>
                  </a:lnTo>
                  <a:lnTo>
                    <a:pt x="4468" y="56809"/>
                  </a:lnTo>
                  <a:lnTo>
                    <a:pt x="4468" y="54603"/>
                  </a:lnTo>
                  <a:lnTo>
                    <a:pt x="4468" y="51845"/>
                  </a:lnTo>
                  <a:lnTo>
                    <a:pt x="4468" y="49639"/>
                  </a:lnTo>
                  <a:lnTo>
                    <a:pt x="4468" y="47433"/>
                  </a:lnTo>
                  <a:lnTo>
                    <a:pt x="5585" y="45227"/>
                  </a:lnTo>
                  <a:lnTo>
                    <a:pt x="5585" y="43020"/>
                  </a:lnTo>
                  <a:lnTo>
                    <a:pt x="5585" y="40263"/>
                  </a:lnTo>
                  <a:lnTo>
                    <a:pt x="5585" y="38056"/>
                  </a:lnTo>
                  <a:lnTo>
                    <a:pt x="5585" y="36953"/>
                  </a:lnTo>
                  <a:lnTo>
                    <a:pt x="4468" y="32541"/>
                  </a:lnTo>
                  <a:lnTo>
                    <a:pt x="4468" y="28680"/>
                  </a:lnTo>
                  <a:lnTo>
                    <a:pt x="3351" y="25371"/>
                  </a:lnTo>
                  <a:lnTo>
                    <a:pt x="3351" y="22062"/>
                  </a:lnTo>
                  <a:lnTo>
                    <a:pt x="2234" y="18201"/>
                  </a:lnTo>
                  <a:lnTo>
                    <a:pt x="2234" y="15995"/>
                  </a:lnTo>
                  <a:lnTo>
                    <a:pt x="2234" y="12685"/>
                  </a:lnTo>
                  <a:lnTo>
                    <a:pt x="2234" y="10479"/>
                  </a:lnTo>
                  <a:lnTo>
                    <a:pt x="1117" y="7722"/>
                  </a:lnTo>
                  <a:lnTo>
                    <a:pt x="1117" y="6619"/>
                  </a:lnTo>
                  <a:lnTo>
                    <a:pt x="0" y="4412"/>
                  </a:lnTo>
                  <a:lnTo>
                    <a:pt x="0" y="3309"/>
                  </a:lnTo>
                  <a:lnTo>
                    <a:pt x="0" y="1103"/>
                  </a:lnTo>
                  <a:lnTo>
                    <a:pt x="0" y="0"/>
                  </a:lnTo>
                  <a:close/>
                </a:path>
              </a:pathLst>
            </a:custGeom>
            <a:solidFill>
              <a:schemeClr val="folHlink"/>
            </a:solidFill>
            <a:ln>
              <a:noFill/>
            </a:ln>
            <a:effectLst/>
          </p:spPr>
          <p:txBody>
            <a:bodyPr vert="horz" wrap="square" lIns="0" tIns="0" rIns="5080" bIns="2540" numCol="1" spcCol="215900" anchor="t"/>
            <a:lstStyle/>
            <a:p>
              <a:pPr/>
              <a:endParaRPr lang="en-us" cap="none"/>
            </a:p>
          </p:txBody>
        </p:sp>
        <p:sp>
          <p:nvSpPr>
            <p:cNvPr id="27" name="Freeform 210"/>
            <p:cNvSpPr>
              <a:extLst>
                <a:ext uri="smNativeData">
                  <pr:smNativeData xmlns:pr="smNativeData" xmlns="smNativeData" val="SMDATA_15_VcZhaRMAAAAlAAAACwAAAA0AAAAAAAAAAAAAAAAIAAAABAAAAAAAAAAAAAAAAAAAAAEAAABQAAAAAAAAAAAA4D8AAAAAAADg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sxF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4BEAAFgLAADVEgAAfAwAAAAAAAAmAAAACAAAAP//////////"/>
                </a:ext>
              </a:extLst>
            </p:cNvSpPr>
            <p:nvPr/>
          </p:nvSpPr>
          <p:spPr>
            <a:xfrm>
              <a:off x="2905760" y="1844040"/>
              <a:ext cx="155575" cy="185420"/>
            </a:xfrm>
            <a:custGeom>
              <a:avLst/>
              <a:gdLst/>
              <a:ahLst/>
              <a:cxnLst/>
              <a:rect l="0" t="0" r="155575" b="185420"/>
              <a:pathLst>
                <a:path w="155575" h="185420">
                  <a:moveTo>
                    <a:pt x="44134" y="0"/>
                  </a:moveTo>
                  <a:lnTo>
                    <a:pt x="46341" y="0"/>
                  </a:lnTo>
                  <a:lnTo>
                    <a:pt x="48548" y="0"/>
                  </a:lnTo>
                  <a:lnTo>
                    <a:pt x="52410" y="1107"/>
                  </a:lnTo>
                  <a:lnTo>
                    <a:pt x="54616" y="1107"/>
                  </a:lnTo>
                  <a:lnTo>
                    <a:pt x="56823" y="1107"/>
                  </a:lnTo>
                  <a:lnTo>
                    <a:pt x="59030" y="1107"/>
                  </a:lnTo>
                  <a:lnTo>
                    <a:pt x="61788" y="2214"/>
                  </a:lnTo>
                  <a:lnTo>
                    <a:pt x="63995" y="2214"/>
                  </a:lnTo>
                  <a:lnTo>
                    <a:pt x="67305" y="3321"/>
                  </a:lnTo>
                  <a:lnTo>
                    <a:pt x="70615" y="3321"/>
                  </a:lnTo>
                  <a:lnTo>
                    <a:pt x="73374" y="4428"/>
                  </a:lnTo>
                  <a:lnTo>
                    <a:pt x="75580" y="5535"/>
                  </a:lnTo>
                  <a:lnTo>
                    <a:pt x="78890" y="6642"/>
                  </a:lnTo>
                  <a:lnTo>
                    <a:pt x="82752" y="6642"/>
                  </a:lnTo>
                  <a:lnTo>
                    <a:pt x="86062" y="7749"/>
                  </a:lnTo>
                  <a:lnTo>
                    <a:pt x="89372" y="8856"/>
                  </a:lnTo>
                  <a:lnTo>
                    <a:pt x="92682" y="9963"/>
                  </a:lnTo>
                  <a:lnTo>
                    <a:pt x="95441" y="10516"/>
                  </a:lnTo>
                  <a:lnTo>
                    <a:pt x="99854" y="11623"/>
                  </a:lnTo>
                  <a:lnTo>
                    <a:pt x="103164" y="12730"/>
                  </a:lnTo>
                  <a:lnTo>
                    <a:pt x="104820" y="14944"/>
                  </a:lnTo>
                  <a:lnTo>
                    <a:pt x="108130" y="16051"/>
                  </a:lnTo>
                  <a:lnTo>
                    <a:pt x="112543" y="18265"/>
                  </a:lnTo>
                  <a:lnTo>
                    <a:pt x="115302" y="19372"/>
                  </a:lnTo>
                  <a:lnTo>
                    <a:pt x="118612" y="21033"/>
                  </a:lnTo>
                  <a:lnTo>
                    <a:pt x="120818" y="23239"/>
                  </a:lnTo>
                  <a:lnTo>
                    <a:pt x="124128" y="25461"/>
                  </a:lnTo>
                  <a:lnTo>
                    <a:pt x="125784" y="27675"/>
                  </a:lnTo>
                  <a:lnTo>
                    <a:pt x="129094" y="29889"/>
                  </a:lnTo>
                  <a:lnTo>
                    <a:pt x="131300" y="31549"/>
                  </a:lnTo>
                  <a:lnTo>
                    <a:pt x="133507" y="34870"/>
                  </a:lnTo>
                  <a:lnTo>
                    <a:pt x="135714" y="37077"/>
                  </a:lnTo>
                  <a:lnTo>
                    <a:pt x="137369" y="39298"/>
                  </a:lnTo>
                  <a:lnTo>
                    <a:pt x="139576" y="42065"/>
                  </a:lnTo>
                  <a:lnTo>
                    <a:pt x="140679" y="45386"/>
                  </a:lnTo>
                  <a:lnTo>
                    <a:pt x="142886" y="47593"/>
                  </a:lnTo>
                  <a:lnTo>
                    <a:pt x="143989" y="50921"/>
                  </a:lnTo>
                  <a:lnTo>
                    <a:pt x="145092" y="53689"/>
                  </a:lnTo>
                  <a:lnTo>
                    <a:pt x="146748" y="57010"/>
                  </a:lnTo>
                  <a:lnTo>
                    <a:pt x="147851" y="60331"/>
                  </a:lnTo>
                  <a:lnTo>
                    <a:pt x="148954" y="63098"/>
                  </a:lnTo>
                  <a:lnTo>
                    <a:pt x="150058" y="66419"/>
                  </a:lnTo>
                  <a:lnTo>
                    <a:pt x="151161" y="69740"/>
                  </a:lnTo>
                  <a:lnTo>
                    <a:pt x="152264" y="73061"/>
                  </a:lnTo>
                  <a:lnTo>
                    <a:pt x="152264" y="75828"/>
                  </a:lnTo>
                  <a:lnTo>
                    <a:pt x="153368" y="78042"/>
                  </a:lnTo>
                  <a:lnTo>
                    <a:pt x="153368" y="82470"/>
                  </a:lnTo>
                  <a:lnTo>
                    <a:pt x="154471" y="84684"/>
                  </a:lnTo>
                  <a:lnTo>
                    <a:pt x="154471" y="87452"/>
                  </a:lnTo>
                  <a:lnTo>
                    <a:pt x="155575" y="90773"/>
                  </a:lnTo>
                  <a:lnTo>
                    <a:pt x="155575" y="94094"/>
                  </a:lnTo>
                  <a:lnTo>
                    <a:pt x="155575" y="96861"/>
                  </a:lnTo>
                  <a:lnTo>
                    <a:pt x="155575" y="100182"/>
                  </a:lnTo>
                  <a:lnTo>
                    <a:pt x="155575" y="102396"/>
                  </a:lnTo>
                  <a:lnTo>
                    <a:pt x="155575" y="105717"/>
                  </a:lnTo>
                  <a:lnTo>
                    <a:pt x="155575" y="108485"/>
                  </a:lnTo>
                  <a:lnTo>
                    <a:pt x="155575" y="110699"/>
                  </a:lnTo>
                  <a:lnTo>
                    <a:pt x="155575" y="114019"/>
                  </a:lnTo>
                  <a:lnTo>
                    <a:pt x="155575" y="116787"/>
                  </a:lnTo>
                  <a:lnTo>
                    <a:pt x="154471" y="121215"/>
                  </a:lnTo>
                  <a:lnTo>
                    <a:pt x="153368" y="125643"/>
                  </a:lnTo>
                  <a:lnTo>
                    <a:pt x="152264" y="128410"/>
                  </a:lnTo>
                  <a:lnTo>
                    <a:pt x="151161" y="132838"/>
                  </a:lnTo>
                  <a:lnTo>
                    <a:pt x="150058" y="135052"/>
                  </a:lnTo>
                  <a:lnTo>
                    <a:pt x="147851" y="137820"/>
                  </a:lnTo>
                  <a:lnTo>
                    <a:pt x="146196" y="141141"/>
                  </a:lnTo>
                  <a:lnTo>
                    <a:pt x="145092" y="144462"/>
                  </a:lnTo>
                  <a:lnTo>
                    <a:pt x="141782" y="147772"/>
                  </a:lnTo>
                  <a:lnTo>
                    <a:pt x="139576" y="149443"/>
                  </a:lnTo>
                  <a:lnTo>
                    <a:pt x="136266" y="151657"/>
                  </a:lnTo>
                  <a:lnTo>
                    <a:pt x="133507" y="154978"/>
                  </a:lnTo>
                  <a:lnTo>
                    <a:pt x="130197" y="157192"/>
                  </a:lnTo>
                  <a:lnTo>
                    <a:pt x="126887" y="159959"/>
                  </a:lnTo>
                  <a:lnTo>
                    <a:pt x="123025" y="162173"/>
                  </a:lnTo>
                  <a:lnTo>
                    <a:pt x="118612" y="165494"/>
                  </a:lnTo>
                  <a:lnTo>
                    <a:pt x="116405" y="166601"/>
                  </a:lnTo>
                  <a:lnTo>
                    <a:pt x="113646" y="168815"/>
                  </a:lnTo>
                  <a:lnTo>
                    <a:pt x="111440" y="169369"/>
                  </a:lnTo>
                  <a:lnTo>
                    <a:pt x="108130" y="170476"/>
                  </a:lnTo>
                  <a:lnTo>
                    <a:pt x="104820" y="171583"/>
                  </a:lnTo>
                  <a:lnTo>
                    <a:pt x="102061" y="172690"/>
                  </a:lnTo>
                  <a:lnTo>
                    <a:pt x="98751" y="173797"/>
                  </a:lnTo>
                  <a:lnTo>
                    <a:pt x="95441" y="176011"/>
                  </a:lnTo>
                  <a:lnTo>
                    <a:pt x="92682" y="176011"/>
                  </a:lnTo>
                  <a:lnTo>
                    <a:pt x="89372" y="178225"/>
                  </a:lnTo>
                  <a:lnTo>
                    <a:pt x="86062" y="179332"/>
                  </a:lnTo>
                  <a:lnTo>
                    <a:pt x="82752" y="179885"/>
                  </a:lnTo>
                  <a:lnTo>
                    <a:pt x="78890" y="179885"/>
                  </a:lnTo>
                  <a:lnTo>
                    <a:pt x="75580" y="180992"/>
                  </a:lnTo>
                  <a:lnTo>
                    <a:pt x="71718" y="182099"/>
                  </a:lnTo>
                  <a:lnTo>
                    <a:pt x="68408" y="183206"/>
                  </a:lnTo>
                  <a:lnTo>
                    <a:pt x="63995" y="183206"/>
                  </a:lnTo>
                  <a:lnTo>
                    <a:pt x="61236" y="184313"/>
                  </a:lnTo>
                  <a:lnTo>
                    <a:pt x="57926" y="184313"/>
                  </a:lnTo>
                  <a:lnTo>
                    <a:pt x="54616" y="184313"/>
                  </a:lnTo>
                  <a:lnTo>
                    <a:pt x="50754" y="184313"/>
                  </a:lnTo>
                  <a:lnTo>
                    <a:pt x="47444" y="184313"/>
                  </a:lnTo>
                  <a:lnTo>
                    <a:pt x="44134" y="184313"/>
                  </a:lnTo>
                  <a:lnTo>
                    <a:pt x="40824" y="185420"/>
                  </a:lnTo>
                  <a:lnTo>
                    <a:pt x="38066" y="184313"/>
                  </a:lnTo>
                  <a:lnTo>
                    <a:pt x="34755" y="183206"/>
                  </a:lnTo>
                  <a:lnTo>
                    <a:pt x="31446" y="183206"/>
                  </a:lnTo>
                  <a:lnTo>
                    <a:pt x="29790" y="182099"/>
                  </a:lnTo>
                  <a:lnTo>
                    <a:pt x="26480" y="180992"/>
                  </a:lnTo>
                  <a:lnTo>
                    <a:pt x="24274" y="179885"/>
                  </a:lnTo>
                  <a:lnTo>
                    <a:pt x="22067" y="179332"/>
                  </a:lnTo>
                  <a:lnTo>
                    <a:pt x="19860" y="179332"/>
                  </a:lnTo>
                  <a:lnTo>
                    <a:pt x="18204" y="177118"/>
                  </a:lnTo>
                  <a:lnTo>
                    <a:pt x="15998" y="174912"/>
                  </a:lnTo>
                  <a:lnTo>
                    <a:pt x="13792" y="173797"/>
                  </a:lnTo>
                  <a:lnTo>
                    <a:pt x="11585" y="172690"/>
                  </a:lnTo>
                  <a:lnTo>
                    <a:pt x="9378" y="169369"/>
                  </a:lnTo>
                  <a:lnTo>
                    <a:pt x="8275" y="167708"/>
                  </a:lnTo>
                  <a:lnTo>
                    <a:pt x="7723" y="165494"/>
                  </a:lnTo>
                  <a:lnTo>
                    <a:pt x="6620" y="163280"/>
                  </a:lnTo>
                  <a:lnTo>
                    <a:pt x="5516" y="161066"/>
                  </a:lnTo>
                  <a:lnTo>
                    <a:pt x="4413" y="158299"/>
                  </a:lnTo>
                  <a:lnTo>
                    <a:pt x="3310" y="154978"/>
                  </a:lnTo>
                  <a:lnTo>
                    <a:pt x="2206" y="152764"/>
                  </a:lnTo>
                  <a:lnTo>
                    <a:pt x="1103" y="149443"/>
                  </a:lnTo>
                  <a:lnTo>
                    <a:pt x="1103" y="146676"/>
                  </a:lnTo>
                  <a:lnTo>
                    <a:pt x="1103" y="144462"/>
                  </a:lnTo>
                  <a:lnTo>
                    <a:pt x="1103" y="141141"/>
                  </a:lnTo>
                  <a:lnTo>
                    <a:pt x="0" y="137820"/>
                  </a:lnTo>
                  <a:lnTo>
                    <a:pt x="0" y="135052"/>
                  </a:lnTo>
                  <a:lnTo>
                    <a:pt x="0" y="132838"/>
                  </a:lnTo>
                  <a:lnTo>
                    <a:pt x="0" y="129517"/>
                  </a:lnTo>
                  <a:lnTo>
                    <a:pt x="0" y="126750"/>
                  </a:lnTo>
                  <a:lnTo>
                    <a:pt x="0" y="124536"/>
                  </a:lnTo>
                  <a:lnTo>
                    <a:pt x="0" y="121215"/>
                  </a:lnTo>
                  <a:lnTo>
                    <a:pt x="1103" y="117894"/>
                  </a:lnTo>
                  <a:lnTo>
                    <a:pt x="1103" y="115126"/>
                  </a:lnTo>
                  <a:lnTo>
                    <a:pt x="1103" y="112912"/>
                  </a:lnTo>
                  <a:lnTo>
                    <a:pt x="1103" y="109592"/>
                  </a:lnTo>
                  <a:lnTo>
                    <a:pt x="2206" y="107378"/>
                  </a:lnTo>
                  <a:lnTo>
                    <a:pt x="2206" y="105717"/>
                  </a:lnTo>
                  <a:lnTo>
                    <a:pt x="3310" y="102396"/>
                  </a:lnTo>
                  <a:lnTo>
                    <a:pt x="4413" y="100182"/>
                  </a:lnTo>
                  <a:lnTo>
                    <a:pt x="5516" y="99079"/>
                  </a:lnTo>
                  <a:lnTo>
                    <a:pt x="6620" y="95201"/>
                  </a:lnTo>
                  <a:lnTo>
                    <a:pt x="7723" y="91880"/>
                  </a:lnTo>
                  <a:lnTo>
                    <a:pt x="9378" y="88559"/>
                  </a:lnTo>
                  <a:lnTo>
                    <a:pt x="12688" y="87452"/>
                  </a:lnTo>
                  <a:lnTo>
                    <a:pt x="14895" y="85245"/>
                  </a:lnTo>
                  <a:lnTo>
                    <a:pt x="18204" y="84684"/>
                  </a:lnTo>
                  <a:lnTo>
                    <a:pt x="20964" y="82470"/>
                  </a:lnTo>
                  <a:lnTo>
                    <a:pt x="24274" y="82470"/>
                  </a:lnTo>
                  <a:lnTo>
                    <a:pt x="27584" y="82470"/>
                  </a:lnTo>
                  <a:lnTo>
                    <a:pt x="30342" y="82470"/>
                  </a:lnTo>
                  <a:lnTo>
                    <a:pt x="33651" y="82470"/>
                  </a:lnTo>
                  <a:lnTo>
                    <a:pt x="36962" y="83577"/>
                  </a:lnTo>
                  <a:lnTo>
                    <a:pt x="40272" y="83577"/>
                  </a:lnTo>
                  <a:lnTo>
                    <a:pt x="43031" y="84684"/>
                  </a:lnTo>
                  <a:lnTo>
                    <a:pt x="47444" y="84684"/>
                  </a:lnTo>
                  <a:lnTo>
                    <a:pt x="50754" y="85238"/>
                  </a:lnTo>
                  <a:lnTo>
                    <a:pt x="52410" y="85238"/>
                  </a:lnTo>
                  <a:lnTo>
                    <a:pt x="55720" y="85238"/>
                  </a:lnTo>
                  <a:lnTo>
                    <a:pt x="57926" y="85238"/>
                  </a:lnTo>
                  <a:lnTo>
                    <a:pt x="60133" y="86345"/>
                  </a:lnTo>
                  <a:lnTo>
                    <a:pt x="61788" y="85238"/>
                  </a:lnTo>
                  <a:lnTo>
                    <a:pt x="63995" y="85238"/>
                  </a:lnTo>
                  <a:lnTo>
                    <a:pt x="66202" y="85238"/>
                  </a:lnTo>
                  <a:lnTo>
                    <a:pt x="68408" y="85238"/>
                  </a:lnTo>
                  <a:lnTo>
                    <a:pt x="71718" y="83577"/>
                  </a:lnTo>
                  <a:lnTo>
                    <a:pt x="75580" y="82470"/>
                  </a:lnTo>
                  <a:lnTo>
                    <a:pt x="79994" y="80256"/>
                  </a:lnTo>
                  <a:lnTo>
                    <a:pt x="82752" y="76935"/>
                  </a:lnTo>
                  <a:lnTo>
                    <a:pt x="87166" y="73615"/>
                  </a:lnTo>
                  <a:lnTo>
                    <a:pt x="91579" y="70847"/>
                  </a:lnTo>
                  <a:lnTo>
                    <a:pt x="92682" y="68633"/>
                  </a:lnTo>
                  <a:lnTo>
                    <a:pt x="94338" y="66419"/>
                  </a:lnTo>
                  <a:lnTo>
                    <a:pt x="96544" y="64213"/>
                  </a:lnTo>
                  <a:lnTo>
                    <a:pt x="97648" y="62545"/>
                  </a:lnTo>
                  <a:lnTo>
                    <a:pt x="98751" y="59224"/>
                  </a:lnTo>
                  <a:lnTo>
                    <a:pt x="99854" y="55903"/>
                  </a:lnTo>
                  <a:lnTo>
                    <a:pt x="99854" y="52582"/>
                  </a:lnTo>
                  <a:lnTo>
                    <a:pt x="99854" y="50921"/>
                  </a:lnTo>
                  <a:lnTo>
                    <a:pt x="98751" y="47600"/>
                  </a:lnTo>
                  <a:lnTo>
                    <a:pt x="97648" y="44279"/>
                  </a:lnTo>
                  <a:lnTo>
                    <a:pt x="96544" y="41512"/>
                  </a:lnTo>
                  <a:lnTo>
                    <a:pt x="94338" y="38191"/>
                  </a:lnTo>
                  <a:lnTo>
                    <a:pt x="91579" y="34870"/>
                  </a:lnTo>
                  <a:lnTo>
                    <a:pt x="88269" y="31560"/>
                  </a:lnTo>
                  <a:lnTo>
                    <a:pt x="84958" y="28782"/>
                  </a:lnTo>
                  <a:lnTo>
                    <a:pt x="82200" y="25461"/>
                  </a:lnTo>
                  <a:lnTo>
                    <a:pt x="78890" y="23247"/>
                  </a:lnTo>
                  <a:lnTo>
                    <a:pt x="77787" y="22144"/>
                  </a:lnTo>
                  <a:lnTo>
                    <a:pt x="74477" y="20479"/>
                  </a:lnTo>
                  <a:lnTo>
                    <a:pt x="73374" y="19376"/>
                  </a:lnTo>
                  <a:lnTo>
                    <a:pt x="68408" y="16051"/>
                  </a:lnTo>
                  <a:lnTo>
                    <a:pt x="65098" y="12741"/>
                  </a:lnTo>
                  <a:lnTo>
                    <a:pt x="62892" y="11623"/>
                  </a:lnTo>
                  <a:lnTo>
                    <a:pt x="60133" y="10516"/>
                  </a:lnTo>
                  <a:lnTo>
                    <a:pt x="59030" y="8856"/>
                  </a:lnTo>
                  <a:lnTo>
                    <a:pt x="56823" y="7749"/>
                  </a:lnTo>
                  <a:lnTo>
                    <a:pt x="53513" y="5535"/>
                  </a:lnTo>
                  <a:lnTo>
                    <a:pt x="50754" y="4428"/>
                  </a:lnTo>
                  <a:lnTo>
                    <a:pt x="47444" y="2214"/>
                  </a:lnTo>
                  <a:lnTo>
                    <a:pt x="45238" y="1107"/>
                  </a:lnTo>
                  <a:lnTo>
                    <a:pt x="44134" y="3"/>
                  </a:lnTo>
                  <a:lnTo>
                    <a:pt x="44134" y="0"/>
                  </a:lnTo>
                  <a:close/>
                </a:path>
              </a:pathLst>
            </a:custGeom>
            <a:solidFill>
              <a:schemeClr val="hlink"/>
            </a:solidFill>
            <a:ln w="9525" cap="flat" cmpd="sng" algn="ctr">
              <a:solidFill>
                <a:schemeClr val="tx1"/>
              </a:solidFill>
              <a:prstDash val="solid"/>
              <a:headEnd type="none"/>
              <a:tailEnd type="none"/>
            </a:ln>
            <a:effectLst/>
          </p:spPr>
          <p:txBody>
            <a:bodyPr vert="horz" wrap="square" lIns="0" tIns="0" rIns="5080" bIns="2540" numCol="1" spcCol="215900" anchor="t"/>
            <a:lstStyle/>
            <a:p>
              <a:pPr/>
              <a:endParaRPr lang="en-us" cap="none"/>
            </a:p>
          </p:txBody>
        </p:sp>
        <p:sp>
          <p:nvSpPr>
            <p:cNvPr id="26" name="Freeform 211"/>
            <p:cNvSpPr>
              <a:extLst>
                <a:ext uri="smNativeData">
                  <pr:smNativeData xmlns:pr="smNativeData" xmlns="smNativeData" val="SMDATA_15_VcZhaRMAAAAlAAAACwAAAA0AAAAAAAAAAAAAAAAIAAAABQAAAAAAAAAAAAAAAAAAAAEAAABQAAAAAAAAAAAA4D8AAAAAAADgPwAAAAAAAOA/AAAAAAAA4D8AAAAAAADgPwAAAAAAAOA/AAAAAAAA4D8AAAAAAADgPwAAAAAAAOA/AAAAAAAA4D8CAAAAjAAAAAEAAAAAAAAAM5n/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k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M5n/AP///wEAAAAAAAAAAAAAAAAAAAAAAAAAAAAAAAAAAAAAAAAAAAAAAAJ/f38AH0l9A8zMzADAwP8Af39/AAAAAAAAAAAAAAAAAAAAAAAAAAAAIQAAABgAAAAUAAAAoBAAANkMAABQEwAAfBEAAAAAAAAmAAAACAAAAP//////////"/>
                </a:ext>
              </a:extLst>
            </p:cNvSpPr>
            <p:nvPr/>
          </p:nvSpPr>
          <p:spPr>
            <a:xfrm>
              <a:off x="2702560" y="2088515"/>
              <a:ext cx="436880" cy="753745"/>
            </a:xfrm>
            <a:custGeom>
              <a:avLst/>
              <a:gdLst/>
              <a:ahLst/>
              <a:cxnLst/>
              <a:rect l="0" t="0" r="436880" b="753745"/>
              <a:pathLst>
                <a:path w="436880" h="753745">
                  <a:moveTo>
                    <a:pt x="301682" y="0"/>
                  </a:moveTo>
                  <a:lnTo>
                    <a:pt x="303917" y="0"/>
                  </a:lnTo>
                  <a:lnTo>
                    <a:pt x="305034" y="1117"/>
                  </a:lnTo>
                  <a:lnTo>
                    <a:pt x="307827" y="2225"/>
                  </a:lnTo>
                  <a:lnTo>
                    <a:pt x="310062" y="4460"/>
                  </a:lnTo>
                  <a:lnTo>
                    <a:pt x="312297" y="6695"/>
                  </a:lnTo>
                  <a:lnTo>
                    <a:pt x="315649" y="8900"/>
                  </a:lnTo>
                  <a:lnTo>
                    <a:pt x="319001" y="11681"/>
                  </a:lnTo>
                  <a:lnTo>
                    <a:pt x="321794" y="16131"/>
                  </a:lnTo>
                  <a:lnTo>
                    <a:pt x="322911" y="17248"/>
                  </a:lnTo>
                  <a:lnTo>
                    <a:pt x="325146" y="20025"/>
                  </a:lnTo>
                  <a:lnTo>
                    <a:pt x="326263" y="22250"/>
                  </a:lnTo>
                  <a:lnTo>
                    <a:pt x="328498" y="24485"/>
                  </a:lnTo>
                  <a:lnTo>
                    <a:pt x="329615" y="26700"/>
                  </a:lnTo>
                  <a:lnTo>
                    <a:pt x="331291" y="28926"/>
                  </a:lnTo>
                  <a:lnTo>
                    <a:pt x="333526" y="31707"/>
                  </a:lnTo>
                  <a:lnTo>
                    <a:pt x="335761" y="35044"/>
                  </a:lnTo>
                  <a:lnTo>
                    <a:pt x="336878" y="37270"/>
                  </a:lnTo>
                  <a:lnTo>
                    <a:pt x="339113" y="40607"/>
                  </a:lnTo>
                  <a:lnTo>
                    <a:pt x="340789" y="43389"/>
                  </a:lnTo>
                  <a:lnTo>
                    <a:pt x="341906" y="46726"/>
                  </a:lnTo>
                  <a:lnTo>
                    <a:pt x="344141" y="50064"/>
                  </a:lnTo>
                  <a:lnTo>
                    <a:pt x="346375" y="52845"/>
                  </a:lnTo>
                  <a:lnTo>
                    <a:pt x="348610" y="56183"/>
                  </a:lnTo>
                  <a:lnTo>
                    <a:pt x="350845" y="60633"/>
                  </a:lnTo>
                  <a:lnTo>
                    <a:pt x="352521" y="63414"/>
                  </a:lnTo>
                  <a:lnTo>
                    <a:pt x="353638" y="66752"/>
                  </a:lnTo>
                  <a:lnTo>
                    <a:pt x="355873" y="70089"/>
                  </a:lnTo>
                  <a:lnTo>
                    <a:pt x="358108" y="73983"/>
                  </a:lnTo>
                  <a:lnTo>
                    <a:pt x="360342" y="77321"/>
                  </a:lnTo>
                  <a:lnTo>
                    <a:pt x="362018" y="81771"/>
                  </a:lnTo>
                  <a:lnTo>
                    <a:pt x="364253" y="84552"/>
                  </a:lnTo>
                  <a:lnTo>
                    <a:pt x="366488" y="89003"/>
                  </a:lnTo>
                  <a:lnTo>
                    <a:pt x="367605" y="93453"/>
                  </a:lnTo>
                  <a:lnTo>
                    <a:pt x="369840" y="97347"/>
                  </a:lnTo>
                  <a:lnTo>
                    <a:pt x="372074" y="100684"/>
                  </a:lnTo>
                  <a:lnTo>
                    <a:pt x="373750" y="105691"/>
                  </a:lnTo>
                  <a:lnTo>
                    <a:pt x="374868" y="109028"/>
                  </a:lnTo>
                  <a:lnTo>
                    <a:pt x="377102" y="113478"/>
                  </a:lnTo>
                  <a:lnTo>
                    <a:pt x="379337" y="118484"/>
                  </a:lnTo>
                  <a:lnTo>
                    <a:pt x="381572" y="122935"/>
                  </a:lnTo>
                  <a:lnTo>
                    <a:pt x="383248" y="126829"/>
                  </a:lnTo>
                  <a:lnTo>
                    <a:pt x="385482" y="131279"/>
                  </a:lnTo>
                  <a:lnTo>
                    <a:pt x="386600" y="136841"/>
                  </a:lnTo>
                  <a:lnTo>
                    <a:pt x="388834" y="140736"/>
                  </a:lnTo>
                  <a:lnTo>
                    <a:pt x="391069" y="146298"/>
                  </a:lnTo>
                  <a:lnTo>
                    <a:pt x="393304" y="150192"/>
                  </a:lnTo>
                  <a:lnTo>
                    <a:pt x="393862" y="154642"/>
                  </a:lnTo>
                  <a:lnTo>
                    <a:pt x="396097" y="159649"/>
                  </a:lnTo>
                  <a:lnTo>
                    <a:pt x="398332" y="164099"/>
                  </a:lnTo>
                  <a:lnTo>
                    <a:pt x="400566" y="168549"/>
                  </a:lnTo>
                  <a:lnTo>
                    <a:pt x="401684" y="173555"/>
                  </a:lnTo>
                  <a:lnTo>
                    <a:pt x="403918" y="179118"/>
                  </a:lnTo>
                  <a:lnTo>
                    <a:pt x="405594" y="183012"/>
                  </a:lnTo>
                  <a:lnTo>
                    <a:pt x="406712" y="188574"/>
                  </a:lnTo>
                  <a:lnTo>
                    <a:pt x="408946" y="193580"/>
                  </a:lnTo>
                  <a:lnTo>
                    <a:pt x="411181" y="199143"/>
                  </a:lnTo>
                  <a:lnTo>
                    <a:pt x="412299" y="203038"/>
                  </a:lnTo>
                  <a:lnTo>
                    <a:pt x="413416" y="208601"/>
                  </a:lnTo>
                  <a:lnTo>
                    <a:pt x="414533" y="212494"/>
                  </a:lnTo>
                  <a:lnTo>
                    <a:pt x="416209" y="218057"/>
                  </a:lnTo>
                  <a:lnTo>
                    <a:pt x="417327" y="223064"/>
                  </a:lnTo>
                  <a:lnTo>
                    <a:pt x="418444" y="227514"/>
                  </a:lnTo>
                  <a:lnTo>
                    <a:pt x="419561" y="232520"/>
                  </a:lnTo>
                  <a:lnTo>
                    <a:pt x="420679" y="238082"/>
                  </a:lnTo>
                  <a:lnTo>
                    <a:pt x="421796" y="242533"/>
                  </a:lnTo>
                  <a:lnTo>
                    <a:pt x="422913" y="247539"/>
                  </a:lnTo>
                  <a:lnTo>
                    <a:pt x="424031" y="253102"/>
                  </a:lnTo>
                  <a:lnTo>
                    <a:pt x="425148" y="256996"/>
                  </a:lnTo>
                  <a:lnTo>
                    <a:pt x="426265" y="262559"/>
                  </a:lnTo>
                  <a:lnTo>
                    <a:pt x="426824" y="266453"/>
                  </a:lnTo>
                  <a:lnTo>
                    <a:pt x="427941" y="272015"/>
                  </a:lnTo>
                  <a:lnTo>
                    <a:pt x="429059" y="277022"/>
                  </a:lnTo>
                  <a:lnTo>
                    <a:pt x="429059" y="281472"/>
                  </a:lnTo>
                  <a:lnTo>
                    <a:pt x="430176" y="286478"/>
                  </a:lnTo>
                  <a:lnTo>
                    <a:pt x="431293" y="290928"/>
                  </a:lnTo>
                  <a:lnTo>
                    <a:pt x="432411" y="295935"/>
                  </a:lnTo>
                  <a:lnTo>
                    <a:pt x="432411" y="301498"/>
                  </a:lnTo>
                  <a:lnTo>
                    <a:pt x="433528" y="305948"/>
                  </a:lnTo>
                  <a:lnTo>
                    <a:pt x="433528" y="310954"/>
                  </a:lnTo>
                  <a:lnTo>
                    <a:pt x="434645" y="315404"/>
                  </a:lnTo>
                  <a:lnTo>
                    <a:pt x="434645" y="320411"/>
                  </a:lnTo>
                  <a:lnTo>
                    <a:pt x="434645" y="324861"/>
                  </a:lnTo>
                  <a:lnTo>
                    <a:pt x="435763" y="329867"/>
                  </a:lnTo>
                  <a:lnTo>
                    <a:pt x="435763" y="334317"/>
                  </a:lnTo>
                  <a:lnTo>
                    <a:pt x="435763" y="339324"/>
                  </a:lnTo>
                  <a:lnTo>
                    <a:pt x="435763" y="343774"/>
                  </a:lnTo>
                  <a:lnTo>
                    <a:pt x="436880" y="348780"/>
                  </a:lnTo>
                  <a:lnTo>
                    <a:pt x="436880" y="354343"/>
                  </a:lnTo>
                  <a:lnTo>
                    <a:pt x="436880" y="358793"/>
                  </a:lnTo>
                  <a:lnTo>
                    <a:pt x="436880" y="362687"/>
                  </a:lnTo>
                  <a:lnTo>
                    <a:pt x="436880" y="368250"/>
                  </a:lnTo>
                  <a:lnTo>
                    <a:pt x="436880" y="372144"/>
                  </a:lnTo>
                  <a:lnTo>
                    <a:pt x="435763" y="377706"/>
                  </a:lnTo>
                  <a:lnTo>
                    <a:pt x="435763" y="381600"/>
                  </a:lnTo>
                  <a:lnTo>
                    <a:pt x="435763" y="386050"/>
                  </a:lnTo>
                  <a:lnTo>
                    <a:pt x="435763" y="391613"/>
                  </a:lnTo>
                  <a:lnTo>
                    <a:pt x="434645" y="395506"/>
                  </a:lnTo>
                  <a:lnTo>
                    <a:pt x="434645" y="399957"/>
                  </a:lnTo>
                  <a:lnTo>
                    <a:pt x="433528" y="403851"/>
                  </a:lnTo>
                  <a:lnTo>
                    <a:pt x="433528" y="409414"/>
                  </a:lnTo>
                  <a:lnTo>
                    <a:pt x="432411" y="413308"/>
                  </a:lnTo>
                  <a:lnTo>
                    <a:pt x="432411" y="417758"/>
                  </a:lnTo>
                  <a:lnTo>
                    <a:pt x="431293" y="423320"/>
                  </a:lnTo>
                  <a:lnTo>
                    <a:pt x="431293" y="427214"/>
                  </a:lnTo>
                  <a:lnTo>
                    <a:pt x="430176" y="431665"/>
                  </a:lnTo>
                  <a:lnTo>
                    <a:pt x="429059" y="435558"/>
                  </a:lnTo>
                  <a:lnTo>
                    <a:pt x="427941" y="440009"/>
                  </a:lnTo>
                  <a:lnTo>
                    <a:pt x="426824" y="444459"/>
                  </a:lnTo>
                  <a:lnTo>
                    <a:pt x="426265" y="448352"/>
                  </a:lnTo>
                  <a:lnTo>
                    <a:pt x="425148" y="452803"/>
                  </a:lnTo>
                  <a:lnTo>
                    <a:pt x="424031" y="456697"/>
                  </a:lnTo>
                  <a:lnTo>
                    <a:pt x="422913" y="462259"/>
                  </a:lnTo>
                  <a:lnTo>
                    <a:pt x="421796" y="465597"/>
                  </a:lnTo>
                  <a:lnTo>
                    <a:pt x="420679" y="470603"/>
                  </a:lnTo>
                  <a:lnTo>
                    <a:pt x="419561" y="473941"/>
                  </a:lnTo>
                  <a:lnTo>
                    <a:pt x="418444" y="478947"/>
                  </a:lnTo>
                  <a:lnTo>
                    <a:pt x="416209" y="482285"/>
                  </a:lnTo>
                  <a:lnTo>
                    <a:pt x="415651" y="487291"/>
                  </a:lnTo>
                  <a:lnTo>
                    <a:pt x="413416" y="490629"/>
                  </a:lnTo>
                  <a:lnTo>
                    <a:pt x="412299" y="496192"/>
                  </a:lnTo>
                  <a:lnTo>
                    <a:pt x="410064" y="498973"/>
                  </a:lnTo>
                  <a:lnTo>
                    <a:pt x="408946" y="503423"/>
                  </a:lnTo>
                  <a:lnTo>
                    <a:pt x="406712" y="507873"/>
                  </a:lnTo>
                  <a:lnTo>
                    <a:pt x="405594" y="511767"/>
                  </a:lnTo>
                  <a:lnTo>
                    <a:pt x="403918" y="515105"/>
                  </a:lnTo>
                  <a:lnTo>
                    <a:pt x="402801" y="518999"/>
                  </a:lnTo>
                  <a:lnTo>
                    <a:pt x="400566" y="523449"/>
                  </a:lnTo>
                  <a:lnTo>
                    <a:pt x="399449" y="527899"/>
                  </a:lnTo>
                  <a:lnTo>
                    <a:pt x="397214" y="530680"/>
                  </a:lnTo>
                  <a:lnTo>
                    <a:pt x="396097" y="535131"/>
                  </a:lnTo>
                  <a:lnTo>
                    <a:pt x="393862" y="538468"/>
                  </a:lnTo>
                  <a:lnTo>
                    <a:pt x="393304" y="542362"/>
                  </a:lnTo>
                  <a:lnTo>
                    <a:pt x="391069" y="545700"/>
                  </a:lnTo>
                  <a:lnTo>
                    <a:pt x="389952" y="550150"/>
                  </a:lnTo>
                  <a:lnTo>
                    <a:pt x="387717" y="552931"/>
                  </a:lnTo>
                  <a:lnTo>
                    <a:pt x="386600" y="557381"/>
                  </a:lnTo>
                  <a:lnTo>
                    <a:pt x="385482" y="559606"/>
                  </a:lnTo>
                  <a:lnTo>
                    <a:pt x="383248" y="563500"/>
                  </a:lnTo>
                  <a:lnTo>
                    <a:pt x="381572" y="566838"/>
                  </a:lnTo>
                  <a:lnTo>
                    <a:pt x="380454" y="570176"/>
                  </a:lnTo>
                  <a:lnTo>
                    <a:pt x="378220" y="572957"/>
                  </a:lnTo>
                  <a:lnTo>
                    <a:pt x="377102" y="576295"/>
                  </a:lnTo>
                  <a:lnTo>
                    <a:pt x="374868" y="580745"/>
                  </a:lnTo>
                  <a:lnTo>
                    <a:pt x="372633" y="583526"/>
                  </a:lnTo>
                  <a:lnTo>
                    <a:pt x="370957" y="586864"/>
                  </a:lnTo>
                  <a:lnTo>
                    <a:pt x="369840" y="590201"/>
                  </a:lnTo>
                  <a:lnTo>
                    <a:pt x="367605" y="592983"/>
                  </a:lnTo>
                  <a:lnTo>
                    <a:pt x="365370" y="596320"/>
                  </a:lnTo>
                  <a:lnTo>
                    <a:pt x="364253" y="599658"/>
                  </a:lnTo>
                  <a:lnTo>
                    <a:pt x="362018" y="602996"/>
                  </a:lnTo>
                  <a:lnTo>
                    <a:pt x="360342" y="604672"/>
                  </a:lnTo>
                  <a:lnTo>
                    <a:pt x="358108" y="609114"/>
                  </a:lnTo>
                  <a:lnTo>
                    <a:pt x="355873" y="611349"/>
                  </a:lnTo>
                  <a:lnTo>
                    <a:pt x="353638" y="614121"/>
                  </a:lnTo>
                  <a:lnTo>
                    <a:pt x="351403" y="616356"/>
                  </a:lnTo>
                  <a:lnTo>
                    <a:pt x="349727" y="619684"/>
                  </a:lnTo>
                  <a:lnTo>
                    <a:pt x="347493" y="623021"/>
                  </a:lnTo>
                  <a:lnTo>
                    <a:pt x="345258" y="625803"/>
                  </a:lnTo>
                  <a:lnTo>
                    <a:pt x="343023" y="628038"/>
                  </a:lnTo>
                  <a:lnTo>
                    <a:pt x="340789" y="631365"/>
                  </a:lnTo>
                  <a:lnTo>
                    <a:pt x="339113" y="633590"/>
                  </a:lnTo>
                  <a:lnTo>
                    <a:pt x="336878" y="636372"/>
                  </a:lnTo>
                  <a:lnTo>
                    <a:pt x="334643" y="638607"/>
                  </a:lnTo>
                  <a:lnTo>
                    <a:pt x="332409" y="641934"/>
                  </a:lnTo>
                  <a:lnTo>
                    <a:pt x="329615" y="645272"/>
                  </a:lnTo>
                  <a:lnTo>
                    <a:pt x="327381" y="646941"/>
                  </a:lnTo>
                  <a:lnTo>
                    <a:pt x="325146" y="650278"/>
                  </a:lnTo>
                  <a:lnTo>
                    <a:pt x="322911" y="652513"/>
                  </a:lnTo>
                  <a:lnTo>
                    <a:pt x="319559" y="655865"/>
                  </a:lnTo>
                  <a:lnTo>
                    <a:pt x="316766" y="657510"/>
                  </a:lnTo>
                  <a:lnTo>
                    <a:pt x="313414" y="659735"/>
                  </a:lnTo>
                  <a:lnTo>
                    <a:pt x="311179" y="663073"/>
                  </a:lnTo>
                  <a:lnTo>
                    <a:pt x="307827" y="665298"/>
                  </a:lnTo>
                  <a:lnTo>
                    <a:pt x="306151" y="667523"/>
                  </a:lnTo>
                  <a:lnTo>
                    <a:pt x="302799" y="669192"/>
                  </a:lnTo>
                  <a:lnTo>
                    <a:pt x="300565" y="672529"/>
                  </a:lnTo>
                  <a:lnTo>
                    <a:pt x="297212" y="674754"/>
                  </a:lnTo>
                  <a:lnTo>
                    <a:pt x="294419" y="676979"/>
                  </a:lnTo>
                  <a:lnTo>
                    <a:pt x="291067" y="678648"/>
                  </a:lnTo>
                  <a:lnTo>
                    <a:pt x="287715" y="682000"/>
                  </a:lnTo>
                  <a:lnTo>
                    <a:pt x="284922" y="684211"/>
                  </a:lnTo>
                  <a:lnTo>
                    <a:pt x="281570" y="686436"/>
                  </a:lnTo>
                  <a:lnTo>
                    <a:pt x="278218" y="688661"/>
                  </a:lnTo>
                  <a:lnTo>
                    <a:pt x="275424" y="691455"/>
                  </a:lnTo>
                  <a:lnTo>
                    <a:pt x="272072" y="693667"/>
                  </a:lnTo>
                  <a:lnTo>
                    <a:pt x="268720" y="695892"/>
                  </a:lnTo>
                  <a:lnTo>
                    <a:pt x="265368" y="698118"/>
                  </a:lnTo>
                  <a:lnTo>
                    <a:pt x="261458" y="699786"/>
                  </a:lnTo>
                  <a:lnTo>
                    <a:pt x="258106" y="702011"/>
                  </a:lnTo>
                  <a:lnTo>
                    <a:pt x="254195" y="704237"/>
                  </a:lnTo>
                  <a:lnTo>
                    <a:pt x="250843" y="706462"/>
                  </a:lnTo>
                  <a:lnTo>
                    <a:pt x="246374" y="708687"/>
                  </a:lnTo>
                  <a:lnTo>
                    <a:pt x="242463" y="709799"/>
                  </a:lnTo>
                  <a:lnTo>
                    <a:pt x="239111" y="711468"/>
                  </a:lnTo>
                  <a:lnTo>
                    <a:pt x="234641" y="713693"/>
                  </a:lnTo>
                  <a:lnTo>
                    <a:pt x="231848" y="715918"/>
                  </a:lnTo>
                  <a:lnTo>
                    <a:pt x="227379" y="718143"/>
                  </a:lnTo>
                  <a:lnTo>
                    <a:pt x="222909" y="720368"/>
                  </a:lnTo>
                  <a:lnTo>
                    <a:pt x="220116" y="720925"/>
                  </a:lnTo>
                  <a:lnTo>
                    <a:pt x="215647" y="723150"/>
                  </a:lnTo>
                  <a:lnTo>
                    <a:pt x="211177" y="725375"/>
                  </a:lnTo>
                  <a:lnTo>
                    <a:pt x="207267" y="726487"/>
                  </a:lnTo>
                  <a:lnTo>
                    <a:pt x="202797" y="728712"/>
                  </a:lnTo>
                  <a:lnTo>
                    <a:pt x="198887" y="730937"/>
                  </a:lnTo>
                  <a:lnTo>
                    <a:pt x="194417" y="731494"/>
                  </a:lnTo>
                  <a:lnTo>
                    <a:pt x="191065" y="732606"/>
                  </a:lnTo>
                  <a:lnTo>
                    <a:pt x="187154" y="734831"/>
                  </a:lnTo>
                  <a:lnTo>
                    <a:pt x="182685" y="735944"/>
                  </a:lnTo>
                  <a:lnTo>
                    <a:pt x="178774" y="737056"/>
                  </a:lnTo>
                  <a:lnTo>
                    <a:pt x="174305" y="739281"/>
                  </a:lnTo>
                  <a:lnTo>
                    <a:pt x="169836" y="740394"/>
                  </a:lnTo>
                  <a:lnTo>
                    <a:pt x="165925" y="741507"/>
                  </a:lnTo>
                  <a:lnTo>
                    <a:pt x="161456" y="742063"/>
                  </a:lnTo>
                  <a:lnTo>
                    <a:pt x="158104" y="743175"/>
                  </a:lnTo>
                  <a:lnTo>
                    <a:pt x="154193" y="744288"/>
                  </a:lnTo>
                  <a:lnTo>
                    <a:pt x="149724" y="746513"/>
                  </a:lnTo>
                  <a:lnTo>
                    <a:pt x="145813" y="746513"/>
                  </a:lnTo>
                  <a:lnTo>
                    <a:pt x="141344" y="747626"/>
                  </a:lnTo>
                  <a:lnTo>
                    <a:pt x="136874" y="748738"/>
                  </a:lnTo>
                  <a:lnTo>
                    <a:pt x="132963" y="749851"/>
                  </a:lnTo>
                  <a:lnTo>
                    <a:pt x="128494" y="749851"/>
                  </a:lnTo>
                  <a:lnTo>
                    <a:pt x="125142" y="750963"/>
                  </a:lnTo>
                  <a:lnTo>
                    <a:pt x="121231" y="750963"/>
                  </a:lnTo>
                  <a:lnTo>
                    <a:pt x="116762" y="752076"/>
                  </a:lnTo>
                  <a:lnTo>
                    <a:pt x="112851" y="752076"/>
                  </a:lnTo>
                  <a:lnTo>
                    <a:pt x="109499" y="752632"/>
                  </a:lnTo>
                  <a:lnTo>
                    <a:pt x="105030" y="752632"/>
                  </a:lnTo>
                  <a:lnTo>
                    <a:pt x="102237" y="753745"/>
                  </a:lnTo>
                  <a:lnTo>
                    <a:pt x="97767" y="753745"/>
                  </a:lnTo>
                  <a:lnTo>
                    <a:pt x="94415" y="753745"/>
                  </a:lnTo>
                  <a:lnTo>
                    <a:pt x="91622" y="753745"/>
                  </a:lnTo>
                  <a:lnTo>
                    <a:pt x="87153" y="753745"/>
                  </a:lnTo>
                  <a:lnTo>
                    <a:pt x="83801" y="753745"/>
                  </a:lnTo>
                  <a:lnTo>
                    <a:pt x="79890" y="752632"/>
                  </a:lnTo>
                  <a:lnTo>
                    <a:pt x="76538" y="752632"/>
                  </a:lnTo>
                  <a:lnTo>
                    <a:pt x="73186" y="752632"/>
                  </a:lnTo>
                  <a:lnTo>
                    <a:pt x="70392" y="752076"/>
                  </a:lnTo>
                  <a:lnTo>
                    <a:pt x="65923" y="752076"/>
                  </a:lnTo>
                  <a:lnTo>
                    <a:pt x="62571" y="750963"/>
                  </a:lnTo>
                  <a:lnTo>
                    <a:pt x="60336" y="750963"/>
                  </a:lnTo>
                  <a:lnTo>
                    <a:pt x="57543" y="749851"/>
                  </a:lnTo>
                  <a:lnTo>
                    <a:pt x="54191" y="748738"/>
                  </a:lnTo>
                  <a:lnTo>
                    <a:pt x="50839" y="747626"/>
                  </a:lnTo>
                  <a:lnTo>
                    <a:pt x="49163" y="746513"/>
                  </a:lnTo>
                  <a:lnTo>
                    <a:pt x="45811" y="745400"/>
                  </a:lnTo>
                  <a:lnTo>
                    <a:pt x="42459" y="744288"/>
                  </a:lnTo>
                  <a:lnTo>
                    <a:pt x="40224" y="743175"/>
                  </a:lnTo>
                  <a:lnTo>
                    <a:pt x="38548" y="742063"/>
                  </a:lnTo>
                  <a:lnTo>
                    <a:pt x="36314" y="740394"/>
                  </a:lnTo>
                  <a:lnTo>
                    <a:pt x="32962" y="739281"/>
                  </a:lnTo>
                  <a:lnTo>
                    <a:pt x="30727" y="737046"/>
                  </a:lnTo>
                  <a:lnTo>
                    <a:pt x="28492" y="734811"/>
                  </a:lnTo>
                  <a:lnTo>
                    <a:pt x="25699" y="732606"/>
                  </a:lnTo>
                  <a:lnTo>
                    <a:pt x="23464" y="730937"/>
                  </a:lnTo>
                  <a:lnTo>
                    <a:pt x="21229" y="729825"/>
                  </a:lnTo>
                  <a:lnTo>
                    <a:pt x="20112" y="727600"/>
                  </a:lnTo>
                  <a:lnTo>
                    <a:pt x="17877" y="725365"/>
                  </a:lnTo>
                  <a:lnTo>
                    <a:pt x="16201" y="722037"/>
                  </a:lnTo>
                  <a:lnTo>
                    <a:pt x="15084" y="720368"/>
                  </a:lnTo>
                  <a:lnTo>
                    <a:pt x="12849" y="718133"/>
                  </a:lnTo>
                  <a:lnTo>
                    <a:pt x="11732" y="714806"/>
                  </a:lnTo>
                  <a:lnTo>
                    <a:pt x="10615" y="712581"/>
                  </a:lnTo>
                  <a:lnTo>
                    <a:pt x="9497" y="710355"/>
                  </a:lnTo>
                  <a:lnTo>
                    <a:pt x="8380" y="708687"/>
                  </a:lnTo>
                  <a:lnTo>
                    <a:pt x="7263" y="705349"/>
                  </a:lnTo>
                  <a:lnTo>
                    <a:pt x="5587" y="702011"/>
                  </a:lnTo>
                  <a:lnTo>
                    <a:pt x="4469" y="699230"/>
                  </a:lnTo>
                  <a:lnTo>
                    <a:pt x="4469" y="697005"/>
                  </a:lnTo>
                  <a:lnTo>
                    <a:pt x="3352" y="693667"/>
                  </a:lnTo>
                  <a:lnTo>
                    <a:pt x="2235" y="690330"/>
                  </a:lnTo>
                  <a:lnTo>
                    <a:pt x="1117" y="687548"/>
                  </a:lnTo>
                  <a:lnTo>
                    <a:pt x="1117" y="684211"/>
                  </a:lnTo>
                  <a:lnTo>
                    <a:pt x="0" y="680873"/>
                  </a:lnTo>
                  <a:lnTo>
                    <a:pt x="0" y="678092"/>
                  </a:lnTo>
                  <a:lnTo>
                    <a:pt x="0" y="674754"/>
                  </a:lnTo>
                  <a:lnTo>
                    <a:pt x="0" y="671417"/>
                  </a:lnTo>
                  <a:lnTo>
                    <a:pt x="0" y="668079"/>
                  </a:lnTo>
                  <a:lnTo>
                    <a:pt x="0" y="665298"/>
                  </a:lnTo>
                  <a:lnTo>
                    <a:pt x="0" y="661960"/>
                  </a:lnTo>
                  <a:lnTo>
                    <a:pt x="0" y="658622"/>
                  </a:lnTo>
                  <a:lnTo>
                    <a:pt x="0" y="655841"/>
                  </a:lnTo>
                  <a:lnTo>
                    <a:pt x="0" y="652503"/>
                  </a:lnTo>
                  <a:lnTo>
                    <a:pt x="0" y="648053"/>
                  </a:lnTo>
                  <a:lnTo>
                    <a:pt x="1117" y="645272"/>
                  </a:lnTo>
                  <a:lnTo>
                    <a:pt x="1117" y="641934"/>
                  </a:lnTo>
                  <a:lnTo>
                    <a:pt x="2235" y="637484"/>
                  </a:lnTo>
                  <a:lnTo>
                    <a:pt x="2235" y="634703"/>
                  </a:lnTo>
                  <a:lnTo>
                    <a:pt x="3352" y="631365"/>
                  </a:lnTo>
                  <a:lnTo>
                    <a:pt x="4469" y="628028"/>
                  </a:lnTo>
                  <a:lnTo>
                    <a:pt x="5587" y="624690"/>
                  </a:lnTo>
                  <a:lnTo>
                    <a:pt x="6704" y="620796"/>
                  </a:lnTo>
                  <a:lnTo>
                    <a:pt x="7263" y="617459"/>
                  </a:lnTo>
                  <a:lnTo>
                    <a:pt x="8380" y="614121"/>
                  </a:lnTo>
                  <a:lnTo>
                    <a:pt x="9497" y="611340"/>
                  </a:lnTo>
                  <a:lnTo>
                    <a:pt x="11732" y="608002"/>
                  </a:lnTo>
                  <a:lnTo>
                    <a:pt x="12849" y="604664"/>
                  </a:lnTo>
                  <a:lnTo>
                    <a:pt x="13967" y="600770"/>
                  </a:lnTo>
                  <a:lnTo>
                    <a:pt x="16201" y="597433"/>
                  </a:lnTo>
                  <a:lnTo>
                    <a:pt x="17319" y="594095"/>
                  </a:lnTo>
                  <a:lnTo>
                    <a:pt x="18995" y="591314"/>
                  </a:lnTo>
                  <a:lnTo>
                    <a:pt x="20112" y="587976"/>
                  </a:lnTo>
                  <a:lnTo>
                    <a:pt x="22347" y="584639"/>
                  </a:lnTo>
                  <a:lnTo>
                    <a:pt x="24581" y="581857"/>
                  </a:lnTo>
                  <a:lnTo>
                    <a:pt x="26816" y="578520"/>
                  </a:lnTo>
                  <a:lnTo>
                    <a:pt x="28492" y="575182"/>
                  </a:lnTo>
                  <a:lnTo>
                    <a:pt x="30727" y="571844"/>
                  </a:lnTo>
                  <a:lnTo>
                    <a:pt x="32962" y="569063"/>
                  </a:lnTo>
                  <a:lnTo>
                    <a:pt x="36314" y="566838"/>
                  </a:lnTo>
                  <a:lnTo>
                    <a:pt x="38548" y="563500"/>
                  </a:lnTo>
                  <a:lnTo>
                    <a:pt x="40224" y="560719"/>
                  </a:lnTo>
                  <a:lnTo>
                    <a:pt x="43576" y="557367"/>
                  </a:lnTo>
                  <a:lnTo>
                    <a:pt x="46928" y="555156"/>
                  </a:lnTo>
                  <a:lnTo>
                    <a:pt x="49163" y="551819"/>
                  </a:lnTo>
                  <a:lnTo>
                    <a:pt x="50839" y="550143"/>
                  </a:lnTo>
                  <a:lnTo>
                    <a:pt x="54191" y="546791"/>
                  </a:lnTo>
                  <a:lnTo>
                    <a:pt x="57543" y="544587"/>
                  </a:lnTo>
                  <a:lnTo>
                    <a:pt x="59778" y="541250"/>
                  </a:lnTo>
                  <a:lnTo>
                    <a:pt x="62571" y="539581"/>
                  </a:lnTo>
                  <a:lnTo>
                    <a:pt x="65923" y="537356"/>
                  </a:lnTo>
                  <a:lnTo>
                    <a:pt x="69275" y="535131"/>
                  </a:lnTo>
                  <a:lnTo>
                    <a:pt x="72068" y="532906"/>
                  </a:lnTo>
                  <a:lnTo>
                    <a:pt x="75420" y="529554"/>
                  </a:lnTo>
                  <a:lnTo>
                    <a:pt x="78772" y="527899"/>
                  </a:lnTo>
                  <a:lnTo>
                    <a:pt x="82125" y="525674"/>
                  </a:lnTo>
                  <a:lnTo>
                    <a:pt x="86035" y="523449"/>
                  </a:lnTo>
                  <a:lnTo>
                    <a:pt x="89387" y="521224"/>
                  </a:lnTo>
                  <a:lnTo>
                    <a:pt x="92739" y="518999"/>
                  </a:lnTo>
                  <a:lnTo>
                    <a:pt x="96650" y="518443"/>
                  </a:lnTo>
                  <a:lnTo>
                    <a:pt x="100002" y="515091"/>
                  </a:lnTo>
                  <a:lnTo>
                    <a:pt x="103354" y="512880"/>
                  </a:lnTo>
                  <a:lnTo>
                    <a:pt x="107265" y="510655"/>
                  </a:lnTo>
                  <a:lnTo>
                    <a:pt x="110617" y="509542"/>
                  </a:lnTo>
                  <a:lnTo>
                    <a:pt x="114527" y="507873"/>
                  </a:lnTo>
                  <a:lnTo>
                    <a:pt x="117879" y="505648"/>
                  </a:lnTo>
                  <a:lnTo>
                    <a:pt x="122349" y="503423"/>
                  </a:lnTo>
                  <a:lnTo>
                    <a:pt x="126259" y="502311"/>
                  </a:lnTo>
                  <a:lnTo>
                    <a:pt x="129611" y="498959"/>
                  </a:lnTo>
                  <a:lnTo>
                    <a:pt x="134081" y="497861"/>
                  </a:lnTo>
                  <a:lnTo>
                    <a:pt x="136874" y="496192"/>
                  </a:lnTo>
                  <a:lnTo>
                    <a:pt x="141344" y="493967"/>
                  </a:lnTo>
                  <a:lnTo>
                    <a:pt x="145813" y="492854"/>
                  </a:lnTo>
                  <a:lnTo>
                    <a:pt x="148606" y="490629"/>
                  </a:lnTo>
                  <a:lnTo>
                    <a:pt x="153076" y="488404"/>
                  </a:lnTo>
                  <a:lnTo>
                    <a:pt x="157545" y="487291"/>
                  </a:lnTo>
                  <a:lnTo>
                    <a:pt x="160338" y="485623"/>
                  </a:lnTo>
                  <a:lnTo>
                    <a:pt x="164808" y="483398"/>
                  </a:lnTo>
                  <a:lnTo>
                    <a:pt x="168160" y="481173"/>
                  </a:lnTo>
                  <a:lnTo>
                    <a:pt x="173188" y="480060"/>
                  </a:lnTo>
                  <a:lnTo>
                    <a:pt x="176540" y="476708"/>
                  </a:lnTo>
                  <a:lnTo>
                    <a:pt x="180450" y="476166"/>
                  </a:lnTo>
                  <a:lnTo>
                    <a:pt x="183802" y="473941"/>
                  </a:lnTo>
                  <a:lnTo>
                    <a:pt x="188272" y="471715"/>
                  </a:lnTo>
                  <a:lnTo>
                    <a:pt x="191065" y="469491"/>
                  </a:lnTo>
                  <a:lnTo>
                    <a:pt x="195535" y="467266"/>
                  </a:lnTo>
                  <a:lnTo>
                    <a:pt x="200004" y="465597"/>
                  </a:lnTo>
                  <a:lnTo>
                    <a:pt x="202797" y="464484"/>
                  </a:lnTo>
                  <a:lnTo>
                    <a:pt x="207267" y="462259"/>
                  </a:lnTo>
                  <a:lnTo>
                    <a:pt x="210619" y="460034"/>
                  </a:lnTo>
                  <a:lnTo>
                    <a:pt x="214529" y="457809"/>
                  </a:lnTo>
                  <a:lnTo>
                    <a:pt x="218999" y="455584"/>
                  </a:lnTo>
                  <a:lnTo>
                    <a:pt x="221792" y="453915"/>
                  </a:lnTo>
                  <a:lnTo>
                    <a:pt x="225144" y="451690"/>
                  </a:lnTo>
                  <a:lnTo>
                    <a:pt x="228496" y="449465"/>
                  </a:lnTo>
                  <a:lnTo>
                    <a:pt x="232965" y="447240"/>
                  </a:lnTo>
                  <a:lnTo>
                    <a:pt x="235759" y="445015"/>
                  </a:lnTo>
                  <a:lnTo>
                    <a:pt x="239111" y="442234"/>
                  </a:lnTo>
                  <a:lnTo>
                    <a:pt x="242463" y="440009"/>
                  </a:lnTo>
                  <a:lnTo>
                    <a:pt x="245256" y="437783"/>
                  </a:lnTo>
                  <a:lnTo>
                    <a:pt x="248608" y="435558"/>
                  </a:lnTo>
                  <a:lnTo>
                    <a:pt x="251960" y="432777"/>
                  </a:lnTo>
                  <a:lnTo>
                    <a:pt x="254754" y="429439"/>
                  </a:lnTo>
                  <a:lnTo>
                    <a:pt x="258106" y="427214"/>
                  </a:lnTo>
                  <a:lnTo>
                    <a:pt x="261458" y="424989"/>
                  </a:lnTo>
                  <a:lnTo>
                    <a:pt x="264810" y="422208"/>
                  </a:lnTo>
                  <a:lnTo>
                    <a:pt x="267603" y="419983"/>
                  </a:lnTo>
                  <a:lnTo>
                    <a:pt x="270955" y="416631"/>
                  </a:lnTo>
                  <a:lnTo>
                    <a:pt x="273190" y="413308"/>
                  </a:lnTo>
                  <a:lnTo>
                    <a:pt x="275424" y="411638"/>
                  </a:lnTo>
                  <a:lnTo>
                    <a:pt x="278218" y="407189"/>
                  </a:lnTo>
                  <a:lnTo>
                    <a:pt x="280452" y="404955"/>
                  </a:lnTo>
                  <a:lnTo>
                    <a:pt x="282687" y="401070"/>
                  </a:lnTo>
                  <a:lnTo>
                    <a:pt x="284922" y="398835"/>
                  </a:lnTo>
                  <a:lnTo>
                    <a:pt x="286598" y="395506"/>
                  </a:lnTo>
                  <a:lnTo>
                    <a:pt x="289950" y="392154"/>
                  </a:lnTo>
                  <a:lnTo>
                    <a:pt x="291067" y="389388"/>
                  </a:lnTo>
                  <a:lnTo>
                    <a:pt x="293302" y="386050"/>
                  </a:lnTo>
                  <a:lnTo>
                    <a:pt x="295536" y="382713"/>
                  </a:lnTo>
                  <a:lnTo>
                    <a:pt x="296654" y="379930"/>
                  </a:lnTo>
                  <a:lnTo>
                    <a:pt x="298330" y="375481"/>
                  </a:lnTo>
                  <a:lnTo>
                    <a:pt x="299447" y="372144"/>
                  </a:lnTo>
                  <a:lnTo>
                    <a:pt x="301682" y="369362"/>
                  </a:lnTo>
                  <a:lnTo>
                    <a:pt x="303917" y="366025"/>
                  </a:lnTo>
                  <a:lnTo>
                    <a:pt x="305034" y="362687"/>
                  </a:lnTo>
                  <a:lnTo>
                    <a:pt x="306151" y="359350"/>
                  </a:lnTo>
                  <a:lnTo>
                    <a:pt x="307269" y="355456"/>
                  </a:lnTo>
                  <a:lnTo>
                    <a:pt x="307827" y="352118"/>
                  </a:lnTo>
                  <a:lnTo>
                    <a:pt x="308945" y="348780"/>
                  </a:lnTo>
                  <a:lnTo>
                    <a:pt x="310062" y="345999"/>
                  </a:lnTo>
                  <a:lnTo>
                    <a:pt x="311179" y="341549"/>
                  </a:lnTo>
                  <a:lnTo>
                    <a:pt x="312297" y="338211"/>
                  </a:lnTo>
                  <a:lnTo>
                    <a:pt x="312297" y="334317"/>
                  </a:lnTo>
                  <a:lnTo>
                    <a:pt x="313414" y="330980"/>
                  </a:lnTo>
                  <a:lnTo>
                    <a:pt x="313414" y="327642"/>
                  </a:lnTo>
                  <a:lnTo>
                    <a:pt x="314531" y="324861"/>
                  </a:lnTo>
                  <a:lnTo>
                    <a:pt x="315649" y="320411"/>
                  </a:lnTo>
                  <a:lnTo>
                    <a:pt x="315649" y="317073"/>
                  </a:lnTo>
                  <a:lnTo>
                    <a:pt x="316766" y="313179"/>
                  </a:lnTo>
                  <a:lnTo>
                    <a:pt x="316766" y="309842"/>
                  </a:lnTo>
                  <a:lnTo>
                    <a:pt x="316766" y="305948"/>
                  </a:lnTo>
                  <a:lnTo>
                    <a:pt x="316766" y="302610"/>
                  </a:lnTo>
                  <a:lnTo>
                    <a:pt x="316766" y="298160"/>
                  </a:lnTo>
                  <a:lnTo>
                    <a:pt x="317883" y="295379"/>
                  </a:lnTo>
                  <a:lnTo>
                    <a:pt x="317883" y="290928"/>
                  </a:lnTo>
                  <a:lnTo>
                    <a:pt x="317883" y="287591"/>
                  </a:lnTo>
                  <a:lnTo>
                    <a:pt x="317883" y="284809"/>
                  </a:lnTo>
                  <a:lnTo>
                    <a:pt x="317883" y="280359"/>
                  </a:lnTo>
                  <a:lnTo>
                    <a:pt x="316766" y="277022"/>
                  </a:lnTo>
                  <a:lnTo>
                    <a:pt x="316766" y="273128"/>
                  </a:lnTo>
                  <a:lnTo>
                    <a:pt x="316766" y="269790"/>
                  </a:lnTo>
                  <a:lnTo>
                    <a:pt x="316766" y="265340"/>
                  </a:lnTo>
                  <a:lnTo>
                    <a:pt x="315649" y="262559"/>
                  </a:lnTo>
                  <a:lnTo>
                    <a:pt x="315649" y="258108"/>
                  </a:lnTo>
                  <a:lnTo>
                    <a:pt x="315649" y="254771"/>
                  </a:lnTo>
                  <a:lnTo>
                    <a:pt x="315649" y="251990"/>
                  </a:lnTo>
                  <a:lnTo>
                    <a:pt x="314531" y="247539"/>
                  </a:lnTo>
                  <a:lnTo>
                    <a:pt x="313414" y="244202"/>
                  </a:lnTo>
                  <a:lnTo>
                    <a:pt x="312297" y="240308"/>
                  </a:lnTo>
                  <a:lnTo>
                    <a:pt x="312297" y="236970"/>
                  </a:lnTo>
                  <a:lnTo>
                    <a:pt x="311179" y="232520"/>
                  </a:lnTo>
                  <a:lnTo>
                    <a:pt x="311179" y="229739"/>
                  </a:lnTo>
                  <a:lnTo>
                    <a:pt x="310062" y="226401"/>
                  </a:lnTo>
                  <a:lnTo>
                    <a:pt x="308945" y="223064"/>
                  </a:lnTo>
                  <a:lnTo>
                    <a:pt x="307827" y="219170"/>
                  </a:lnTo>
                  <a:lnTo>
                    <a:pt x="307827" y="215832"/>
                  </a:lnTo>
                  <a:lnTo>
                    <a:pt x="307269" y="212494"/>
                  </a:lnTo>
                  <a:lnTo>
                    <a:pt x="306151" y="208601"/>
                  </a:lnTo>
                  <a:lnTo>
                    <a:pt x="305034" y="205263"/>
                  </a:lnTo>
                  <a:lnTo>
                    <a:pt x="303917" y="201925"/>
                  </a:lnTo>
                  <a:lnTo>
                    <a:pt x="302799" y="199143"/>
                  </a:lnTo>
                  <a:lnTo>
                    <a:pt x="301682" y="195806"/>
                  </a:lnTo>
                  <a:lnTo>
                    <a:pt x="300565" y="191356"/>
                  </a:lnTo>
                  <a:lnTo>
                    <a:pt x="299447" y="188574"/>
                  </a:lnTo>
                  <a:lnTo>
                    <a:pt x="298330" y="185237"/>
                  </a:lnTo>
                  <a:lnTo>
                    <a:pt x="297212" y="181900"/>
                  </a:lnTo>
                  <a:lnTo>
                    <a:pt x="296654" y="178006"/>
                  </a:lnTo>
                  <a:lnTo>
                    <a:pt x="295536" y="174668"/>
                  </a:lnTo>
                  <a:lnTo>
                    <a:pt x="294419" y="171330"/>
                  </a:lnTo>
                  <a:lnTo>
                    <a:pt x="293302" y="168549"/>
                  </a:lnTo>
                  <a:lnTo>
                    <a:pt x="292184" y="165212"/>
                  </a:lnTo>
                  <a:lnTo>
                    <a:pt x="291067" y="161874"/>
                  </a:lnTo>
                  <a:lnTo>
                    <a:pt x="289950" y="158536"/>
                  </a:lnTo>
                  <a:lnTo>
                    <a:pt x="288832" y="155755"/>
                  </a:lnTo>
                  <a:lnTo>
                    <a:pt x="287715" y="151305"/>
                  </a:lnTo>
                  <a:lnTo>
                    <a:pt x="286598" y="149080"/>
                  </a:lnTo>
                  <a:lnTo>
                    <a:pt x="286039" y="146298"/>
                  </a:lnTo>
                  <a:lnTo>
                    <a:pt x="284922" y="142961"/>
                  </a:lnTo>
                  <a:lnTo>
                    <a:pt x="283804" y="138511"/>
                  </a:lnTo>
                  <a:lnTo>
                    <a:pt x="282687" y="135729"/>
                  </a:lnTo>
                  <a:lnTo>
                    <a:pt x="281570" y="133504"/>
                  </a:lnTo>
                  <a:lnTo>
                    <a:pt x="280452" y="130167"/>
                  </a:lnTo>
                  <a:lnTo>
                    <a:pt x="279335" y="126829"/>
                  </a:lnTo>
                  <a:lnTo>
                    <a:pt x="278218" y="124048"/>
                  </a:lnTo>
                  <a:lnTo>
                    <a:pt x="277100" y="120709"/>
                  </a:lnTo>
                  <a:lnTo>
                    <a:pt x="275983" y="118484"/>
                  </a:lnTo>
                  <a:lnTo>
                    <a:pt x="275424" y="115703"/>
                  </a:lnTo>
                  <a:lnTo>
                    <a:pt x="274307" y="112366"/>
                  </a:lnTo>
                  <a:lnTo>
                    <a:pt x="274307" y="109028"/>
                  </a:lnTo>
                  <a:lnTo>
                    <a:pt x="273190" y="106803"/>
                  </a:lnTo>
                  <a:lnTo>
                    <a:pt x="272072" y="104022"/>
                  </a:lnTo>
                  <a:lnTo>
                    <a:pt x="270955" y="100684"/>
                  </a:lnTo>
                  <a:lnTo>
                    <a:pt x="269838" y="98459"/>
                  </a:lnTo>
                  <a:lnTo>
                    <a:pt x="269838" y="96234"/>
                  </a:lnTo>
                  <a:lnTo>
                    <a:pt x="268720" y="93453"/>
                  </a:lnTo>
                  <a:lnTo>
                    <a:pt x="267603" y="90115"/>
                  </a:lnTo>
                  <a:lnTo>
                    <a:pt x="266486" y="86778"/>
                  </a:lnTo>
                  <a:lnTo>
                    <a:pt x="266486" y="84552"/>
                  </a:lnTo>
                  <a:lnTo>
                    <a:pt x="265368" y="82884"/>
                  </a:lnTo>
                  <a:lnTo>
                    <a:pt x="264810" y="80659"/>
                  </a:lnTo>
                  <a:lnTo>
                    <a:pt x="263692" y="77321"/>
                  </a:lnTo>
                  <a:lnTo>
                    <a:pt x="263692" y="75096"/>
                  </a:lnTo>
                  <a:lnTo>
                    <a:pt x="262575" y="72871"/>
                  </a:lnTo>
                  <a:lnTo>
                    <a:pt x="261458" y="70089"/>
                  </a:lnTo>
                  <a:lnTo>
                    <a:pt x="261458" y="67864"/>
                  </a:lnTo>
                  <a:lnTo>
                    <a:pt x="260340" y="65639"/>
                  </a:lnTo>
                  <a:lnTo>
                    <a:pt x="259223" y="61745"/>
                  </a:lnTo>
                  <a:lnTo>
                    <a:pt x="258106" y="57295"/>
                  </a:lnTo>
                  <a:lnTo>
                    <a:pt x="256988" y="52845"/>
                  </a:lnTo>
                  <a:lnTo>
                    <a:pt x="255871" y="50064"/>
                  </a:lnTo>
                  <a:lnTo>
                    <a:pt x="254754" y="46726"/>
                  </a:lnTo>
                  <a:lnTo>
                    <a:pt x="254754" y="42276"/>
                  </a:lnTo>
                  <a:lnTo>
                    <a:pt x="254195" y="39495"/>
                  </a:lnTo>
                  <a:lnTo>
                    <a:pt x="254195" y="36157"/>
                  </a:lnTo>
                  <a:lnTo>
                    <a:pt x="254195" y="33932"/>
                  </a:lnTo>
                  <a:lnTo>
                    <a:pt x="254195" y="31707"/>
                  </a:lnTo>
                  <a:lnTo>
                    <a:pt x="254195" y="28926"/>
                  </a:lnTo>
                  <a:lnTo>
                    <a:pt x="254195" y="26700"/>
                  </a:lnTo>
                  <a:lnTo>
                    <a:pt x="254195" y="24475"/>
                  </a:lnTo>
                  <a:lnTo>
                    <a:pt x="254195" y="22250"/>
                  </a:lnTo>
                  <a:lnTo>
                    <a:pt x="254754" y="18356"/>
                  </a:lnTo>
                  <a:lnTo>
                    <a:pt x="256988" y="15019"/>
                  </a:lnTo>
                  <a:lnTo>
                    <a:pt x="259223" y="11681"/>
                  </a:lnTo>
                  <a:lnTo>
                    <a:pt x="262575" y="9456"/>
                  </a:lnTo>
                  <a:lnTo>
                    <a:pt x="265368" y="7787"/>
                  </a:lnTo>
                  <a:lnTo>
                    <a:pt x="268720" y="5562"/>
                  </a:lnTo>
                  <a:lnTo>
                    <a:pt x="272072" y="3337"/>
                  </a:lnTo>
                  <a:lnTo>
                    <a:pt x="277100" y="2225"/>
                  </a:lnTo>
                  <a:lnTo>
                    <a:pt x="278218" y="2225"/>
                  </a:lnTo>
                  <a:lnTo>
                    <a:pt x="280452" y="2225"/>
                  </a:lnTo>
                  <a:lnTo>
                    <a:pt x="282687" y="1112"/>
                  </a:lnTo>
                  <a:lnTo>
                    <a:pt x="286039" y="1112"/>
                  </a:lnTo>
                  <a:lnTo>
                    <a:pt x="286598" y="0"/>
                  </a:lnTo>
                  <a:lnTo>
                    <a:pt x="289950" y="0"/>
                  </a:lnTo>
                  <a:lnTo>
                    <a:pt x="291067" y="0"/>
                  </a:lnTo>
                  <a:lnTo>
                    <a:pt x="294419" y="0"/>
                  </a:lnTo>
                  <a:lnTo>
                    <a:pt x="297212" y="0"/>
                  </a:lnTo>
                  <a:lnTo>
                    <a:pt x="301682" y="0"/>
                  </a:lnTo>
                  <a:close/>
                </a:path>
              </a:pathLst>
            </a:custGeom>
            <a:solidFill>
              <a:srgbClr val="3399FF"/>
            </a:solidFill>
            <a:ln>
              <a:noFill/>
            </a:ln>
            <a:effectLst/>
          </p:spPr>
          <p:txBody>
            <a:bodyPr vert="horz" wrap="square" lIns="0" tIns="0" rIns="5080" bIns="3175" numCol="1" spcCol="215900" anchor="t"/>
            <a:lstStyle/>
            <a:p>
              <a:pPr/>
              <a:endParaRPr lang="en-us" cap="none"/>
            </a:p>
          </p:txBody>
        </p:sp>
        <p:sp>
          <p:nvSpPr>
            <p:cNvPr id="25" name="Text Box 212"/>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w8AAG0MAADREQAA/g8AAAAgAAAmAAAACAAAAP//////////"/>
                </a:ext>
              </a:extLst>
            </p:cNvSpPr>
            <p:nvPr/>
          </p:nvSpPr>
          <p:spPr>
            <a:xfrm>
              <a:off x="2508885" y="2019935"/>
              <a:ext cx="387350" cy="579755"/>
            </a:xfrm>
            <a:prstGeom prst="rect">
              <a:avLst/>
            </a:prstGeom>
            <a:noFill/>
            <a:ln>
              <a:noFill/>
            </a:ln>
            <a:effectLst/>
          </p:spPr>
          <p:txBody>
            <a:bodyPr vert="horz" wrap="none" lIns="91440" tIns="45720" rIns="91440" bIns="45720" numCol="1" spcCol="215900" anchor="t"/>
            <a:lstStyle/>
            <a:p>
              <a:pPr/>
              <a:r>
                <a:rPr lang="en-us" sz="3200" b="1" cap="none"/>
                <a:t>2</a:t>
              </a:r>
              <a:endParaRPr lang="en-us" sz="3200" b="1" cap="none"/>
            </a:p>
          </p:txBody>
        </p:sp>
        <p:sp>
          <p:nvSpPr>
            <p:cNvPr id="24" name="Freeform 213"/>
            <p:cNvSpPr>
              <a:extLst>
                <a:ext uri="smNativeData">
                  <pr:smNativeData xmlns:pr="smNativeData" xmlns="smNativeData" val="SMDATA_15_VcZhaRMAAAAlAAAACwAAAA0AAAAAAAAAAAAAAAAIAAAAB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wAAAP8AAAAe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0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EA8AAJcKAAA6EgAA5QoAAAAAAAAmAAAACAAAAP//////////"/>
                </a:ext>
              </a:extLst>
            </p:cNvSpPr>
            <p:nvPr/>
          </p:nvSpPr>
          <p:spPr>
            <a:xfrm>
              <a:off x="2448560" y="1721485"/>
              <a:ext cx="514350" cy="49530"/>
            </a:xfrm>
            <a:custGeom>
              <a:avLst/>
              <a:gdLst/>
              <a:ahLst/>
              <a:cxnLst/>
              <a:rect l="0" t="0" r="514350" b="49530"/>
              <a:pathLst>
                <a:path w="514350" h="49530">
                  <a:moveTo>
                    <a:pt x="0" y="0"/>
                  </a:moveTo>
                  <a:cubicBezTo>
                    <a:pt x="82564" y="23639"/>
                    <a:pt x="166243" y="47279"/>
                    <a:pt x="252154" y="48404"/>
                  </a:cubicBezTo>
                  <a:cubicBezTo>
                    <a:pt x="338065" y="49530"/>
                    <a:pt x="426208" y="27016"/>
                    <a:pt x="514350" y="5628"/>
                  </a:cubicBezTo>
                </a:path>
              </a:pathLst>
            </a:custGeom>
            <a:noFill/>
            <a:ln w="19050" cap="flat" cmpd="sng" algn="ctr">
              <a:solidFill>
                <a:srgbClr val="FF0000"/>
              </a:solidFill>
              <a:prstDash val="dash"/>
              <a:headEnd type="none"/>
              <a:tailEnd type="none"/>
            </a:ln>
            <a:effectLst/>
          </p:spPr>
          <p:txBody>
            <a:bodyPr vert="horz" wrap="square" lIns="0" tIns="0" rIns="5080" bIns="2540" numCol="1" spcCol="215900" anchor="t"/>
            <a:lstStyle/>
            <a:p>
              <a:pPr/>
              <a:endParaRPr lang="en-us" cap="none"/>
            </a:p>
          </p:txBody>
        </p:sp>
      </p:grpSp>
    </p:spTree>
  </p:cSld>
  <p:clrMapOvr>
    <a:masterClrMapping/>
  </p:clrMapOvr>
  <p:timing>
    <p:tnLst>
      <p:par>
        <p:cTn id="1" dur="indefinite" restart="never" nodeType="tmRoot"/>
      </p:par>
    </p:tnLst>
  </p:timing>
</p:sld>
</file>

<file path=ppt/slides/slide1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grpSp>
        <p:nvGrpSpPr>
          <p:cNvPr id="2" name="Group 107"/>
          <p:cNvGrpSpPr>
            <a:extLst>
              <a:ext uri="smNativeData">
                <pr:smNativeData xmlns:pr="smNativeData" xmlns="smNativeData" val="SMDATA_6_VcZhaRMAAAAlAAAAAQAAAA8BAAAAkAAAAEgAAACQAAAASAAAAAAAAAAAAAAAAAAAABcAAAAUAAAAAAAAAAAAAAD/fwAA/38AAAAAAAAJAAAABAAAACB35wMfAAAAVAAAAAAAAAAAAAAAAAAAAAAAAAAAAAAAAAAAAAAAAAAAAAAAAAAAAAAAAAAAAAAAAAAAAAAAAAAAAAAAAAAAAAAAAAAAAAAAAAAAAAAAAAAAAAAAAAAAACEAAAAYAAAAFAAAADAMAADoCAAA0BEAAMgoAAAQAAAAJgAAAAgAAAD/////AAAAAA=="/>
              </a:ext>
            </a:extLst>
          </p:cNvGrpSpPr>
          <p:nvPr/>
        </p:nvGrpSpPr>
        <p:grpSpPr>
          <a:xfrm>
            <a:off x="1981200" y="1447800"/>
            <a:ext cx="914400" cy="5181600"/>
            <a:chOff x="1981200" y="1447800"/>
            <a:chExt cx="914400" cy="5181600"/>
          </a:xfrm>
        </p:grpSpPr>
        <p:sp>
          <p:nvSpPr>
            <p:cNvPr id="8" name="Oval 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8wAA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8wAAP///wEAAAAAAAAAAAAAAAAAAAAAAAAAAAAAAAAAAAAAAAAAAAAAAAJ/f38AH0l9A8zMzADAwP8Af39/AAAAAAAAAAAAAAAAAAAAAAAAAAAAIQAAABgAAAAUAAAAMAwAAOgIAADQEQAAIA0AAAAgAAAmAAAACAAAAP//////////"/>
                </a:ext>
              </a:extLst>
            </p:cNvSpPr>
            <p:nvPr/>
          </p:nvSpPr>
          <p:spPr>
            <a:xfrm>
              <a:off x="1981200" y="1447800"/>
              <a:ext cx="914400" cy="685800"/>
            </a:xfrm>
            <a:prstGeom prst="ellipse">
              <a:avLst/>
            </a:prstGeom>
            <a:solidFill>
              <a:srgbClr val="FFCC00"/>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5, 2</a:t>
              </a:r>
              <a:endParaRPr lang="en-us" cap="none"/>
            </a:p>
          </p:txBody>
        </p:sp>
        <p:sp>
          <p:nvSpPr>
            <p:cNvPr id="7" name="Oval 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MAwAAPYTAADQEQAALhgAAAAgAAAmAAAACAAAAP//////////"/>
                </a:ext>
              </a:extLst>
            </p:cNvSpPr>
            <p:nvPr/>
          </p:nvSpPr>
          <p:spPr>
            <a:xfrm>
              <a:off x="1981200" y="324485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3, 2</a:t>
              </a:r>
              <a:endParaRPr lang="en-us" cap="none"/>
            </a:p>
          </p:txBody>
        </p:sp>
        <p:sp>
          <p:nvSpPr>
            <p:cNvPr id="6" name="Oval 6"/>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MAwAAIAZAADQEQAAuB0AAAAgAAAmAAAACAAAAP//////////"/>
                </a:ext>
              </a:extLst>
            </p:cNvSpPr>
            <p:nvPr/>
          </p:nvSpPr>
          <p:spPr>
            <a:xfrm>
              <a:off x="1981200" y="414528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2, 2</a:t>
              </a:r>
              <a:endParaRPr lang="en-us" cap="none"/>
            </a:p>
          </p:txBody>
        </p:sp>
        <p:sp>
          <p:nvSpPr>
            <p:cNvPr id="5" name="Oval 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MAwAAAcfAADQEQAAPyMAAAAgAAAmAAAACAAAAP//////////"/>
                </a:ext>
              </a:extLst>
            </p:cNvSpPr>
            <p:nvPr/>
          </p:nvSpPr>
          <p:spPr>
            <a:xfrm>
              <a:off x="1981200" y="5043805"/>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1, 2</a:t>
              </a:r>
              <a:endParaRPr lang="en-us" cap="none"/>
            </a:p>
          </p:txBody>
        </p:sp>
        <p:sp>
          <p:nvSpPr>
            <p:cNvPr id="4" name="Oval 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MAwAAG8OAADQEQAApxIAAAAgAAAmAAAACAAAAP//////////"/>
                </a:ext>
              </a:extLst>
            </p:cNvSpPr>
            <p:nvPr/>
          </p:nvSpPr>
          <p:spPr>
            <a:xfrm>
              <a:off x="1981200" y="2346325"/>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4, 2</a:t>
              </a:r>
              <a:endParaRPr lang="en-us" cap="none"/>
            </a:p>
          </p:txBody>
        </p:sp>
        <p:sp>
          <p:nvSpPr>
            <p:cNvPr id="3" name="Oval 9"/>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MAwAAJAkAADQEQAAyCgAAAAgAAAmAAAACAAAAP//////////"/>
                </a:ext>
              </a:extLst>
            </p:cNvSpPr>
            <p:nvPr/>
          </p:nvSpPr>
          <p:spPr>
            <a:xfrm>
              <a:off x="1981200" y="594360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0, 2</a:t>
              </a:r>
              <a:endParaRPr lang="en-us" cap="none"/>
            </a:p>
          </p:txBody>
        </p:sp>
      </p:grpSp>
      <p:grpSp>
        <p:nvGrpSpPr>
          <p:cNvPr id="9" name="Group 106"/>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OQbAADoCAAAhCEAAMgoAAAQAAAAJgAAAAgAAAD/////AAAAAA=="/>
              </a:ext>
            </a:extLst>
          </p:cNvGrpSpPr>
          <p:nvPr/>
        </p:nvGrpSpPr>
        <p:grpSpPr>
          <a:xfrm>
            <a:off x="4533900" y="1447800"/>
            <a:ext cx="914400" cy="5181600"/>
            <a:chOff x="4533900" y="1447800"/>
            <a:chExt cx="914400" cy="5181600"/>
          </a:xfrm>
        </p:grpSpPr>
        <p:sp>
          <p:nvSpPr>
            <p:cNvPr id="15" name="Oval 12"/>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T4G9D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Q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5BsAAOgIAACEIQAAIA0AAAAgAAAmAAAACAAAAP//////////"/>
                </a:ext>
              </a:extLst>
            </p:cNvSpPr>
            <p:nvPr/>
          </p:nvSpPr>
          <p:spPr>
            <a:xfrm>
              <a:off x="4533900" y="1447800"/>
              <a:ext cx="914400" cy="685800"/>
            </a:xfrm>
            <a:prstGeom prst="ellipse">
              <a:avLst/>
            </a:prstGeom>
            <a:solidFill>
              <a:schemeClr val="accent1"/>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5, 1</a:t>
              </a:r>
              <a:endParaRPr lang="en-us" cap="none"/>
            </a:p>
          </p:txBody>
        </p:sp>
        <p:sp>
          <p:nvSpPr>
            <p:cNvPr id="14" name="Oval 13"/>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T4G9D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5BsAAPYTAACEIQAALhgAAAAgAAAmAAAACAAAAP//////////"/>
                </a:ext>
              </a:extLst>
            </p:cNvSpPr>
            <p:nvPr/>
          </p:nvSpPr>
          <p:spPr>
            <a:xfrm>
              <a:off x="4533900" y="3244850"/>
              <a:ext cx="914400" cy="685800"/>
            </a:xfrm>
            <a:prstGeom prst="ellipse">
              <a:avLst/>
            </a:prstGeom>
            <a:solidFill>
              <a:schemeClr val="accent1"/>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3, 1</a:t>
              </a:r>
              <a:endParaRPr lang="en-us" cap="none"/>
            </a:p>
          </p:txBody>
        </p:sp>
        <p:sp>
          <p:nvSpPr>
            <p:cNvPr id="13" name="Oval 1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T4G9D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5BsAAIAZAACEIQAAuB0AAAAgAAAmAAAACAAAAP//////////"/>
                </a:ext>
              </a:extLst>
            </p:cNvSpPr>
            <p:nvPr/>
          </p:nvSpPr>
          <p:spPr>
            <a:xfrm>
              <a:off x="4533900" y="4145280"/>
              <a:ext cx="914400" cy="685800"/>
            </a:xfrm>
            <a:prstGeom prst="ellipse">
              <a:avLst/>
            </a:prstGeom>
            <a:solidFill>
              <a:schemeClr val="accent1"/>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2, 1</a:t>
              </a:r>
              <a:endParaRPr lang="en-us" cap="none"/>
            </a:p>
          </p:txBody>
        </p:sp>
        <p:sp>
          <p:nvSpPr>
            <p:cNvPr id="12" name="Oval 1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T4G9D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5BsAAAcfAACEIQAAPyMAAAAgAAAmAAAACAAAAP//////////"/>
                </a:ext>
              </a:extLst>
            </p:cNvSpPr>
            <p:nvPr/>
          </p:nvSpPr>
          <p:spPr>
            <a:xfrm>
              <a:off x="4533900" y="5043805"/>
              <a:ext cx="914400" cy="685800"/>
            </a:xfrm>
            <a:prstGeom prst="ellipse">
              <a:avLst/>
            </a:prstGeom>
            <a:solidFill>
              <a:schemeClr val="accent1"/>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1, 1</a:t>
              </a:r>
              <a:endParaRPr lang="en-us" cap="none"/>
            </a:p>
          </p:txBody>
        </p:sp>
        <p:sp>
          <p:nvSpPr>
            <p:cNvPr id="11" name="Oval 16"/>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T4G9D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5BsAAG8OAACEIQAApxIAAAAgAAAmAAAACAAAAP//////////"/>
                </a:ext>
              </a:extLst>
            </p:cNvSpPr>
            <p:nvPr/>
          </p:nvSpPr>
          <p:spPr>
            <a:xfrm>
              <a:off x="4533900" y="2346325"/>
              <a:ext cx="914400" cy="685800"/>
            </a:xfrm>
            <a:prstGeom prst="ellipse">
              <a:avLst/>
            </a:prstGeom>
            <a:solidFill>
              <a:schemeClr val="accent1"/>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4, 1</a:t>
              </a:r>
              <a:endParaRPr lang="en-us" cap="none"/>
            </a:p>
          </p:txBody>
        </p:sp>
        <p:sp>
          <p:nvSpPr>
            <p:cNvPr id="10" name="Oval 1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T4G9D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5BsAAJAkAACEIQAAyCgAAAAgAAAmAAAACAAAAP//////////"/>
                </a:ext>
              </a:extLst>
            </p:cNvSpPr>
            <p:nvPr/>
          </p:nvSpPr>
          <p:spPr>
            <a:xfrm>
              <a:off x="4533900" y="5943600"/>
              <a:ext cx="914400" cy="685800"/>
            </a:xfrm>
            <a:prstGeom prst="ellipse">
              <a:avLst/>
            </a:prstGeom>
            <a:solidFill>
              <a:schemeClr val="accent1"/>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0, 1</a:t>
              </a:r>
              <a:endParaRPr lang="en-us" cap="none"/>
            </a:p>
          </p:txBody>
        </p:sp>
      </p:grpSp>
      <p:grpSp>
        <p:nvGrpSpPr>
          <p:cNvPr id="16" name="Group 18"/>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JgrAADoCAAAODEAAMgoAAAQAAAAJgAAAAgAAAD/////AAAAAA=="/>
              </a:ext>
            </a:extLst>
          </p:cNvGrpSpPr>
          <p:nvPr/>
        </p:nvGrpSpPr>
        <p:grpSpPr>
          <a:xfrm>
            <a:off x="7086600" y="1447800"/>
            <a:ext cx="914400" cy="5181600"/>
            <a:chOff x="7086600" y="1447800"/>
            <a:chExt cx="914400" cy="5181600"/>
          </a:xfrm>
        </p:grpSpPr>
        <p:sp>
          <p:nvSpPr>
            <p:cNvPr id="22" name="Oval 19"/>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wmB1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mCsAAOgIAAA4MQAAIA0AAAAgAAAmAAAACAAAAP//////////"/>
                </a:ext>
              </a:extLst>
            </p:cNvSpPr>
            <p:nvPr/>
          </p:nvSpPr>
          <p:spPr>
            <a:xfrm>
              <a:off x="7086600" y="144780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5, 0</a:t>
              </a:r>
              <a:endParaRPr lang="en-us" cap="none"/>
            </a:p>
          </p:txBody>
        </p:sp>
        <p:sp>
          <p:nvSpPr>
            <p:cNvPr id="21" name="Oval 20"/>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mCsAAPYTAAA4MQAALhgAAAAgAAAmAAAACAAAAP//////////"/>
                </a:ext>
              </a:extLst>
            </p:cNvSpPr>
            <p:nvPr/>
          </p:nvSpPr>
          <p:spPr>
            <a:xfrm>
              <a:off x="7086600" y="324485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3, 0</a:t>
              </a:r>
              <a:endParaRPr lang="en-us" cap="none"/>
            </a:p>
          </p:txBody>
        </p:sp>
        <p:sp>
          <p:nvSpPr>
            <p:cNvPr id="20" name="Oval 21"/>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mCsAAIAZAAA4MQAAuB0AAAAgAAAmAAAACAAAAP//////////"/>
                </a:ext>
              </a:extLst>
            </p:cNvSpPr>
            <p:nvPr/>
          </p:nvSpPr>
          <p:spPr>
            <a:xfrm>
              <a:off x="7086600" y="414528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2, 0</a:t>
              </a:r>
              <a:endParaRPr lang="en-us" cap="none"/>
            </a:p>
          </p:txBody>
        </p:sp>
        <p:sp>
          <p:nvSpPr>
            <p:cNvPr id="19" name="Oval 22"/>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mCsAAAcfAAA4MQAAPyMAAAAgAAAmAAAACAAAAP//////////"/>
                </a:ext>
              </a:extLst>
            </p:cNvSpPr>
            <p:nvPr/>
          </p:nvSpPr>
          <p:spPr>
            <a:xfrm>
              <a:off x="7086600" y="5043805"/>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1, 0</a:t>
              </a:r>
              <a:endParaRPr lang="en-us" cap="none"/>
            </a:p>
          </p:txBody>
        </p:sp>
        <p:sp>
          <p:nvSpPr>
            <p:cNvPr id="18" name="Oval 23"/>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mCsAAG8OAAA4MQAApxIAAAAgAAAmAAAACAAAAP//////////"/>
                </a:ext>
              </a:extLst>
            </p:cNvSpPr>
            <p:nvPr/>
          </p:nvSpPr>
          <p:spPr>
            <a:xfrm>
              <a:off x="7086600" y="2346325"/>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4, 0</a:t>
              </a:r>
              <a:endParaRPr lang="en-us" cap="none"/>
            </a:p>
          </p:txBody>
        </p:sp>
        <p:sp>
          <p:nvSpPr>
            <p:cNvPr id="17" name="Oval 2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AAF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mCsAAJAkAAA4MQAAyCgAAAAgAAAmAAAACAAAAP//////////"/>
                </a:ext>
              </a:extLst>
            </p:cNvSpPr>
            <p:nvPr/>
          </p:nvSpPr>
          <p:spPr>
            <a:xfrm>
              <a:off x="7086600" y="594360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0, 0</a:t>
              </a:r>
              <a:endParaRPr lang="en-us" cap="none"/>
            </a:p>
          </p:txBody>
        </p:sp>
      </p:grpSp>
      <p:grpSp>
        <p:nvGrpSpPr>
          <p:cNvPr id="23" name="Group 108"/>
          <p:cNvGrpSpPr>
            <a:extLst>
              <a:ext uri="smNativeData">
                <pr:smNativeData xmlns:pr="smNativeData" xmlns="smNativeData" val="SMDATA_6_VcZhaRMAAAAlAAAAAQAAAA8BAAAAkAAAAEgAAACQAAAASAAAAAAAAAAAAAAAAAAAABcAAAAUAAAAAAAAAAAAAAD/fwAA/38AAAAAAAAJAAAABAAAAEgXAAAfAAAAVAAAAAAAAAAAAAAAAAAAAAAAAAAAAAAAAAAAAAAAAAAAAAAAAAAAAAAAAAAAAAAAAAAAAAAAAAAAAAAAAAAAAAAAAAAAAAAAAAAAAAAAAAAAAAAAAAAAACEAAAAYAAAAFAAAANARAACgBQAAmCsAAPwmAAAQAAAAJgAAAAgAAAD/////AAAAAA=="/>
              </a:ext>
            </a:extLst>
          </p:cNvGrpSpPr>
          <p:nvPr/>
        </p:nvGrpSpPr>
        <p:grpSpPr>
          <a:xfrm>
            <a:off x="2895600" y="914400"/>
            <a:ext cx="4191000" cy="5422900"/>
            <a:chOff x="2895600" y="914400"/>
            <a:chExt cx="4191000" cy="5422900"/>
          </a:xfrm>
        </p:grpSpPr>
        <p:sp>
          <p:nvSpPr>
            <p:cNvPr id="35" name="Freeform 28"/>
            <p:cNvSpPr>
              <a:extLst>
                <a:ext uri="smNativeData">
                  <pr:smNativeData xmlns:pr="smNativeData" xmlns="smNativeData" val="SMDATA_15_VcZhaRMAAAAlAAAACwAAAA0AAAAAAAAAAAAAAAAHAAAAA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0BEAAKAFAACYKwAAZAoAAAAAAAAmAAAACAAAAP//////////"/>
                </a:ext>
              </a:extLst>
            </p:cNvSpPr>
            <p:nvPr/>
          </p:nvSpPr>
          <p:spPr>
            <a:xfrm>
              <a:off x="2895600" y="914400"/>
              <a:ext cx="4191000" cy="774700"/>
            </a:xfrm>
            <a:custGeom>
              <a:avLst/>
              <a:gdLst/>
              <a:ahLst/>
              <a:cxnLst/>
              <a:rect l="0" t="0" r="4191000" b="774700"/>
              <a:pathLst>
                <a:path w="4191000" h="774700">
                  <a:moveTo>
                    <a:pt x="0" y="774700"/>
                  </a:moveTo>
                  <a:cubicBezTo>
                    <a:pt x="679450" y="400050"/>
                    <a:pt x="1358900" y="25400"/>
                    <a:pt x="2057400" y="12700"/>
                  </a:cubicBezTo>
                  <a:cubicBezTo>
                    <a:pt x="2755900" y="0"/>
                    <a:pt x="3835400" y="584200"/>
                    <a:pt x="4191000" y="698500"/>
                  </a:cubicBezTo>
                </a:path>
              </a:pathLst>
            </a:custGeom>
            <a:noFill/>
            <a:ln w="9525" cap="flat" cmpd="sng" algn="ctr">
              <a:solidFill>
                <a:schemeClr val="accent2"/>
              </a:solidFill>
              <a:prstDash val="solid"/>
              <a:headEnd type="none"/>
              <a:tailEnd type="triangle" w="med" len="med"/>
            </a:ln>
            <a:effectLst/>
          </p:spPr>
          <p:txBody>
            <a:bodyPr vert="horz" wrap="square" lIns="0" tIns="0" rIns="4445" bIns="635" numCol="1" spcCol="215900" anchor="t"/>
            <a:lstStyle/>
            <a:p>
              <a:pPr/>
              <a:endParaRPr lang="en-us" cap="none"/>
            </a:p>
          </p:txBody>
        </p:sp>
        <p:sp>
          <p:nvSpPr>
            <p:cNvPr id="34" name="Freeform 29"/>
            <p:cNvSpPr>
              <a:extLst>
                <a:ext uri="smNativeData">
                  <pr:smNativeData xmlns:pr="smNativeData" xmlns="smNativeData" val="SMDATA_15_VcZhaRMAAAAlAAAACwAAAA0AAAAAAAAAAAAAAAAHAAAAA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cg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0BEAAEALAACYKwAABBAAAAAAAAAmAAAACAAAAP//////////"/>
                </a:ext>
              </a:extLst>
            </p:cNvSpPr>
            <p:nvPr/>
          </p:nvSpPr>
          <p:spPr>
            <a:xfrm>
              <a:off x="2895600" y="1828800"/>
              <a:ext cx="4191000" cy="774700"/>
            </a:xfrm>
            <a:custGeom>
              <a:avLst/>
              <a:gdLst/>
              <a:ahLst/>
              <a:cxnLst/>
              <a:rect l="0" t="0" r="4191000" b="774700"/>
              <a:pathLst>
                <a:path w="4191000" h="774700">
                  <a:moveTo>
                    <a:pt x="0" y="774700"/>
                  </a:moveTo>
                  <a:cubicBezTo>
                    <a:pt x="679450" y="400050"/>
                    <a:pt x="1358900" y="25400"/>
                    <a:pt x="2057400" y="12700"/>
                  </a:cubicBezTo>
                  <a:cubicBezTo>
                    <a:pt x="2755900" y="0"/>
                    <a:pt x="3835400" y="584200"/>
                    <a:pt x="4191000" y="698500"/>
                  </a:cubicBezTo>
                </a:path>
              </a:pathLst>
            </a:custGeom>
            <a:noFill/>
            <a:ln w="9525" cap="flat" cmpd="sng" algn="ctr">
              <a:solidFill>
                <a:schemeClr val="accent2"/>
              </a:solidFill>
              <a:prstDash val="solid"/>
              <a:headEnd type="none"/>
              <a:tailEnd type="triangle" w="med" len="med"/>
            </a:ln>
            <a:effectLst/>
          </p:spPr>
          <p:txBody>
            <a:bodyPr vert="horz" wrap="square" lIns="0" tIns="0" rIns="4445" bIns="1270" numCol="1" spcCol="215900" anchor="t"/>
            <a:lstStyle/>
            <a:p>
              <a:pPr/>
              <a:endParaRPr lang="en-us" cap="none"/>
            </a:p>
          </p:txBody>
        </p:sp>
        <p:sp>
          <p:nvSpPr>
            <p:cNvPr id="33" name="Freeform 30"/>
            <p:cNvSpPr>
              <a:extLst>
                <a:ext uri="smNativeData">
                  <pr:smNativeData xmlns:pr="smNativeData" xmlns="smNativeData" val="SMDATA_15_VcZhaRMAAAAlAAAACwAAAA0AAAAAAAAAAAAAAAAHAAAAAw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0BEAAOAQAACYKwAApBUAAAAAAAAmAAAACAAAAP//////////"/>
                </a:ext>
              </a:extLst>
            </p:cNvSpPr>
            <p:nvPr/>
          </p:nvSpPr>
          <p:spPr>
            <a:xfrm>
              <a:off x="2895600" y="2743200"/>
              <a:ext cx="4191000" cy="774700"/>
            </a:xfrm>
            <a:custGeom>
              <a:avLst/>
              <a:gdLst/>
              <a:ahLst/>
              <a:cxnLst/>
              <a:rect l="0" t="0" r="4191000" b="774700"/>
              <a:pathLst>
                <a:path w="4191000" h="774700">
                  <a:moveTo>
                    <a:pt x="0" y="774700"/>
                  </a:moveTo>
                  <a:cubicBezTo>
                    <a:pt x="679450" y="400050"/>
                    <a:pt x="1358900" y="25400"/>
                    <a:pt x="2057400" y="12700"/>
                  </a:cubicBezTo>
                  <a:cubicBezTo>
                    <a:pt x="2755900" y="0"/>
                    <a:pt x="3835400" y="584200"/>
                    <a:pt x="4191000" y="698500"/>
                  </a:cubicBezTo>
                </a:path>
              </a:pathLst>
            </a:custGeom>
            <a:noFill/>
            <a:ln w="9525" cap="flat" cmpd="sng" algn="ctr">
              <a:solidFill>
                <a:schemeClr val="accent2"/>
              </a:solidFill>
              <a:prstDash val="solid"/>
              <a:headEnd type="none"/>
              <a:tailEnd type="triangle" w="med" len="med"/>
            </a:ln>
            <a:effectLst/>
          </p:spPr>
          <p:txBody>
            <a:bodyPr vert="horz" wrap="square" lIns="0" tIns="0" rIns="4445" bIns="1905" numCol="1" spcCol="215900" anchor="t"/>
            <a:lstStyle/>
            <a:p>
              <a:pPr/>
              <a:endParaRPr lang="en-us" cap="none"/>
            </a:p>
          </p:txBody>
        </p:sp>
        <p:sp>
          <p:nvSpPr>
            <p:cNvPr id="32" name="Freeform 31"/>
            <p:cNvSpPr>
              <a:extLst>
                <a:ext uri="smNativeData">
                  <pr:smNativeData xmlns:pr="smNativeData" xmlns="smNativeData" val="SMDATA_15_VcZhaRMAAAAlAAAACwAAAA0AAAAAAAAAAAAAAAAHAAAAB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0BEAAIAWAACYKwAARBsAAAAAAAAmAAAACAAAAP//////////"/>
                </a:ext>
              </a:extLst>
            </p:cNvSpPr>
            <p:nvPr/>
          </p:nvSpPr>
          <p:spPr>
            <a:xfrm>
              <a:off x="2895600" y="3657600"/>
              <a:ext cx="4191000" cy="774700"/>
            </a:xfrm>
            <a:custGeom>
              <a:avLst/>
              <a:gdLst/>
              <a:ahLst/>
              <a:cxnLst/>
              <a:rect l="0" t="0" r="4191000" b="774700"/>
              <a:pathLst>
                <a:path w="4191000" h="774700">
                  <a:moveTo>
                    <a:pt x="0" y="774700"/>
                  </a:moveTo>
                  <a:cubicBezTo>
                    <a:pt x="679450" y="400050"/>
                    <a:pt x="1358900" y="25400"/>
                    <a:pt x="2057400" y="12700"/>
                  </a:cubicBezTo>
                  <a:cubicBezTo>
                    <a:pt x="2755900" y="0"/>
                    <a:pt x="3835400" y="584200"/>
                    <a:pt x="4191000" y="698500"/>
                  </a:cubicBezTo>
                </a:path>
              </a:pathLst>
            </a:custGeom>
            <a:noFill/>
            <a:ln w="9525" cap="flat" cmpd="sng" algn="ctr">
              <a:solidFill>
                <a:schemeClr val="accent2"/>
              </a:solidFill>
              <a:prstDash val="solid"/>
              <a:headEnd type="none"/>
              <a:tailEnd type="triangle" w="med" len="med"/>
            </a:ln>
            <a:effectLst/>
          </p:spPr>
          <p:txBody>
            <a:bodyPr vert="horz" wrap="square" lIns="0" tIns="0" rIns="4445" bIns="2540" numCol="1" spcCol="215900" anchor="t"/>
            <a:lstStyle/>
            <a:p>
              <a:pPr/>
              <a:endParaRPr lang="en-us" cap="none"/>
            </a:p>
          </p:txBody>
        </p:sp>
        <p:sp>
          <p:nvSpPr>
            <p:cNvPr id="31" name="Freeform 32"/>
            <p:cNvSpPr>
              <a:extLst>
                <a:ext uri="smNativeData">
                  <pr:smNativeData xmlns:pr="smNativeData" xmlns="smNativeData" val="SMDATA_15_VcZhaRMAAAAlAAAACwAAAA0AAAAAAAAAAAAAAAAH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0BEAACAcAACYKwAA5CAAAAAAAAAmAAAACAAAAP//////////"/>
                </a:ext>
              </a:extLst>
            </p:cNvSpPr>
            <p:nvPr/>
          </p:nvSpPr>
          <p:spPr>
            <a:xfrm>
              <a:off x="2895600" y="4572000"/>
              <a:ext cx="4191000" cy="774700"/>
            </a:xfrm>
            <a:custGeom>
              <a:avLst/>
              <a:gdLst/>
              <a:ahLst/>
              <a:cxnLst/>
              <a:rect l="0" t="0" r="4191000" b="774700"/>
              <a:pathLst>
                <a:path w="4191000" h="774700">
                  <a:moveTo>
                    <a:pt x="0" y="774700"/>
                  </a:moveTo>
                  <a:cubicBezTo>
                    <a:pt x="679450" y="400050"/>
                    <a:pt x="1358900" y="25400"/>
                    <a:pt x="2057400" y="12700"/>
                  </a:cubicBezTo>
                  <a:cubicBezTo>
                    <a:pt x="2755900" y="0"/>
                    <a:pt x="3835400" y="584200"/>
                    <a:pt x="4191000" y="698500"/>
                  </a:cubicBezTo>
                </a:path>
              </a:pathLst>
            </a:custGeom>
            <a:noFill/>
            <a:ln w="9525" cap="flat" cmpd="sng" algn="ctr">
              <a:solidFill>
                <a:schemeClr val="accent2"/>
              </a:solidFill>
              <a:prstDash val="solid"/>
              <a:headEnd type="none"/>
              <a:tailEnd type="triangle" w="med" len="med"/>
            </a:ln>
            <a:effectLst/>
          </p:spPr>
          <p:txBody>
            <a:bodyPr vert="horz" wrap="square" lIns="0" tIns="0" rIns="4445" bIns="3175" numCol="1" spcCol="215900" anchor="t"/>
            <a:lstStyle/>
            <a:p>
              <a:pPr/>
              <a:endParaRPr lang="en-us" cap="none"/>
            </a:p>
          </p:txBody>
        </p:sp>
        <p:sp>
          <p:nvSpPr>
            <p:cNvPr id="30" name="Freeform 33"/>
            <p:cNvSpPr>
              <a:extLst>
                <a:ext uri="smNativeData">
                  <pr:smNativeData xmlns:pr="smNativeData" xmlns="smNativeData" val="SMDATA_15_VcZhaRMAAAAlAAAACwAAAA0AAAAAAAAAAAAAAAAHAAAAB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0BEAAMAhAACYKwAAhCYAAAAAAAAmAAAACAAAAP//////////"/>
                </a:ext>
              </a:extLst>
            </p:cNvSpPr>
            <p:nvPr/>
          </p:nvSpPr>
          <p:spPr>
            <a:xfrm>
              <a:off x="2895600" y="5486400"/>
              <a:ext cx="4191000" cy="774700"/>
            </a:xfrm>
            <a:custGeom>
              <a:avLst/>
              <a:gdLst/>
              <a:ahLst/>
              <a:cxnLst/>
              <a:rect l="0" t="0" r="4191000" b="774700"/>
              <a:pathLst>
                <a:path w="4191000" h="774700">
                  <a:moveTo>
                    <a:pt x="0" y="774700"/>
                  </a:moveTo>
                  <a:cubicBezTo>
                    <a:pt x="679450" y="400050"/>
                    <a:pt x="1358900" y="25400"/>
                    <a:pt x="2057400" y="12700"/>
                  </a:cubicBezTo>
                  <a:cubicBezTo>
                    <a:pt x="2755900" y="0"/>
                    <a:pt x="3835400" y="584200"/>
                    <a:pt x="4191000" y="698500"/>
                  </a:cubicBezTo>
                </a:path>
              </a:pathLst>
            </a:custGeom>
            <a:noFill/>
            <a:ln w="9525" cap="flat" cmpd="sng" algn="ctr">
              <a:solidFill>
                <a:schemeClr val="accent2"/>
              </a:solidFill>
              <a:prstDash val="solid"/>
              <a:headEnd type="none"/>
              <a:tailEnd type="triangle" w="med" len="med"/>
            </a:ln>
            <a:effectLst/>
          </p:spPr>
          <p:txBody>
            <a:bodyPr vert="horz" wrap="square" lIns="0" tIns="0" rIns="4445" bIns="3810" numCol="1" spcCol="215900" anchor="t"/>
            <a:lstStyle/>
            <a:p>
              <a:pPr/>
              <a:endParaRPr lang="en-us" cap="none"/>
            </a:p>
          </p:txBody>
        </p:sp>
        <p:sp>
          <p:nvSpPr>
            <p:cNvPr id="29" name="Freeform 34"/>
            <p:cNvSpPr>
              <a:extLst>
                <a:ext uri="smNativeData">
                  <pr:smNativeData xmlns:pr="smNativeData" xmlns="smNativeData" val="SMDATA_15_VcZhaRMAAAAlAAAACwAAAA0AAAAAAAAAAAAAAAAHAAAAA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wCEAAPwIAACYKwAA8AoAAAAAAAAmAAAACAAAAP//////////"/>
                </a:ext>
              </a:extLst>
            </p:cNvSpPr>
            <p:nvPr/>
          </p:nvSpPr>
          <p:spPr>
            <a:xfrm>
              <a:off x="5486400" y="1460500"/>
              <a:ext cx="1600200" cy="317500"/>
            </a:xfrm>
            <a:custGeom>
              <a:avLst/>
              <a:gdLst/>
              <a:ahLst/>
              <a:cxnLst/>
              <a:rect l="0" t="0" r="1600200" b="317500"/>
              <a:pathLst>
                <a:path w="1600200" h="317500">
                  <a:moveTo>
                    <a:pt x="0" y="241300"/>
                  </a:moveTo>
                  <a:cubicBezTo>
                    <a:pt x="285750" y="120650"/>
                    <a:pt x="571500" y="0"/>
                    <a:pt x="838200" y="12700"/>
                  </a:cubicBezTo>
                  <a:cubicBezTo>
                    <a:pt x="1104900" y="25400"/>
                    <a:pt x="1352550" y="171450"/>
                    <a:pt x="1600200" y="317500"/>
                  </a:cubicBezTo>
                </a:path>
              </a:pathLst>
            </a:custGeom>
            <a:noFill/>
            <a:ln w="9525" cap="flat" cmpd="sng" algn="ctr">
              <a:solidFill>
                <a:schemeClr val="accent2"/>
              </a:solidFill>
              <a:prstDash val="solid"/>
              <a:headEnd type="none"/>
              <a:tailEnd type="triangle" w="med" len="med"/>
            </a:ln>
            <a:effectLst/>
          </p:spPr>
          <p:txBody>
            <a:bodyPr vert="horz" wrap="square" lIns="0" tIns="0" rIns="4445" bIns="635" numCol="1" spcCol="215900" anchor="t"/>
            <a:lstStyle/>
            <a:p>
              <a:pPr/>
              <a:endParaRPr lang="en-us" cap="none"/>
            </a:p>
          </p:txBody>
        </p:sp>
        <p:sp>
          <p:nvSpPr>
            <p:cNvPr id="28" name="Freeform 40"/>
            <p:cNvSpPr>
              <a:extLst>
                <a:ext uri="smNativeData">
                  <pr:smNativeData xmlns:pr="smNativeData" xmlns="smNativeData" val="SMDATA_15_VcZhaRMAAAAlAAAACwAAAA0AAAAAAAAAAAAAAAAHAAAAA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wCEAAAAPAACYKwAA9BAAAAAAAAAmAAAACAAAAP//////////"/>
                </a:ext>
              </a:extLst>
            </p:cNvSpPr>
            <p:nvPr/>
          </p:nvSpPr>
          <p:spPr>
            <a:xfrm>
              <a:off x="5486400" y="2438400"/>
              <a:ext cx="1600200" cy="317500"/>
            </a:xfrm>
            <a:custGeom>
              <a:avLst/>
              <a:gdLst/>
              <a:ahLst/>
              <a:cxnLst/>
              <a:rect l="0" t="0" r="1600200" b="317500"/>
              <a:pathLst>
                <a:path w="1600200" h="317500">
                  <a:moveTo>
                    <a:pt x="0" y="241300"/>
                  </a:moveTo>
                  <a:cubicBezTo>
                    <a:pt x="285750" y="120650"/>
                    <a:pt x="571500" y="0"/>
                    <a:pt x="838200" y="12700"/>
                  </a:cubicBezTo>
                  <a:cubicBezTo>
                    <a:pt x="1104900" y="25400"/>
                    <a:pt x="1352550" y="171450"/>
                    <a:pt x="1600200" y="317500"/>
                  </a:cubicBezTo>
                </a:path>
              </a:pathLst>
            </a:custGeom>
            <a:noFill/>
            <a:ln w="9525" cap="flat" cmpd="sng" algn="ctr">
              <a:solidFill>
                <a:schemeClr val="accent2"/>
              </a:solidFill>
              <a:prstDash val="solid"/>
              <a:headEnd type="none"/>
              <a:tailEnd type="triangle" w="med" len="med"/>
            </a:ln>
            <a:effectLst/>
          </p:spPr>
          <p:txBody>
            <a:bodyPr vert="horz" wrap="square" lIns="0" tIns="0" rIns="4445" bIns="1270" numCol="1" spcCol="215900" anchor="t"/>
            <a:lstStyle/>
            <a:p>
              <a:pPr/>
              <a:endParaRPr lang="en-us" cap="none"/>
            </a:p>
          </p:txBody>
        </p:sp>
        <p:sp>
          <p:nvSpPr>
            <p:cNvPr id="27" name="Freeform 41"/>
            <p:cNvSpPr>
              <a:extLst>
                <a:ext uri="smNativeData">
                  <pr:smNativeData xmlns:pr="smNativeData" xmlns="smNativeData" val="SMDATA_15_VcZhaRMAAAAlAAAACwAAAA0AAAAAAAAAAAAAAAAHAAAAAw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wCEAACgUAACYKwAAHBYAAAAAAAAmAAAACAAAAP//////////"/>
                </a:ext>
              </a:extLst>
            </p:cNvSpPr>
            <p:nvPr/>
          </p:nvSpPr>
          <p:spPr>
            <a:xfrm>
              <a:off x="5486400" y="3276600"/>
              <a:ext cx="1600200" cy="317500"/>
            </a:xfrm>
            <a:custGeom>
              <a:avLst/>
              <a:gdLst/>
              <a:ahLst/>
              <a:cxnLst/>
              <a:rect l="0" t="0" r="1600200" b="317500"/>
              <a:pathLst>
                <a:path w="1600200" h="317500">
                  <a:moveTo>
                    <a:pt x="0" y="241300"/>
                  </a:moveTo>
                  <a:cubicBezTo>
                    <a:pt x="285750" y="120650"/>
                    <a:pt x="571500" y="0"/>
                    <a:pt x="838200" y="12700"/>
                  </a:cubicBezTo>
                  <a:cubicBezTo>
                    <a:pt x="1104900" y="25400"/>
                    <a:pt x="1352550" y="171450"/>
                    <a:pt x="1600200" y="317500"/>
                  </a:cubicBezTo>
                </a:path>
              </a:pathLst>
            </a:custGeom>
            <a:noFill/>
            <a:ln w="9525" cap="flat" cmpd="sng" algn="ctr">
              <a:solidFill>
                <a:schemeClr val="accent2"/>
              </a:solidFill>
              <a:prstDash val="solid"/>
              <a:headEnd type="none"/>
              <a:tailEnd type="triangle" w="med" len="med"/>
            </a:ln>
            <a:effectLst/>
          </p:spPr>
          <p:txBody>
            <a:bodyPr vert="horz" wrap="square" lIns="0" tIns="0" rIns="4445" bIns="1905" numCol="1" spcCol="215900" anchor="t"/>
            <a:lstStyle/>
            <a:p>
              <a:pPr/>
              <a:endParaRPr lang="en-us" cap="none"/>
            </a:p>
          </p:txBody>
        </p:sp>
        <p:sp>
          <p:nvSpPr>
            <p:cNvPr id="26" name="Freeform 42"/>
            <p:cNvSpPr>
              <a:extLst>
                <a:ext uri="smNativeData">
                  <pr:smNativeData xmlns:pr="smNativeData" xmlns="smNativeData" val="SMDATA_15_VcZhaRMAAAAlAAAACwAAAA0AAAAAAAAAAAAAAAAHAAAAB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wCEAAMgZAACYKwAAvBsAAAAAAAAmAAAACAAAAP//////////"/>
                </a:ext>
              </a:extLst>
            </p:cNvSpPr>
            <p:nvPr/>
          </p:nvSpPr>
          <p:spPr>
            <a:xfrm>
              <a:off x="5486400" y="4191000"/>
              <a:ext cx="1600200" cy="317500"/>
            </a:xfrm>
            <a:custGeom>
              <a:avLst/>
              <a:gdLst/>
              <a:ahLst/>
              <a:cxnLst/>
              <a:rect l="0" t="0" r="1600200" b="317500"/>
              <a:pathLst>
                <a:path w="1600200" h="317500">
                  <a:moveTo>
                    <a:pt x="0" y="241300"/>
                  </a:moveTo>
                  <a:cubicBezTo>
                    <a:pt x="285750" y="120650"/>
                    <a:pt x="571500" y="0"/>
                    <a:pt x="838200" y="12700"/>
                  </a:cubicBezTo>
                  <a:cubicBezTo>
                    <a:pt x="1104900" y="25400"/>
                    <a:pt x="1352550" y="171450"/>
                    <a:pt x="1600200" y="317500"/>
                  </a:cubicBezTo>
                </a:path>
              </a:pathLst>
            </a:custGeom>
            <a:noFill/>
            <a:ln w="9525" cap="flat" cmpd="sng" algn="ctr">
              <a:solidFill>
                <a:schemeClr val="accent2"/>
              </a:solidFill>
              <a:prstDash val="solid"/>
              <a:headEnd type="none"/>
              <a:tailEnd type="triangle" w="med" len="med"/>
            </a:ln>
            <a:effectLst/>
          </p:spPr>
          <p:txBody>
            <a:bodyPr vert="horz" wrap="square" lIns="0" tIns="0" rIns="4445" bIns="2540" numCol="1" spcCol="215900" anchor="t"/>
            <a:lstStyle/>
            <a:p>
              <a:pPr/>
              <a:endParaRPr lang="en-us" cap="none"/>
            </a:p>
          </p:txBody>
        </p:sp>
        <p:sp>
          <p:nvSpPr>
            <p:cNvPr id="25" name="Freeform 43"/>
            <p:cNvSpPr>
              <a:extLst>
                <a:ext uri="smNativeData">
                  <pr:smNativeData xmlns:pr="smNativeData" xmlns="smNativeData" val="SMDATA_15_VcZhaRMAAAAlAAAACwAAAA0AAAAAAAAAAAAAAAAH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wCEAAGgfAACYKwAAXCEAAAAAAAAmAAAACAAAAP//////////"/>
                </a:ext>
              </a:extLst>
            </p:cNvSpPr>
            <p:nvPr/>
          </p:nvSpPr>
          <p:spPr>
            <a:xfrm>
              <a:off x="5486400" y="5105400"/>
              <a:ext cx="1600200" cy="317500"/>
            </a:xfrm>
            <a:custGeom>
              <a:avLst/>
              <a:gdLst/>
              <a:ahLst/>
              <a:cxnLst/>
              <a:rect l="0" t="0" r="1600200" b="317500"/>
              <a:pathLst>
                <a:path w="1600200" h="317500">
                  <a:moveTo>
                    <a:pt x="0" y="241300"/>
                  </a:moveTo>
                  <a:cubicBezTo>
                    <a:pt x="285750" y="120650"/>
                    <a:pt x="571500" y="0"/>
                    <a:pt x="838200" y="12700"/>
                  </a:cubicBezTo>
                  <a:cubicBezTo>
                    <a:pt x="1104900" y="25400"/>
                    <a:pt x="1352550" y="171450"/>
                    <a:pt x="1600200" y="317500"/>
                  </a:cubicBezTo>
                </a:path>
              </a:pathLst>
            </a:custGeom>
            <a:noFill/>
            <a:ln w="9525" cap="flat" cmpd="sng" algn="ctr">
              <a:solidFill>
                <a:schemeClr val="accent2"/>
              </a:solidFill>
              <a:prstDash val="solid"/>
              <a:headEnd type="none"/>
              <a:tailEnd type="triangle" w="med" len="med"/>
            </a:ln>
            <a:effectLst/>
          </p:spPr>
          <p:txBody>
            <a:bodyPr vert="horz" wrap="square" lIns="0" tIns="0" rIns="4445" bIns="3175" numCol="1" spcCol="215900" anchor="t"/>
            <a:lstStyle/>
            <a:p>
              <a:pPr/>
              <a:endParaRPr lang="en-us" cap="none"/>
            </a:p>
          </p:txBody>
        </p:sp>
        <p:sp>
          <p:nvSpPr>
            <p:cNvPr id="24" name="Freeform 44"/>
            <p:cNvSpPr>
              <a:extLst>
                <a:ext uri="smNativeData">
                  <pr:smNativeData xmlns:pr="smNativeData" xmlns="smNativeData" val="SMDATA_15_VcZhaRMAAAAlAAAACwAAAA0AAAAAAAAAAAAAAAAHAAAAB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wCEAAAglAACYKwAA/CYAAAAAAAAmAAAACAAAAP//////////"/>
                </a:ext>
              </a:extLst>
            </p:cNvSpPr>
            <p:nvPr/>
          </p:nvSpPr>
          <p:spPr>
            <a:xfrm>
              <a:off x="5486400" y="6019800"/>
              <a:ext cx="1600200" cy="317500"/>
            </a:xfrm>
            <a:custGeom>
              <a:avLst/>
              <a:gdLst/>
              <a:ahLst/>
              <a:cxnLst/>
              <a:rect l="0" t="0" r="1600200" b="317500"/>
              <a:pathLst>
                <a:path w="1600200" h="317500">
                  <a:moveTo>
                    <a:pt x="0" y="241300"/>
                  </a:moveTo>
                  <a:cubicBezTo>
                    <a:pt x="285750" y="120650"/>
                    <a:pt x="571500" y="0"/>
                    <a:pt x="838200" y="12700"/>
                  </a:cubicBezTo>
                  <a:cubicBezTo>
                    <a:pt x="1104900" y="25400"/>
                    <a:pt x="1352550" y="171450"/>
                    <a:pt x="1600200" y="317500"/>
                  </a:cubicBezTo>
                </a:path>
              </a:pathLst>
            </a:custGeom>
            <a:noFill/>
            <a:ln w="9525" cap="flat" cmpd="sng" algn="ctr">
              <a:solidFill>
                <a:schemeClr val="accent2"/>
              </a:solidFill>
              <a:prstDash val="solid"/>
              <a:headEnd type="none"/>
              <a:tailEnd type="triangle" w="med" len="med"/>
            </a:ln>
            <a:effectLst/>
          </p:spPr>
          <p:txBody>
            <a:bodyPr vert="horz" wrap="square" lIns="0" tIns="0" rIns="4445" bIns="3810" numCol="1" spcCol="215900" anchor="t"/>
            <a:lstStyle/>
            <a:p>
              <a:pPr/>
              <a:endParaRPr lang="en-us" cap="none"/>
            </a:p>
          </p:txBody>
        </p:sp>
      </p:grpSp>
      <p:sp>
        <p:nvSpPr>
          <p:cNvPr id="36" name="Text Box 4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EAAAAAAAAAwFBNDf///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FBNBv///wEAAAAAAAAAAAAAAAAAAAAAAAAAAAAAAAAAAAAAAAAAAAAAAAJ/f38AH0l9A8zMzADAwP8Af39/AAAAAAAAAAAAAAAAAAAAAAAAAAAAIQAAABgAAAAUAAAA+AIAAPAPAAAICgAAwBIAABAgAAAmAAAACAAAAP//////////"/>
              </a:ext>
            </a:extLst>
          </p:cNvSpPr>
          <p:nvPr/>
        </p:nvSpPr>
        <p:spPr>
          <a:xfrm>
            <a:off x="482600" y="2590800"/>
            <a:ext cx="1148080" cy="457200"/>
          </a:xfrm>
          <a:prstGeom prst="rect">
            <a:avLst/>
          </a:prstGeom>
          <a:solidFill>
            <a:schemeClr val="accent2"/>
          </a:solidFill>
          <a:ln>
            <a:noFill/>
          </a:ln>
          <a:effectLst/>
        </p:spPr>
        <p:txBody>
          <a:bodyPr vert="horz" wrap="none" lIns="91440" tIns="45720" rIns="91440" bIns="45720" numCol="1" spcCol="215900" anchor="t"/>
          <a:lstStyle/>
          <a:p>
            <a:pPr/>
            <a:r>
              <a:rPr lang="en-us" cap="none">
                <a:solidFill>
                  <a:schemeClr val="bg1"/>
                </a:solidFill>
              </a:rPr>
              <a:t>Empty2</a:t>
            </a:r>
            <a:endParaRPr lang="en-us" cap="none">
              <a:solidFill>
                <a:schemeClr val="bg1"/>
              </a:solidFill>
            </a:endParaRPr>
          </a:p>
        </p:txBody>
      </p:sp>
      <p:sp>
        <p:nvSpPr>
          <p:cNvPr id="37" name="Text Box 47"/>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EAAAAAAAAAgA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gAAAAP///wEAAAAAAAAAAAAAAAAAAAAAAAAAAAAAAAAAAAAAAAAAAAAAAAJ/f38AH0l9A8zMzADAwP8Af39/AAAAAAAAAAAAAAAAAAAAAAAAAAAAIQAAABgAAAAUAAAA+AIAANgJAAAICgAAqAwAABAgAAAmAAAACAAAAP//////////"/>
              </a:ext>
            </a:extLst>
          </p:cNvSpPr>
          <p:nvPr/>
        </p:nvSpPr>
        <p:spPr>
          <a:xfrm>
            <a:off x="482600" y="1600200"/>
            <a:ext cx="1148080" cy="457200"/>
          </a:xfrm>
          <a:prstGeom prst="rect">
            <a:avLst/>
          </a:prstGeom>
          <a:solidFill>
            <a:srgbClr val="800000"/>
          </a:solidFill>
          <a:ln>
            <a:noFill/>
          </a:ln>
          <a:effectLst/>
        </p:spPr>
        <p:txBody>
          <a:bodyPr vert="horz" wrap="none" lIns="91440" tIns="45720" rIns="91440" bIns="45720" numCol="1" spcCol="215900" anchor="t"/>
          <a:lstStyle/>
          <a:p>
            <a:pPr/>
            <a:r>
              <a:rPr lang="en-us" cap="none">
                <a:solidFill>
                  <a:schemeClr val="bg1"/>
                </a:solidFill>
              </a:rPr>
              <a:t>Empty5</a:t>
            </a:r>
            <a:endParaRPr lang="en-us" cap="none">
              <a:solidFill>
                <a:schemeClr val="bg1"/>
              </a:solidFill>
            </a:endParaRPr>
          </a:p>
        </p:txBody>
      </p:sp>
      <p:sp>
        <p:nvSpPr>
          <p:cNvPr id="38" name="Freeform 48"/>
          <p:cNvSpPr>
            <a:extLst>
              <a:ext uri="smNativeData">
                <pr:smNativeData xmlns:pr="smNativeData" xmlns="smNativeData" val="SMDATA_15_VcZhaRMAAAAlAAAACwAAAA0AAAAAAAAAAAAAAACYKwAAQAs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MBQTQ0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MBQTQZ/f38AH0l9A8zMzADAwP8Af39/AAAAAAAAAAAAAAAAAAAAAAAAAAAAIQAAABgAAAAUAAAAwCEAAEwJAACYKwAAQAsAABAAAAAmAAAACAAAAP//////////"/>
              </a:ext>
            </a:extLst>
          </p:cNvSpPr>
          <p:nvPr/>
        </p:nvSpPr>
        <p:spPr>
          <a:xfrm>
            <a:off x="5486400" y="1511300"/>
            <a:ext cx="1600200" cy="317500"/>
          </a:xfrm>
          <a:custGeom>
            <a:avLst/>
            <a:gdLst/>
            <a:ahLst/>
            <a:cxnLst/>
            <a:rect l="0" t="0" r="1600200" b="317500"/>
            <a:pathLst>
              <a:path w="1600200" h="317500">
                <a:moveTo>
                  <a:pt x="0" y="241300"/>
                </a:moveTo>
                <a:cubicBezTo>
                  <a:pt x="285750" y="120650"/>
                  <a:pt x="571500" y="0"/>
                  <a:pt x="838200" y="12700"/>
                </a:cubicBezTo>
                <a:cubicBezTo>
                  <a:pt x="1104900" y="25400"/>
                  <a:pt x="1352550" y="171450"/>
                  <a:pt x="1600200" y="317500"/>
                </a:cubicBezTo>
              </a:path>
            </a:pathLst>
          </a:custGeom>
          <a:noFill/>
          <a:ln w="9525" cap="flat" cmpd="sng" algn="ctr">
            <a:solidFill>
              <a:schemeClr val="accent2"/>
            </a:solidFill>
            <a:prstDash val="solid"/>
            <a:headEnd type="none"/>
            <a:tailEnd type="triangle" w="med" len="med"/>
          </a:ln>
          <a:effectLst/>
        </p:spPr>
        <p:txBody>
          <a:bodyPr vert="horz" wrap="square" lIns="0" tIns="0" rIns="7086600" bIns="1828800" numCol="1" spcCol="215900" anchor="t"/>
          <a:lstStyle/>
          <a:p>
            <a:pPr/>
            <a:endParaRPr lang="en-us" cap="none"/>
          </a:p>
        </p:txBody>
      </p:sp>
      <p:sp>
        <p:nvSpPr>
          <p:cNvPr id="39" name="Text Box 4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EAAAAAAAAAAAAACf///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v///wEAAAAAAAAAAAAAAAAAAAAAAAAAAAAAAAAAAAAAAAAAAAAAAAJ/f38AH0l9A8zMzADAwP8Af39/AAAAAAAAAAAAAAAAAAAAAAAAAAAAIQAAABgAAAAUAAAARQQAAEQWAAC7CAAAFBkAABAgAAAmAAAACAAAAP//////////"/>
              </a:ext>
            </a:extLst>
          </p:cNvSpPr>
          <p:nvPr/>
        </p:nvSpPr>
        <p:spPr>
          <a:xfrm>
            <a:off x="694055" y="3619500"/>
            <a:ext cx="725170" cy="457200"/>
          </a:xfrm>
          <a:prstGeom prst="rect">
            <a:avLst/>
          </a:prstGeom>
          <a:solidFill>
            <a:schemeClr val="tx1"/>
          </a:solidFill>
          <a:ln>
            <a:noFill/>
          </a:ln>
          <a:effectLst/>
        </p:spPr>
        <p:txBody>
          <a:bodyPr vert="horz" wrap="none" lIns="91440" tIns="45720" rIns="91440" bIns="45720" numCol="1" spcCol="215900" anchor="t"/>
          <a:lstStyle/>
          <a:p>
            <a:pPr/>
            <a:r>
              <a:rPr lang="en-us" cap="none">
                <a:solidFill>
                  <a:schemeClr val="bg1"/>
                </a:solidFill>
              </a:rPr>
              <a:t>2to5</a:t>
            </a:r>
            <a:endParaRPr lang="en-us" cap="none">
              <a:solidFill>
                <a:schemeClr val="bg1"/>
              </a:solidFill>
            </a:endParaRPr>
          </a:p>
        </p:txBody>
      </p:sp>
      <p:sp>
        <p:nvSpPr>
          <p:cNvPr id="40" name="Text Box 50"/>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P///wEAAAAAAAAAAAAAAAAAAAAAAAAAAAAAAAAAAAAAAAAAAAAAAAJ/f38AH0l9A8zMzADAwP8Af39/AAAAAAAAAAAAAAAAAAAAAAAAAAAAIQAAABgAAAAUAAAARQQAAHocAAC7CAAASh8AABAgAAAmAAAACAAAAP//////////"/>
              </a:ext>
            </a:extLst>
          </p:cNvSpPr>
          <p:nvPr/>
        </p:nvSpPr>
        <p:spPr>
          <a:xfrm>
            <a:off x="694055" y="4629150"/>
            <a:ext cx="725170" cy="457200"/>
          </a:xfrm>
          <a:prstGeom prst="rect">
            <a:avLst/>
          </a:prstGeom>
          <a:solidFill>
            <a:srgbClr val="FF0000"/>
          </a:solidFill>
          <a:ln>
            <a:noFill/>
          </a:ln>
          <a:effectLst/>
        </p:spPr>
        <p:txBody>
          <a:bodyPr vert="horz" wrap="none" lIns="91440" tIns="45720" rIns="91440" bIns="45720" numCol="1" spcCol="215900" anchor="t"/>
          <a:lstStyle/>
          <a:p>
            <a:pPr/>
            <a:r>
              <a:rPr lang="en-us" cap="none">
                <a:solidFill>
                  <a:schemeClr val="bg1"/>
                </a:solidFill>
              </a:rPr>
              <a:t>5to2</a:t>
            </a:r>
            <a:endParaRPr lang="en-us" cap="none">
              <a:solidFill>
                <a:schemeClr val="bg1"/>
              </a:solidFill>
            </a:endParaRPr>
          </a:p>
        </p:txBody>
      </p:sp>
      <p:sp>
        <p:nvSpPr>
          <p:cNvPr id="41" name="Text Box 5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EAAAAAAAAA/wAAAP///wgAAAAAAAAAAAAAAAAAAAAAAAAAAAAAAAAAAAAAeAAAAAEAAABAAAAAAAAAAAAAAAB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AAAP///wEAAAAAAAAAAAAAAAAAAAAAAAAAAAAAAAAAAAAAAAAAAAAAAAJ/f38AH0l9A8zMzADAwP8Af39/AAAAAAAAAAAAAAAAAAAAAAAAAAAAIQAAABgAAAAUAAAA0AIAALAiAAAwCgAAgCUAABAgAAAmAAAACAAAAP//////////"/>
              </a:ext>
            </a:extLst>
          </p:cNvSpPr>
          <p:nvPr/>
        </p:nvSpPr>
        <p:spPr>
          <a:xfrm>
            <a:off x="457200" y="5638800"/>
            <a:ext cx="1198880" cy="457200"/>
          </a:xfrm>
          <a:prstGeom prst="rect">
            <a:avLst/>
          </a:prstGeom>
          <a:solidFill>
            <a:srgbClr val="FF0000"/>
          </a:solidFill>
          <a:ln>
            <a:noFill/>
          </a:ln>
          <a:effectLst/>
        </p:spPr>
        <p:txBody>
          <a:bodyPr vert="horz" wrap="none" lIns="91440" tIns="45720" rIns="91440" bIns="45720" numCol="1" spcCol="215900" anchor="t"/>
          <a:lstStyle/>
          <a:p>
            <a:pPr/>
            <a:r>
              <a:rPr lang="en-us" cap="none">
                <a:solidFill>
                  <a:schemeClr val="bg1"/>
                </a:solidFill>
              </a:rPr>
              <a:t>5to2part</a:t>
            </a:r>
            <a:endParaRPr lang="en-us" cap="none">
              <a:solidFill>
                <a:schemeClr val="bg1"/>
              </a:solidFill>
            </a:endParaRPr>
          </a:p>
        </p:txBody>
      </p:sp>
      <p:grpSp>
        <p:nvGrpSpPr>
          <p:cNvPr id="42" name="Group 59"/>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PMPAABACwAA+BYAAHAmAAAQAAAAJgAAAAgAAAD/////AAAAAA=="/>
              </a:ext>
            </a:extLst>
          </p:cNvGrpSpPr>
          <p:nvPr/>
        </p:nvGrpSpPr>
        <p:grpSpPr>
          <a:xfrm>
            <a:off x="2592705" y="1828800"/>
            <a:ext cx="1141095" cy="4419600"/>
            <a:chOff x="2592705" y="1828800"/>
            <a:chExt cx="1141095" cy="4419600"/>
          </a:xfrm>
        </p:grpSpPr>
        <p:sp>
          <p:nvSpPr>
            <p:cNvPr id="47" name="Freeform 52"/>
            <p:cNvSpPr>
              <a:extLst>
                <a:ext uri="smNativeData">
                  <pr:smNativeData xmlns:pr="smNativeData" xmlns="smNativeData" val="SMDATA_15_VcZhaRMAAAAlAAAACwAAAA0AAAAAAAAAAAAAAAAEAAAAB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SBIAAEALAAD4FgAAcCYAAAAAAAAmAAAACAAAAP//////////"/>
                </a:ext>
              </a:extLst>
            </p:cNvSpPr>
            <p:nvPr/>
          </p:nvSpPr>
          <p:spPr>
            <a:xfrm>
              <a:off x="2971800" y="1828800"/>
              <a:ext cx="762000" cy="4419600"/>
            </a:xfrm>
            <a:custGeom>
              <a:avLst/>
              <a:gdLst/>
              <a:ahLst/>
              <a:cxnLst/>
              <a:rect l="0" t="0" r="762000" b="4419600"/>
              <a:pathLst>
                <a:path w="762000" h="4419600">
                  <a:moveTo>
                    <a:pt x="0" y="0"/>
                  </a:moveTo>
                  <a:cubicBezTo>
                    <a:pt x="381000" y="622300"/>
                    <a:pt x="762000" y="1244600"/>
                    <a:pt x="762000" y="1981200"/>
                  </a:cubicBezTo>
                  <a:cubicBezTo>
                    <a:pt x="762000" y="2717800"/>
                    <a:pt x="381000" y="3568700"/>
                    <a:pt x="0" y="4419600"/>
                  </a:cubicBezTo>
                </a:path>
              </a:pathLst>
            </a:custGeom>
            <a:noFill/>
            <a:ln w="9525" cap="flat" cmpd="sng" algn="ctr">
              <a:solidFill>
                <a:srgbClr val="800000"/>
              </a:solidFill>
              <a:prstDash val="solid"/>
              <a:headEnd type="none"/>
              <a:tailEnd type="triangle" w="med" len="med"/>
            </a:ln>
            <a:effectLst/>
          </p:spPr>
          <p:txBody>
            <a:bodyPr vert="horz" wrap="square" lIns="0" tIns="0" rIns="2540" bIns="3810" numCol="1" spcCol="215900" anchor="t"/>
            <a:lstStyle/>
            <a:p>
              <a:pPr/>
              <a:endParaRPr lang="en-us" cap="none"/>
            </a:p>
          </p:txBody>
        </p:sp>
        <p:sp>
          <p:nvSpPr>
            <p:cNvPr id="46" name="Freeform 53"/>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0BEAAOAQAACJFQAAgCUAAAAAAAAmAAAACAAAAP//////////"/>
                </a:ext>
              </a:extLst>
            </p:cNvSpPr>
            <p:nvPr/>
          </p:nvSpPr>
          <p:spPr>
            <a:xfrm>
              <a:off x="2895600" y="2743200"/>
              <a:ext cx="605155" cy="3352800"/>
            </a:xfrm>
            <a:custGeom>
              <a:avLst/>
              <a:gdLst/>
              <a:ahLst/>
              <a:cxnLst/>
              <a:rect l="0" t="0" r="605155" b="3352800"/>
              <a:pathLst>
                <a:path w="605155" h="3352800">
                  <a:moveTo>
                    <a:pt x="76240" y="0"/>
                  </a:moveTo>
                  <a:cubicBezTo>
                    <a:pt x="162010" y="263525"/>
                    <a:pt x="605155" y="1023938"/>
                    <a:pt x="592448" y="1582738"/>
                  </a:cubicBezTo>
                  <a:cubicBezTo>
                    <a:pt x="579741" y="2141538"/>
                    <a:pt x="123889" y="2984500"/>
                    <a:pt x="0" y="3352800"/>
                  </a:cubicBezTo>
                </a:path>
              </a:pathLst>
            </a:custGeom>
            <a:noFill/>
            <a:ln w="9525" cap="flat" cmpd="sng" algn="ctr">
              <a:solidFill>
                <a:srgbClr val="800000"/>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45" name="Freeform 54"/>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WBEAAIAWAAAAFAAACCUAAAAAAAAmAAAACAAAAP//////////"/>
                </a:ext>
              </a:extLst>
            </p:cNvSpPr>
            <p:nvPr/>
          </p:nvSpPr>
          <p:spPr>
            <a:xfrm>
              <a:off x="2819400" y="3657600"/>
              <a:ext cx="431800" cy="2362200"/>
            </a:xfrm>
            <a:custGeom>
              <a:avLst/>
              <a:gdLst/>
              <a:ahLst/>
              <a:cxnLst/>
              <a:rect l="0" t="0" r="431800" b="2362200"/>
              <a:pathLst>
                <a:path w="431800" h="2362200">
                  <a:moveTo>
                    <a:pt x="152400" y="0"/>
                  </a:moveTo>
                  <a:cubicBezTo>
                    <a:pt x="195263" y="207963"/>
                    <a:pt x="431800" y="854075"/>
                    <a:pt x="406400" y="1247775"/>
                  </a:cubicBezTo>
                  <a:cubicBezTo>
                    <a:pt x="381000" y="1641475"/>
                    <a:pt x="84138" y="2130425"/>
                    <a:pt x="0" y="2362200"/>
                  </a:cubicBezTo>
                </a:path>
              </a:pathLst>
            </a:custGeom>
            <a:noFill/>
            <a:ln w="9525" cap="flat" cmpd="sng" algn="ctr">
              <a:solidFill>
                <a:srgbClr val="800000"/>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44" name="Freeform 55"/>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4BAAACAcAADtEgAAkCQAAAAAAAAmAAAACAAAAP//////////"/>
                </a:ext>
              </a:extLst>
            </p:cNvSpPr>
            <p:nvPr/>
          </p:nvSpPr>
          <p:spPr>
            <a:xfrm>
              <a:off x="2743200" y="4572000"/>
              <a:ext cx="333375" cy="1371600"/>
            </a:xfrm>
            <a:custGeom>
              <a:avLst/>
              <a:gdLst/>
              <a:ahLst/>
              <a:cxnLst/>
              <a:rect l="0" t="0" r="333375" b="1371600"/>
              <a:pathLst>
                <a:path w="333375" h="1371600">
                  <a:moveTo>
                    <a:pt x="152400" y="0"/>
                  </a:moveTo>
                  <a:cubicBezTo>
                    <a:pt x="177800" y="92075"/>
                    <a:pt x="333375" y="322263"/>
                    <a:pt x="307975" y="550863"/>
                  </a:cubicBezTo>
                  <a:cubicBezTo>
                    <a:pt x="282575" y="779463"/>
                    <a:pt x="63500" y="1200150"/>
                    <a:pt x="0" y="1371600"/>
                  </a:cubicBezTo>
                </a:path>
              </a:pathLst>
            </a:custGeom>
            <a:noFill/>
            <a:ln w="9525" cap="flat" cmpd="sng" algn="ctr">
              <a:solidFill>
                <a:srgbClr val="800000"/>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43" name="Freeform 57"/>
            <p:cNvSpPr>
              <a:extLst>
                <a:ext uri="smNativeData">
                  <pr:smNativeData xmlns:pr="smNativeData" xmlns="smNativeData" val="SMDATA_15_VcZhaRMAAAAlAAAACwAAAA0AAAAAAAAAAAAAAAAD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8w8AAC0jAAD1DwAAlSQAAAAAAAAmAAAACAAAAP//////////"/>
                </a:ext>
              </a:extLst>
            </p:cNvSpPr>
            <p:nvPr/>
          </p:nvSpPr>
          <p:spPr>
            <a:xfrm>
              <a:off x="2592705" y="5718175"/>
              <a:ext cx="1270" cy="228600"/>
            </a:xfrm>
            <a:custGeom>
              <a:avLst/>
              <a:gdLst/>
              <a:ahLst/>
              <a:cxnLst/>
              <a:rect l="0" t="0" r="1270" b="228600"/>
              <a:pathLst>
                <a:path w="1270" h="228600">
                  <a:moveTo>
                    <a:pt x="0" y="0"/>
                  </a:moveTo>
                  <a:cubicBezTo>
                    <a:pt x="0" y="0"/>
                    <a:pt x="0" y="114300"/>
                    <a:pt x="0" y="228600"/>
                  </a:cubicBezTo>
                </a:path>
              </a:pathLst>
            </a:custGeom>
            <a:noFill/>
            <a:ln w="9525" cap="flat" cmpd="sng" algn="ctr">
              <a:solidFill>
                <a:srgbClr val="800000"/>
              </a:solidFill>
              <a:prstDash val="solid"/>
              <a:headEnd type="none"/>
              <a:tailEnd type="triangle" w="med" len="med"/>
            </a:ln>
            <a:effectLst/>
          </p:spPr>
          <p:txBody>
            <a:bodyPr vert="horz" wrap="square" lIns="0" tIns="0" rIns="1905" bIns="3175" numCol="1" spcCol="215900" anchor="t"/>
            <a:lstStyle/>
            <a:p>
              <a:pPr/>
              <a:endParaRPr lang="en-us" cap="none"/>
            </a:p>
          </p:txBody>
        </p:sp>
      </p:grpSp>
      <p:grpSp>
        <p:nvGrpSpPr>
          <p:cNvPr id="48" name="Group 60"/>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GgfAABACwAAbiYAAHAmAAAQAAAAJgAAAAgAAAD/////AAAAAA=="/>
              </a:ext>
            </a:extLst>
          </p:cNvGrpSpPr>
          <p:nvPr/>
        </p:nvGrpSpPr>
        <p:grpSpPr>
          <a:xfrm>
            <a:off x="5105400" y="1828800"/>
            <a:ext cx="1141730" cy="4419600"/>
            <a:chOff x="5105400" y="1828800"/>
            <a:chExt cx="1141730" cy="4419600"/>
          </a:xfrm>
        </p:grpSpPr>
        <p:sp>
          <p:nvSpPr>
            <p:cNvPr id="53" name="Freeform 61"/>
            <p:cNvSpPr>
              <a:extLst>
                <a:ext uri="smNativeData">
                  <pr:smNativeData xmlns:pr="smNativeData" xmlns="smNativeData" val="SMDATA_15_VcZhaRMAAAAlAAAACwAAAA0AAAAAAAAAAAAAAAAEAAAAB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viEAAEALAABuJgAAcCYAAAAAAAAmAAAACAAAAP//////////"/>
                </a:ext>
              </a:extLst>
            </p:cNvSpPr>
            <p:nvPr/>
          </p:nvSpPr>
          <p:spPr>
            <a:xfrm>
              <a:off x="5485130" y="1828800"/>
              <a:ext cx="762000" cy="4419600"/>
            </a:xfrm>
            <a:custGeom>
              <a:avLst/>
              <a:gdLst/>
              <a:ahLst/>
              <a:cxnLst/>
              <a:rect l="0" t="0" r="762000" b="4419600"/>
              <a:pathLst>
                <a:path w="762000" h="4419600">
                  <a:moveTo>
                    <a:pt x="0" y="0"/>
                  </a:moveTo>
                  <a:cubicBezTo>
                    <a:pt x="381000" y="622300"/>
                    <a:pt x="762000" y="1244600"/>
                    <a:pt x="762000" y="1981200"/>
                  </a:cubicBezTo>
                  <a:cubicBezTo>
                    <a:pt x="762000" y="2717800"/>
                    <a:pt x="381000" y="3568700"/>
                    <a:pt x="0" y="4419600"/>
                  </a:cubicBezTo>
                </a:path>
              </a:pathLst>
            </a:custGeom>
            <a:noFill/>
            <a:ln w="9525" cap="flat" cmpd="sng" algn="ctr">
              <a:solidFill>
                <a:srgbClr val="800000"/>
              </a:solidFill>
              <a:prstDash val="solid"/>
              <a:headEnd type="none"/>
              <a:tailEnd type="triangle" w="med" len="med"/>
            </a:ln>
            <a:effectLst/>
          </p:spPr>
          <p:txBody>
            <a:bodyPr vert="horz" wrap="square" lIns="0" tIns="0" rIns="2540" bIns="3810" numCol="1" spcCol="215900" anchor="t"/>
            <a:lstStyle/>
            <a:p>
              <a:pPr/>
              <a:endParaRPr lang="en-us" cap="none"/>
            </a:p>
          </p:txBody>
        </p:sp>
        <p:sp>
          <p:nvSpPr>
            <p:cNvPr id="52" name="Freeform 62"/>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RiEAAOAQAAD+JAAAgCUAAAAAAAAmAAAACAAAAP//////////"/>
                </a:ext>
              </a:extLst>
            </p:cNvSpPr>
            <p:nvPr/>
          </p:nvSpPr>
          <p:spPr>
            <a:xfrm>
              <a:off x="5408930" y="2743200"/>
              <a:ext cx="604520" cy="3352800"/>
            </a:xfrm>
            <a:custGeom>
              <a:avLst/>
              <a:gdLst/>
              <a:ahLst/>
              <a:cxnLst/>
              <a:rect l="0" t="0" r="604520" b="3352800"/>
              <a:pathLst>
                <a:path w="604520" h="3352800">
                  <a:moveTo>
                    <a:pt x="76160" y="0"/>
                  </a:moveTo>
                  <a:cubicBezTo>
                    <a:pt x="161840" y="263525"/>
                    <a:pt x="604520" y="1023938"/>
                    <a:pt x="591827" y="1582738"/>
                  </a:cubicBezTo>
                  <a:cubicBezTo>
                    <a:pt x="579133" y="2141538"/>
                    <a:pt x="123760" y="2984500"/>
                    <a:pt x="0" y="3352800"/>
                  </a:cubicBezTo>
                </a:path>
              </a:pathLst>
            </a:custGeom>
            <a:noFill/>
            <a:ln w="9525" cap="flat" cmpd="sng" algn="ctr">
              <a:solidFill>
                <a:srgbClr val="800000"/>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51" name="Freeform 63"/>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ziAAAIAWAAB2IwAACCUAAAAAAAAmAAAACAAAAP//////////"/>
                </a:ext>
              </a:extLst>
            </p:cNvSpPr>
            <p:nvPr/>
          </p:nvSpPr>
          <p:spPr>
            <a:xfrm>
              <a:off x="5332730" y="3657600"/>
              <a:ext cx="431800" cy="2362200"/>
            </a:xfrm>
            <a:custGeom>
              <a:avLst/>
              <a:gdLst/>
              <a:ahLst/>
              <a:cxnLst/>
              <a:rect l="0" t="0" r="431800" b="2362200"/>
              <a:pathLst>
                <a:path w="431800" h="2362200">
                  <a:moveTo>
                    <a:pt x="152400" y="0"/>
                  </a:moveTo>
                  <a:cubicBezTo>
                    <a:pt x="195263" y="207963"/>
                    <a:pt x="431800" y="854075"/>
                    <a:pt x="406400" y="1247775"/>
                  </a:cubicBezTo>
                  <a:cubicBezTo>
                    <a:pt x="381000" y="1641475"/>
                    <a:pt x="84138" y="2130425"/>
                    <a:pt x="0" y="2362200"/>
                  </a:cubicBezTo>
                </a:path>
              </a:pathLst>
            </a:custGeom>
            <a:noFill/>
            <a:ln w="9525" cap="flat" cmpd="sng" algn="ctr">
              <a:solidFill>
                <a:srgbClr val="800000"/>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50" name="Freeform 64"/>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ViAAACAcAABjIgAAkCQAAAAAAAAmAAAACAAAAP//////////"/>
                </a:ext>
              </a:extLst>
            </p:cNvSpPr>
            <p:nvPr/>
          </p:nvSpPr>
          <p:spPr>
            <a:xfrm>
              <a:off x="5256530" y="4572000"/>
              <a:ext cx="333375" cy="1371600"/>
            </a:xfrm>
            <a:custGeom>
              <a:avLst/>
              <a:gdLst/>
              <a:ahLst/>
              <a:cxnLst/>
              <a:rect l="0" t="0" r="333375" b="1371600"/>
              <a:pathLst>
                <a:path w="333375" h="1371600">
                  <a:moveTo>
                    <a:pt x="152400" y="0"/>
                  </a:moveTo>
                  <a:cubicBezTo>
                    <a:pt x="177800" y="92075"/>
                    <a:pt x="333375" y="322263"/>
                    <a:pt x="307975" y="550863"/>
                  </a:cubicBezTo>
                  <a:cubicBezTo>
                    <a:pt x="282575" y="779463"/>
                    <a:pt x="63500" y="1200150"/>
                    <a:pt x="0" y="1371600"/>
                  </a:cubicBezTo>
                </a:path>
              </a:pathLst>
            </a:custGeom>
            <a:noFill/>
            <a:ln w="9525" cap="flat" cmpd="sng" algn="ctr">
              <a:solidFill>
                <a:srgbClr val="800000"/>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49" name="Freeform 65"/>
            <p:cNvSpPr>
              <a:extLst>
                <a:ext uri="smNativeData">
                  <pr:smNativeData xmlns:pr="smNativeData" xmlns="smNativeData" val="SMDATA_15_VcZhaRMAAAAlAAAACwAAAA0AAAAAAAAAAAAAAAAD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aB8AAC0jAABrHwAAlSQAAAAAAAAmAAAACAAAAP//////////"/>
                </a:ext>
              </a:extLst>
            </p:cNvSpPr>
            <p:nvPr/>
          </p:nvSpPr>
          <p:spPr>
            <a:xfrm>
              <a:off x="5105400" y="5718175"/>
              <a:ext cx="1905" cy="228600"/>
            </a:xfrm>
            <a:custGeom>
              <a:avLst/>
              <a:gdLst/>
              <a:ahLst/>
              <a:cxnLst/>
              <a:rect l="0" t="0" r="1905" b="228600"/>
              <a:pathLst>
                <a:path w="1905" h="228600">
                  <a:moveTo>
                    <a:pt x="0" y="0"/>
                  </a:moveTo>
                  <a:cubicBezTo>
                    <a:pt x="0" y="0"/>
                    <a:pt x="0" y="114300"/>
                    <a:pt x="0" y="228600"/>
                  </a:cubicBezTo>
                </a:path>
              </a:pathLst>
            </a:custGeom>
            <a:noFill/>
            <a:ln w="9525" cap="flat" cmpd="sng" algn="ctr">
              <a:solidFill>
                <a:srgbClr val="800000"/>
              </a:solidFill>
              <a:prstDash val="solid"/>
              <a:headEnd type="none"/>
              <a:tailEnd type="triangle" w="med" len="med"/>
            </a:ln>
            <a:effectLst/>
          </p:spPr>
          <p:txBody>
            <a:bodyPr vert="horz" wrap="square" lIns="0" tIns="0" rIns="1905" bIns="3175" numCol="1" spcCol="215900" anchor="t"/>
            <a:lstStyle/>
            <a:p>
              <a:pPr/>
              <a:endParaRPr lang="en-us" cap="none"/>
            </a:p>
          </p:txBody>
        </p:sp>
      </p:grpSp>
      <p:grpSp>
        <p:nvGrpSpPr>
          <p:cNvPr id="54" name="Group 66"/>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OAuAABACwAA5jUAAHAmAAAQAAAAJgAAAAgAAAD/////AAAAAA=="/>
              </a:ext>
            </a:extLst>
          </p:cNvGrpSpPr>
          <p:nvPr/>
        </p:nvGrpSpPr>
        <p:grpSpPr>
          <a:xfrm>
            <a:off x="7620000" y="1828800"/>
            <a:ext cx="1141730" cy="4419600"/>
            <a:chOff x="7620000" y="1828800"/>
            <a:chExt cx="1141730" cy="4419600"/>
          </a:xfrm>
        </p:grpSpPr>
        <p:sp>
          <p:nvSpPr>
            <p:cNvPr id="59" name="Freeform 67"/>
            <p:cNvSpPr>
              <a:extLst>
                <a:ext uri="smNativeData">
                  <pr:smNativeData xmlns:pr="smNativeData" xmlns="smNativeData" val="SMDATA_15_VcZhaRMAAAAlAAAACwAAAA0AAAAAAAAAAAAAAAAEAAAAB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NjEAAEALAADmNQAAcCYAAAAAAAAmAAAACAAAAP//////////"/>
                </a:ext>
              </a:extLst>
            </p:cNvSpPr>
            <p:nvPr/>
          </p:nvSpPr>
          <p:spPr>
            <a:xfrm>
              <a:off x="7999730" y="1828800"/>
              <a:ext cx="762000" cy="4419600"/>
            </a:xfrm>
            <a:custGeom>
              <a:avLst/>
              <a:gdLst/>
              <a:ahLst/>
              <a:cxnLst/>
              <a:rect l="0" t="0" r="762000" b="4419600"/>
              <a:pathLst>
                <a:path w="762000" h="4419600">
                  <a:moveTo>
                    <a:pt x="0" y="0"/>
                  </a:moveTo>
                  <a:cubicBezTo>
                    <a:pt x="381000" y="622300"/>
                    <a:pt x="762000" y="1244600"/>
                    <a:pt x="762000" y="1981200"/>
                  </a:cubicBezTo>
                  <a:cubicBezTo>
                    <a:pt x="762000" y="2717800"/>
                    <a:pt x="381000" y="3568700"/>
                    <a:pt x="0" y="4419600"/>
                  </a:cubicBezTo>
                </a:path>
              </a:pathLst>
            </a:custGeom>
            <a:noFill/>
            <a:ln w="9525" cap="flat" cmpd="sng" algn="ctr">
              <a:solidFill>
                <a:srgbClr val="800000"/>
              </a:solidFill>
              <a:prstDash val="solid"/>
              <a:headEnd type="none"/>
              <a:tailEnd type="triangle" w="med" len="med"/>
            </a:ln>
            <a:effectLst/>
          </p:spPr>
          <p:txBody>
            <a:bodyPr vert="horz" wrap="square" lIns="0" tIns="0" rIns="2540" bIns="3810" numCol="1" spcCol="215900" anchor="t"/>
            <a:lstStyle/>
            <a:p>
              <a:pPr/>
              <a:endParaRPr lang="en-us" cap="none"/>
            </a:p>
          </p:txBody>
        </p:sp>
        <p:sp>
          <p:nvSpPr>
            <p:cNvPr id="58" name="Freeform 68"/>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vjAAAOAQAAB2NAAAgCUAAAAAAAAmAAAACAAAAP//////////"/>
                </a:ext>
              </a:extLst>
            </p:cNvSpPr>
            <p:nvPr/>
          </p:nvSpPr>
          <p:spPr>
            <a:xfrm>
              <a:off x="7923530" y="2743200"/>
              <a:ext cx="604520" cy="3352800"/>
            </a:xfrm>
            <a:custGeom>
              <a:avLst/>
              <a:gdLst/>
              <a:ahLst/>
              <a:cxnLst/>
              <a:rect l="0" t="0" r="604520" b="3352800"/>
              <a:pathLst>
                <a:path w="604520" h="3352800">
                  <a:moveTo>
                    <a:pt x="76160" y="0"/>
                  </a:moveTo>
                  <a:cubicBezTo>
                    <a:pt x="161840" y="263525"/>
                    <a:pt x="604520" y="1023938"/>
                    <a:pt x="591827" y="1582738"/>
                  </a:cubicBezTo>
                  <a:cubicBezTo>
                    <a:pt x="579133" y="2141538"/>
                    <a:pt x="123760" y="2984500"/>
                    <a:pt x="0" y="3352800"/>
                  </a:cubicBezTo>
                </a:path>
              </a:pathLst>
            </a:custGeom>
            <a:noFill/>
            <a:ln w="9525" cap="flat" cmpd="sng" algn="ctr">
              <a:solidFill>
                <a:srgbClr val="800000"/>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57" name="Freeform 69"/>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RjAAAIAWAADuMgAACCUAAAAAAAAmAAAACAAAAP//////////"/>
                </a:ext>
              </a:extLst>
            </p:cNvSpPr>
            <p:nvPr/>
          </p:nvSpPr>
          <p:spPr>
            <a:xfrm>
              <a:off x="7847330" y="3657600"/>
              <a:ext cx="431800" cy="2362200"/>
            </a:xfrm>
            <a:custGeom>
              <a:avLst/>
              <a:gdLst/>
              <a:ahLst/>
              <a:cxnLst/>
              <a:rect l="0" t="0" r="431800" b="2362200"/>
              <a:pathLst>
                <a:path w="431800" h="2362200">
                  <a:moveTo>
                    <a:pt x="152400" y="0"/>
                  </a:moveTo>
                  <a:cubicBezTo>
                    <a:pt x="195263" y="207963"/>
                    <a:pt x="431800" y="854075"/>
                    <a:pt x="406400" y="1247775"/>
                  </a:cubicBezTo>
                  <a:cubicBezTo>
                    <a:pt x="381000" y="1641475"/>
                    <a:pt x="84138" y="2130425"/>
                    <a:pt x="0" y="2362200"/>
                  </a:cubicBezTo>
                </a:path>
              </a:pathLst>
            </a:custGeom>
            <a:noFill/>
            <a:ln w="9525" cap="flat" cmpd="sng" algn="ctr">
              <a:solidFill>
                <a:srgbClr val="800000"/>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56" name="Freeform 70"/>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zi8AACAcAADbMQAAkCQAAAAAAAAmAAAACAAAAP//////////"/>
                </a:ext>
              </a:extLst>
            </p:cNvSpPr>
            <p:nvPr/>
          </p:nvSpPr>
          <p:spPr>
            <a:xfrm>
              <a:off x="7771130" y="4572000"/>
              <a:ext cx="333375" cy="1371600"/>
            </a:xfrm>
            <a:custGeom>
              <a:avLst/>
              <a:gdLst/>
              <a:ahLst/>
              <a:cxnLst/>
              <a:rect l="0" t="0" r="333375" b="1371600"/>
              <a:pathLst>
                <a:path w="333375" h="1371600">
                  <a:moveTo>
                    <a:pt x="152400" y="0"/>
                  </a:moveTo>
                  <a:cubicBezTo>
                    <a:pt x="177800" y="92075"/>
                    <a:pt x="333375" y="322263"/>
                    <a:pt x="307975" y="550863"/>
                  </a:cubicBezTo>
                  <a:cubicBezTo>
                    <a:pt x="282575" y="779463"/>
                    <a:pt x="63500" y="1200150"/>
                    <a:pt x="0" y="1371600"/>
                  </a:cubicBezTo>
                </a:path>
              </a:pathLst>
            </a:custGeom>
            <a:noFill/>
            <a:ln w="9525" cap="flat" cmpd="sng" algn="ctr">
              <a:solidFill>
                <a:srgbClr val="800000"/>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55" name="Freeform 71"/>
            <p:cNvSpPr>
              <a:extLst>
                <a:ext uri="smNativeData">
                  <pr:smNativeData xmlns:pr="smNativeData" xmlns="smNativeData" val="SMDATA_15_VcZhaRMAAAAlAAAACwAAAA0AAAAAAAAAAAAAAAAD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IA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IAAAAB/f38AH0l9A8zMzADAwP8Af39/AAAAAAAAAAAAAAAAAAAAAAAAAAAAIQAAABgAAAAUAAAA4C4AAC0jAADjLgAAlSQAAAAAAAAmAAAACAAAAP//////////"/>
                </a:ext>
              </a:extLst>
            </p:cNvSpPr>
            <p:nvPr/>
          </p:nvSpPr>
          <p:spPr>
            <a:xfrm>
              <a:off x="7620000" y="5718175"/>
              <a:ext cx="1905" cy="228600"/>
            </a:xfrm>
            <a:custGeom>
              <a:avLst/>
              <a:gdLst/>
              <a:ahLst/>
              <a:cxnLst/>
              <a:rect l="0" t="0" r="1905" b="228600"/>
              <a:pathLst>
                <a:path w="1905" h="228600">
                  <a:moveTo>
                    <a:pt x="0" y="0"/>
                  </a:moveTo>
                  <a:cubicBezTo>
                    <a:pt x="0" y="0"/>
                    <a:pt x="0" y="114300"/>
                    <a:pt x="0" y="228600"/>
                  </a:cubicBezTo>
                </a:path>
              </a:pathLst>
            </a:custGeom>
            <a:noFill/>
            <a:ln w="9525" cap="flat" cmpd="sng" algn="ctr">
              <a:solidFill>
                <a:srgbClr val="800000"/>
              </a:solidFill>
              <a:prstDash val="solid"/>
              <a:headEnd type="none"/>
              <a:tailEnd type="triangle" w="med" len="med"/>
            </a:ln>
            <a:effectLst/>
          </p:spPr>
          <p:txBody>
            <a:bodyPr vert="horz" wrap="square" lIns="0" tIns="0" rIns="1905" bIns="3175" numCol="1" spcCol="215900" anchor="t"/>
            <a:lstStyle/>
            <a:p>
              <a:pPr/>
              <a:endParaRPr lang="en-us" cap="none"/>
            </a:p>
          </p:txBody>
        </p:sp>
      </p:grpSp>
      <p:grpSp>
        <p:nvGrpSpPr>
          <p:cNvPr id="60" name="Group 96"/>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EghAAC4CwAAmCsAAHAmAAAQAAAAJgAAAAgAAAD/////AAAAAA=="/>
              </a:ext>
            </a:extLst>
          </p:cNvGrpSpPr>
          <p:nvPr/>
        </p:nvGrpSpPr>
        <p:grpSpPr>
          <a:xfrm>
            <a:off x="5410200" y="1905000"/>
            <a:ext cx="1676400" cy="4343400"/>
            <a:chOff x="5410200" y="1905000"/>
            <a:chExt cx="1676400" cy="4343400"/>
          </a:xfrm>
        </p:grpSpPr>
        <p:sp>
          <p:nvSpPr>
            <p:cNvPr id="65" name="Line 72"/>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yEAADgiAACTKwAAcCYAAAAAAAAmAAAACAAAAP//////////"/>
                </a:ext>
              </a:extLst>
            </p:cNvSpPr>
            <p:nvPr/>
          </p:nvSpPr>
          <p:spPr>
            <a:xfrm flipV="1">
              <a:off x="5483225" y="5562600"/>
              <a:ext cx="1600200" cy="6858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sp>
          <p:nvSpPr>
            <p:cNvPr id="64" name="Line 74"/>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CEAAOAQAACYKwAAGBUAAAAAAAAmAAAACAAAAP//////////"/>
                </a:ext>
              </a:extLst>
            </p:cNvSpPr>
            <p:nvPr/>
          </p:nvSpPr>
          <p:spPr>
            <a:xfrm flipV="1">
              <a:off x="5486400" y="2743200"/>
              <a:ext cx="1600200" cy="6858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sp>
          <p:nvSpPr>
            <p:cNvPr id="63" name="Line 75"/>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CEAAPgWAAAgKwAAMBsAAAAAAAAmAAAACAAAAP//////////"/>
                </a:ext>
              </a:extLst>
            </p:cNvSpPr>
            <p:nvPr/>
          </p:nvSpPr>
          <p:spPr>
            <a:xfrm flipV="1">
              <a:off x="5410200" y="3733800"/>
              <a:ext cx="1600200" cy="6858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sp>
          <p:nvSpPr>
            <p:cNvPr id="62" name="Line 76"/>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CEAAJgcAACYKwAA0CAAAAAAAAAmAAAACAAAAP//////////"/>
                </a:ext>
              </a:extLst>
            </p:cNvSpPr>
            <p:nvPr/>
          </p:nvSpPr>
          <p:spPr>
            <a:xfrm flipV="1">
              <a:off x="5486400" y="4648200"/>
              <a:ext cx="1600200" cy="6858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sp>
          <p:nvSpPr>
            <p:cNvPr id="61" name="Line 78"/>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CEAALgLAACYKwAA8A8AAAAAAAAmAAAACAAAAP//////////"/>
                </a:ext>
              </a:extLst>
            </p:cNvSpPr>
            <p:nvPr/>
          </p:nvSpPr>
          <p:spPr>
            <a:xfrm flipV="1">
              <a:off x="5486400" y="1905000"/>
              <a:ext cx="1600200" cy="6858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grpSp>
      <p:grpSp>
        <p:nvGrpSpPr>
          <p:cNvPr id="66" name="Group 85"/>
          <p:cNvGrpSpPr>
            <a:extLst>
              <a:ext uri="smNativeData">
                <pr:smNativeData xmlns:pr="smNativeData" xmlns="smNativeData" val="SMDATA_6_VcZhaRMAAAAlAAAAAQAAAA8BAAAAkAAAAEgAAACQAAAASAAAAAAAAAAAAAAAAAAAABcAAAAUAAAAAAAAAAAAAAD/fwAA/38AAAAAAAAJAAAABAAAANcFAAAfAAAAVAAAAAAAAAAAAAAAAAAAAAAAAAAAAAAAAAAAAAAAAAAAAAAAAAAAAAAAAAAAAAAAAAAAAAAAAAAAAAAAAAAAAAAAAAAAAAAAAAAAAAAAAAAAAAAAAAAAACEAAAAYAAAAFAAAAFgRAADICgAAqBsAAIAlAAAQAAAAJgAAAAgAAAD/////AAAAAA=="/>
              </a:ext>
            </a:extLst>
          </p:cNvGrpSpPr>
          <p:nvPr/>
        </p:nvGrpSpPr>
        <p:grpSpPr>
          <a:xfrm>
            <a:off x="2819400" y="1752600"/>
            <a:ext cx="1676400" cy="4343400"/>
            <a:chOff x="2819400" y="1752600"/>
            <a:chExt cx="1676400" cy="4343400"/>
          </a:xfrm>
        </p:grpSpPr>
        <p:sp>
          <p:nvSpPr>
            <p:cNvPr id="71" name="Line 86"/>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P8AAAAPAAAAAQAAACMAAAAjAAAAIwAAAB4AAAAC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yxEAAEghAACjGwAAgCUAAAAAAAAmAAAACAAAAP//////////"/>
                </a:ext>
              </a:extLst>
            </p:cNvSpPr>
            <p:nvPr/>
          </p:nvSpPr>
          <p:spPr>
            <a:xfrm flipV="1">
              <a:off x="2892425" y="5410200"/>
              <a:ext cx="1600200" cy="685800"/>
            </a:xfrm>
            <a:prstGeom prst="line">
              <a:avLst/>
            </a:prstGeom>
            <a:noFill/>
            <a:ln w="9525" cap="flat" cmpd="sng" algn="ctr">
              <a:solidFill>
                <a:srgbClr val="FF0000"/>
              </a:solidFill>
              <a:prstDash val="solid"/>
              <a:headEnd type="triangle" w="med" len="med"/>
              <a:tailEnd type="none"/>
            </a:ln>
            <a:effectLst/>
          </p:spPr>
          <p:txBody>
            <a:bodyPr rot="10800000" vert="horz" wrap="square" lIns="91440" tIns="45720" rIns="91440" bIns="45720" numCol="1" spcCol="215900" anchor="t"/>
            <a:lstStyle/>
            <a:p>
              <a:pPr/>
              <a:endParaRPr lang="en-us" cap="none"/>
            </a:p>
          </p:txBody>
        </p:sp>
        <p:sp>
          <p:nvSpPr>
            <p:cNvPr id="70" name="Line 87"/>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P8AAAAPAAAAAQAAACMAAAAjAAAAIwAAAB4AAAAC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LN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0BEAAOAQAACoGwAAGBUAAAAAAAAmAAAACAAAAP//////////"/>
                </a:ext>
              </a:extLst>
            </p:cNvSpPr>
            <p:nvPr/>
          </p:nvSpPr>
          <p:spPr>
            <a:xfrm flipV="1">
              <a:off x="2895600" y="2743200"/>
              <a:ext cx="1600200" cy="685800"/>
            </a:xfrm>
            <a:prstGeom prst="line">
              <a:avLst/>
            </a:prstGeom>
            <a:noFill/>
            <a:ln w="9525" cap="flat" cmpd="sng" algn="ctr">
              <a:solidFill>
                <a:srgbClr val="FF0000"/>
              </a:solidFill>
              <a:prstDash val="solid"/>
              <a:headEnd type="triangle" w="med" len="med"/>
              <a:tailEnd type="none"/>
            </a:ln>
            <a:effectLst/>
          </p:spPr>
          <p:txBody>
            <a:bodyPr rot="10800000" vert="horz" wrap="square" lIns="91440" tIns="45720" rIns="91440" bIns="45720" numCol="1" spcCol="215900" anchor="t"/>
            <a:lstStyle/>
            <a:p>
              <a:pPr/>
              <a:endParaRPr lang="en-us" cap="none"/>
            </a:p>
          </p:txBody>
        </p:sp>
        <p:sp>
          <p:nvSpPr>
            <p:cNvPr id="69" name="Line 88"/>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P8AAAAPAAAAAQAAACMAAAAjAAAAIwAAAB4AAAAC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s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WBEAAAgWAAAwGwAAQBoAAAAAAAAmAAAACAAAAP//////////"/>
                </a:ext>
              </a:extLst>
            </p:cNvSpPr>
            <p:nvPr/>
          </p:nvSpPr>
          <p:spPr>
            <a:xfrm flipV="1">
              <a:off x="2819400" y="3581400"/>
              <a:ext cx="1600200" cy="685800"/>
            </a:xfrm>
            <a:prstGeom prst="line">
              <a:avLst/>
            </a:prstGeom>
            <a:noFill/>
            <a:ln w="9525" cap="flat" cmpd="sng" algn="ctr">
              <a:solidFill>
                <a:srgbClr val="FF0000"/>
              </a:solidFill>
              <a:prstDash val="solid"/>
              <a:headEnd type="triangle" w="med" len="med"/>
              <a:tailEnd type="none"/>
            </a:ln>
            <a:effectLst/>
          </p:spPr>
          <p:txBody>
            <a:bodyPr rot="10800000" vert="horz" wrap="square" lIns="91440" tIns="45720" rIns="91440" bIns="45720" numCol="1" spcCol="215900" anchor="t"/>
            <a:lstStyle/>
            <a:p>
              <a:pPr/>
              <a:endParaRPr lang="en-us" cap="none"/>
            </a:p>
          </p:txBody>
        </p:sp>
        <p:sp>
          <p:nvSpPr>
            <p:cNvPr id="68" name="Line 89"/>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P8AAAAPAAAAAQAAACMAAAAjAAAAIwAAAB4AAAAC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8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0BEAAKgbAACoGwAA4B8AAAAAAAAmAAAACAAAAP//////////"/>
                </a:ext>
              </a:extLst>
            </p:cNvSpPr>
            <p:nvPr/>
          </p:nvSpPr>
          <p:spPr>
            <a:xfrm flipV="1">
              <a:off x="2895600" y="4495800"/>
              <a:ext cx="1600200" cy="685800"/>
            </a:xfrm>
            <a:prstGeom prst="line">
              <a:avLst/>
            </a:prstGeom>
            <a:noFill/>
            <a:ln w="9525" cap="flat" cmpd="sng" algn="ctr">
              <a:solidFill>
                <a:srgbClr val="FF0000"/>
              </a:solidFill>
              <a:prstDash val="solid"/>
              <a:headEnd type="triangle" w="med" len="med"/>
              <a:tailEnd type="none"/>
            </a:ln>
            <a:effectLst/>
          </p:spPr>
          <p:txBody>
            <a:bodyPr rot="10800000" vert="horz" wrap="square" lIns="91440" tIns="45720" rIns="91440" bIns="45720" numCol="1" spcCol="215900" anchor="t"/>
            <a:lstStyle/>
            <a:p>
              <a:pPr/>
              <a:endParaRPr lang="en-us" cap="none"/>
            </a:p>
          </p:txBody>
        </p:sp>
        <p:sp>
          <p:nvSpPr>
            <p:cNvPr id="67" name="Line 90"/>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P8AAAAPAAAAAQAAACMAAAAjAAAAIwAAAB4AAAAC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L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0BEAAMgKAACoGwAAAA8AAAAAAAAmAAAACAAAAP//////////"/>
                </a:ext>
              </a:extLst>
            </p:cNvSpPr>
            <p:nvPr/>
          </p:nvSpPr>
          <p:spPr>
            <a:xfrm flipV="1">
              <a:off x="2895600" y="1752600"/>
              <a:ext cx="1600200" cy="685800"/>
            </a:xfrm>
            <a:prstGeom prst="line">
              <a:avLst/>
            </a:prstGeom>
            <a:noFill/>
            <a:ln w="9525" cap="flat" cmpd="sng" algn="ctr">
              <a:solidFill>
                <a:srgbClr val="FF0000"/>
              </a:solidFill>
              <a:prstDash val="solid"/>
              <a:headEnd type="triangle" w="med" len="med"/>
              <a:tailEnd type="none"/>
            </a:ln>
            <a:effectLst/>
          </p:spPr>
          <p:txBody>
            <a:bodyPr rot="10800000" vert="horz" wrap="square" lIns="91440" tIns="45720" rIns="91440" bIns="45720" numCol="1" spcCol="215900" anchor="t"/>
            <a:lstStyle/>
            <a:p>
              <a:pPr/>
              <a:endParaRPr lang="en-us" cap="none"/>
            </a:p>
          </p:txBody>
        </p:sp>
      </p:grpSp>
      <p:sp>
        <p:nvSpPr>
          <p:cNvPr id="72" name="Line 91"/>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0BEAAHAmAADQEQAAcCYAABAAAAAmAAAACAAAAP//////////"/>
              </a:ext>
            </a:extLst>
          </p:cNvSpPr>
          <p:nvPr/>
        </p:nvSpPr>
        <p:spPr>
          <a:xfrm>
            <a:off x="2895600" y="6248400"/>
            <a:ext cx="0" cy="0"/>
          </a:xfrm>
          <a:prstGeom prst="line">
            <a:avLst/>
          </a:prstGeom>
          <a:noFill/>
          <a:ln w="9525" cap="flat" cmpd="sng" algn="ctr">
            <a:solidFill>
              <a:schemeClr val="tx1"/>
            </a:solidFill>
            <a:prstDash val="solid"/>
            <a:headEnd type="none"/>
            <a:tailEnd type="triangle" w="med" len="med"/>
          </a:ln>
          <a:effectLst/>
        </p:spPr>
        <p:txBody>
          <a:bodyPr vert="horz" wrap="square" lIns="91440" tIns="45720" rIns="91440" bIns="45720" numCol="1" spcCol="215900" anchor="t"/>
          <a:lstStyle/>
          <a:p>
            <a:pPr/>
            <a:endParaRPr lang="en-us" cap="none"/>
          </a:p>
        </p:txBody>
      </p:sp>
      <p:grpSp>
        <p:nvGrpSpPr>
          <p:cNvPr id="73" name="Group 97"/>
          <p:cNvGrpSpPr>
            <a:extLst>
              <a:ext uri="smNativeData">
                <pr:smNativeData xmlns:pr="smNativeData" xmlns="smNativeData" val="SMDATA_6_VcZhaRMAAAAlAAAAAQAAAA8BAAAAkAAAAEgAAACQAAAASAAAAAAAAAAAAAAAAAAAABcAAAAUAAAAAAAAAAAAAAD/fwAA/38AAAAAAAAJAAAABAAAAD8LAQsfAAAAVAAAAAAAAAAAAAAAAAAAAAAAAAAAAAAAAAAAAAAAAAAAAAAAAAAAAAAAAAAAAAAAAAAAAAAAAAAAAAAAAAAAAAAAAAAAAAAAAAAAAAAAAAAAAAAAAAAAACEAAAAYAAAAFAAAANARAACoDAAAECwAAGAnAAAQAAAAJgAAAAgAAAD/////AAAAAA=="/>
              </a:ext>
            </a:extLst>
          </p:cNvGrpSpPr>
          <p:nvPr/>
        </p:nvGrpSpPr>
        <p:grpSpPr>
          <a:xfrm>
            <a:off x="2895600" y="2057400"/>
            <a:ext cx="4267200" cy="4343400"/>
            <a:chOff x="2895600" y="2057400"/>
            <a:chExt cx="4267200" cy="4343400"/>
          </a:xfrm>
        </p:grpSpPr>
        <p:sp>
          <p:nvSpPr>
            <p:cNvPr id="77" name="Line 92"/>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BIAAIgdAAAQLAAAYCcAAAAAAAAmAAAACAAAAP//////////"/>
                </a:ext>
              </a:extLst>
            </p:cNvSpPr>
            <p:nvPr/>
          </p:nvSpPr>
          <p:spPr>
            <a:xfrm flipV="1">
              <a:off x="2971800" y="4800600"/>
              <a:ext cx="4191000" cy="16002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sp>
          <p:nvSpPr>
            <p:cNvPr id="76" name="Line 93"/>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Al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0BEAAOgXAACYKwAAwCEAAAAAAAAmAAAACAAAAP//////////"/>
                </a:ext>
              </a:extLst>
            </p:cNvSpPr>
            <p:nvPr/>
          </p:nvSpPr>
          <p:spPr>
            <a:xfrm flipV="1">
              <a:off x="2895600" y="3886200"/>
              <a:ext cx="4191000" cy="16002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sp>
          <p:nvSpPr>
            <p:cNvPr id="75" name="Line 94"/>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cD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0BEAANARAACYKwAAqBsAAAAAAAAmAAAACAAAAP//////////"/>
                </a:ext>
              </a:extLst>
            </p:cNvSpPr>
            <p:nvPr/>
          </p:nvSpPr>
          <p:spPr>
            <a:xfrm flipV="1">
              <a:off x="2895600" y="2895600"/>
              <a:ext cx="4191000" cy="16002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sp>
          <p:nvSpPr>
            <p:cNvPr id="74" name="Line 95"/>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0BEAAKgMAACYKwAAgBYAAAAAAAAmAAAACAAAAP//////////"/>
                </a:ext>
              </a:extLst>
            </p:cNvSpPr>
            <p:nvPr/>
          </p:nvSpPr>
          <p:spPr>
            <a:xfrm flipV="1">
              <a:off x="2895600" y="2057400"/>
              <a:ext cx="4191000" cy="16002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grpSp>
      <p:sp>
        <p:nvSpPr>
          <p:cNvPr id="78" name="Line 102"/>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P8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ICsAAMAhAAAgKwAAwCEAABAAAAAmAAAACAAAAP//////////"/>
              </a:ext>
            </a:extLst>
          </p:cNvSpPr>
          <p:nvPr/>
        </p:nvSpPr>
        <p:spPr>
          <a:xfrm>
            <a:off x="7010400" y="5486400"/>
            <a:ext cx="0" cy="0"/>
          </a:xfrm>
          <a:prstGeom prst="line">
            <a:avLst/>
          </a:prstGeom>
          <a:noFill/>
          <a:ln w="9525" cap="flat" cmpd="sng" algn="ctr">
            <a:solidFill>
              <a:srgbClr val="FF0000"/>
            </a:solidFill>
            <a:prstDash val="solid"/>
            <a:headEnd type="none"/>
            <a:tailEnd type="triangle" w="med" len="med"/>
          </a:ln>
          <a:effectLst/>
        </p:spPr>
        <p:txBody>
          <a:bodyPr vert="horz" wrap="square" lIns="91440" tIns="45720" rIns="91440" bIns="45720" numCol="1" spcCol="215900" anchor="t"/>
          <a:lstStyle/>
          <a:p>
            <a:pPr/>
            <a:endParaRPr lang="en-us" cap="none"/>
          </a:p>
        </p:txBody>
      </p:sp>
      <p:grpSp>
        <p:nvGrpSpPr>
          <p:cNvPr id="79" name="Group 104"/>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NARAAC7CwAAIysAAPglAAAQAAAAJgAAAAgAAAD/////AAAAAA=="/>
              </a:ext>
            </a:extLst>
          </p:cNvGrpSpPr>
          <p:nvPr/>
        </p:nvGrpSpPr>
        <p:grpSpPr>
          <a:xfrm>
            <a:off x="2895600" y="1906905"/>
            <a:ext cx="4116705" cy="4265295"/>
            <a:chOff x="2895600" y="1906905"/>
            <a:chExt cx="4116705" cy="4265295"/>
          </a:xfrm>
        </p:grpSpPr>
        <p:sp>
          <p:nvSpPr>
            <p:cNvPr id="84" name="Line 98"/>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P8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RhIAALsLAAAgKwAAkxUAAAAAAAAmAAAACAAAAP//////////"/>
                </a:ext>
              </a:extLst>
            </p:cNvSpPr>
            <p:nvPr/>
          </p:nvSpPr>
          <p:spPr>
            <a:xfrm flipH="1">
              <a:off x="2970530" y="1906905"/>
              <a:ext cx="4039870" cy="1600200"/>
            </a:xfrm>
            <a:prstGeom prst="line">
              <a:avLst/>
            </a:prstGeom>
            <a:noFill/>
            <a:ln w="9525" cap="flat" cmpd="sng" algn="ctr">
              <a:solidFill>
                <a:srgbClr val="FF0000"/>
              </a:solidFill>
              <a:prstDash val="solid"/>
              <a:headEnd type="none"/>
              <a:tailEnd type="triangle" w="med" len="med"/>
            </a:ln>
            <a:effectLst/>
          </p:spPr>
          <p:txBody>
            <a:bodyPr vert="horz" wrap="square" lIns="91440" tIns="45720" rIns="91440" bIns="45720" numCol="1" spcCol="215900" anchor="t"/>
            <a:lstStyle/>
            <a:p>
              <a:pPr/>
              <a:endParaRPr lang="en-us" cap="none"/>
            </a:p>
          </p:txBody>
        </p:sp>
        <p:sp>
          <p:nvSpPr>
            <p:cNvPr id="83" name="Line 99"/>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P8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0BEAAOAQAACrKgAAuBoAAAAAAAAmAAAACAAAAP//////////"/>
                </a:ext>
              </a:extLst>
            </p:cNvSpPr>
            <p:nvPr/>
          </p:nvSpPr>
          <p:spPr>
            <a:xfrm flipH="1">
              <a:off x="2895600" y="2743200"/>
              <a:ext cx="4040505" cy="1600200"/>
            </a:xfrm>
            <a:prstGeom prst="line">
              <a:avLst/>
            </a:prstGeom>
            <a:noFill/>
            <a:ln w="9525" cap="flat" cmpd="sng" algn="ctr">
              <a:solidFill>
                <a:srgbClr val="FF0000"/>
              </a:solidFill>
              <a:prstDash val="solid"/>
              <a:headEnd type="none"/>
              <a:tailEnd type="triangle" w="med" len="med"/>
            </a:ln>
            <a:effectLst/>
          </p:spPr>
          <p:txBody>
            <a:bodyPr vert="horz" wrap="square" lIns="91440" tIns="45720" rIns="91440" bIns="45720" numCol="1" spcCol="215900" anchor="t"/>
            <a:lstStyle/>
            <a:p>
              <a:pPr/>
              <a:endParaRPr lang="en-us" cap="none"/>
            </a:p>
          </p:txBody>
        </p:sp>
        <p:sp>
          <p:nvSpPr>
            <p:cNvPr id="82" name="Line 100"/>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P8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RhIAAIAWAAAgKwAAWCAAAAAAAAAmAAAACAAAAP//////////"/>
                </a:ext>
              </a:extLst>
            </p:cNvSpPr>
            <p:nvPr/>
          </p:nvSpPr>
          <p:spPr>
            <a:xfrm flipH="1">
              <a:off x="2970530" y="3657600"/>
              <a:ext cx="4039870" cy="1600200"/>
            </a:xfrm>
            <a:prstGeom prst="line">
              <a:avLst/>
            </a:prstGeom>
            <a:noFill/>
            <a:ln w="9525" cap="flat" cmpd="sng" algn="ctr">
              <a:solidFill>
                <a:srgbClr val="FF0000"/>
              </a:solidFill>
              <a:prstDash val="solid"/>
              <a:headEnd type="none"/>
              <a:tailEnd type="triangle" w="med" len="med"/>
            </a:ln>
            <a:effectLst/>
          </p:spPr>
          <p:txBody>
            <a:bodyPr vert="horz" wrap="square" lIns="91440" tIns="45720" rIns="91440" bIns="45720" numCol="1" spcCol="215900" anchor="t"/>
            <a:lstStyle/>
            <a:p>
              <a:pPr/>
              <a:endParaRPr lang="en-us" cap="none"/>
            </a:p>
          </p:txBody>
        </p:sp>
        <p:sp>
          <p:nvSpPr>
            <p:cNvPr id="81" name="Line 101"/>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P8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SBIAACAcAAAjKwAA+CUAAAAAAAAmAAAACAAAAP//////////"/>
                </a:ext>
              </a:extLst>
            </p:cNvSpPr>
            <p:nvPr/>
          </p:nvSpPr>
          <p:spPr>
            <a:xfrm flipH="1">
              <a:off x="2971800" y="4572000"/>
              <a:ext cx="4040505" cy="1600200"/>
            </a:xfrm>
            <a:prstGeom prst="line">
              <a:avLst/>
            </a:prstGeom>
            <a:noFill/>
            <a:ln w="9525" cap="flat" cmpd="sng" algn="ctr">
              <a:solidFill>
                <a:srgbClr val="FF0000"/>
              </a:solidFill>
              <a:prstDash val="solid"/>
              <a:headEnd type="none"/>
              <a:tailEnd type="triangle" w="med" len="med"/>
            </a:ln>
            <a:effectLst/>
          </p:spPr>
          <p:txBody>
            <a:bodyPr vert="horz" wrap="square" lIns="91440" tIns="45720" rIns="91440" bIns="45720" numCol="1" spcCol="215900" anchor="t"/>
            <a:lstStyle/>
            <a:p>
              <a:pPr/>
              <a:endParaRPr lang="en-us" cap="none"/>
            </a:p>
          </p:txBody>
        </p:sp>
        <p:sp>
          <p:nvSpPr>
            <p:cNvPr id="80" name="Line 103"/>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P8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SCEAAEghAAAgKwAAgCUAAAAAAAAmAAAACAAAAP//////////"/>
                </a:ext>
              </a:extLst>
            </p:cNvSpPr>
            <p:nvPr/>
          </p:nvSpPr>
          <p:spPr>
            <a:xfrm flipH="1">
              <a:off x="5410200" y="5410200"/>
              <a:ext cx="1600200" cy="685800"/>
            </a:xfrm>
            <a:prstGeom prst="line">
              <a:avLst/>
            </a:prstGeom>
            <a:noFill/>
            <a:ln w="9525" cap="flat" cmpd="sng" algn="ctr">
              <a:solidFill>
                <a:srgbClr val="FF0000"/>
              </a:solidFill>
              <a:prstDash val="solid"/>
              <a:headEnd type="none"/>
              <a:tailEnd type="triangle" w="med" len="med"/>
            </a:ln>
            <a:effectLst/>
          </p:spPr>
          <p:txBody>
            <a:bodyPr vert="horz" wrap="square" lIns="91440" tIns="45720" rIns="91440" bIns="45720" numCol="1" spcCol="215900" anchor="t"/>
            <a:lstStyle/>
            <a:p>
              <a:pPr/>
              <a:endParaRPr lang="en-us" cap="none"/>
            </a:p>
          </p:txBody>
        </p:sp>
      </p:grpSp>
      <p:sp>
        <p:nvSpPr>
          <p:cNvPr id="85" name="Rectangle 110"/>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PAAAAAINAAAoAUAABAAAAAmAAAACAAAAAEAAAAAAAAA"/>
              </a:ext>
            </a:extLst>
          </p:cNvSpPr>
          <p:nvPr>
            <p:ph type="title"/>
          </p:nvPr>
        </p:nvSpPr>
        <p:spPr>
          <a:xfrm>
            <a:off x="685800" y="152400"/>
            <a:ext cx="7772400" cy="762000"/>
          </a:xfrm>
        </p:spPr>
        <p:txBody>
          <a:bodyPr/>
          <a:lstStyle/>
          <a:p>
            <a:pPr/>
            <a:r>
              <a:rPr lang="en-us" sz="3200" cap="none"/>
              <a:t>Water jug state space</a:t>
            </a:r>
            <a:endParaRPr lang="en-us" sz="3200" cap="non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ppt_x</p:attrName>
                                        </p:attrNameLst>
                                      </p:cBhvr>
                                      <p:tavLst>
                                        <p:tav tm="0">
                                          <p:val>
                                            <p:strVal val="#ppt_x"/>
                                          </p:val>
                                        </p:tav>
                                        <p:tav tm="100000">
                                          <p:val>
                                            <p:strVal val="#ppt_x"/>
                                          </p:val>
                                        </p:tav>
                                      </p:tavLst>
                                    </p:anim>
                                    <p:anim calcmode="lin" valueType="num">
                                      <p:cBhvr>
                                        <p:cTn id="8" dur="500" fill="hold"/>
                                        <p:tgtEl>
                                          <p:spTgt spid="37"/>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p:cTn id="11" dur="500" fill="hold"/>
                                        <p:tgtEl>
                                          <p:spTgt spid="42"/>
                                        </p:tgtEl>
                                        <p:attrNameLst>
                                          <p:attrName>ppt_x</p:attrName>
                                        </p:attrNameLst>
                                      </p:cBhvr>
                                      <p:tavLst>
                                        <p:tav tm="0">
                                          <p:val>
                                            <p:strVal val="#ppt_x"/>
                                          </p:val>
                                        </p:tav>
                                        <p:tav tm="100000">
                                          <p:val>
                                            <p:strVal val="#ppt_x"/>
                                          </p:val>
                                        </p:tav>
                                      </p:tavLst>
                                    </p:anim>
                                    <p:anim calcmode="lin" valueType="num">
                                      <p:cBhvr>
                                        <p:cTn id="12" dur="500" fill="hold"/>
                                        <p:tgtEl>
                                          <p:spTgt spid="4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48"/>
                                        </p:tgtEl>
                                        <p:attrNameLst>
                                          <p:attrName>style.visibility</p:attrName>
                                        </p:attrNameLst>
                                      </p:cBhvr>
                                      <p:to>
                                        <p:strVal val="visible"/>
                                      </p:to>
                                    </p:set>
                                    <p:anim calcmode="lin" valueType="num">
                                      <p:cBhvr>
                                        <p:cTn id="15" dur="500" fill="hold"/>
                                        <p:tgtEl>
                                          <p:spTgt spid="48"/>
                                        </p:tgtEl>
                                        <p:attrNameLst>
                                          <p:attrName>ppt_x</p:attrName>
                                        </p:attrNameLst>
                                      </p:cBhvr>
                                      <p:tavLst>
                                        <p:tav tm="0">
                                          <p:val>
                                            <p:strVal val="#ppt_x"/>
                                          </p:val>
                                        </p:tav>
                                        <p:tav tm="100000">
                                          <p:val>
                                            <p:strVal val="#ppt_x"/>
                                          </p:val>
                                        </p:tav>
                                      </p:tavLst>
                                    </p:anim>
                                    <p:anim calcmode="lin" valueType="num">
                                      <p:cBhvr>
                                        <p:cTn id="16" dur="500" fill="hold"/>
                                        <p:tgtEl>
                                          <p:spTgt spid="48"/>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 calcmode="lin" valueType="num">
                                      <p:cBhvr>
                                        <p:cTn id="19" dur="500" fill="hold"/>
                                        <p:tgtEl>
                                          <p:spTgt spid="54"/>
                                        </p:tgtEl>
                                        <p:attrNameLst>
                                          <p:attrName>ppt_x</p:attrName>
                                        </p:attrNameLst>
                                      </p:cBhvr>
                                      <p:tavLst>
                                        <p:tav tm="0">
                                          <p:val>
                                            <p:strVal val="#ppt_x"/>
                                          </p:val>
                                        </p:tav>
                                        <p:tav tm="100000">
                                          <p:val>
                                            <p:strVal val="#ppt_x"/>
                                          </p:val>
                                        </p:tav>
                                      </p:tavLst>
                                    </p:anim>
                                    <p:anim calcmode="lin" valueType="num">
                                      <p:cBhvr>
                                        <p:cTn id="20" dur="500" fill="hold"/>
                                        <p:tgtEl>
                                          <p:spTgt spid="54"/>
                                        </p:tgtEl>
                                        <p:attrNameLst>
                                          <p:attrName>ppt_y</p:attrName>
                                        </p:attrNameLst>
                                      </p:cBhvr>
                                      <p:tavLst>
                                        <p:tav tm="0">
                                          <p:val>
                                            <p:strVal val="0-#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anim calcmode="lin" valueType="num">
                                      <p:cBhvr>
                                        <p:cTn id="25" dur="500" fill="hold"/>
                                        <p:tgtEl>
                                          <p:spTgt spid="36"/>
                                        </p:tgtEl>
                                        <p:attrNameLst>
                                          <p:attrName>ppt_x</p:attrName>
                                        </p:attrNameLst>
                                      </p:cBhvr>
                                      <p:tavLst>
                                        <p:tav tm="0">
                                          <p:val>
                                            <p:strVal val="0-#ppt_w/2"/>
                                          </p:val>
                                        </p:tav>
                                        <p:tav tm="100000">
                                          <p:val>
                                            <p:strVal val="#ppt_x"/>
                                          </p:val>
                                        </p:tav>
                                      </p:tavLst>
                                    </p:anim>
                                    <p:anim calcmode="lin" valueType="num">
                                      <p:cBhvr>
                                        <p:cTn id="26" dur="500" fill="hold"/>
                                        <p:tgtEl>
                                          <p:spTgt spid="36"/>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p:cTn id="29" dur="500" fill="hold"/>
                                        <p:tgtEl>
                                          <p:spTgt spid="23"/>
                                        </p:tgtEl>
                                        <p:attrNameLst>
                                          <p:attrName>ppt_x</p:attrName>
                                        </p:attrNameLst>
                                      </p:cBhvr>
                                      <p:tavLst>
                                        <p:tav tm="0">
                                          <p:val>
                                            <p:strVal val="0-#ppt_w/2"/>
                                          </p:val>
                                        </p:tav>
                                        <p:tav tm="100000">
                                          <p:val>
                                            <p:strVal val="#ppt_x"/>
                                          </p:val>
                                        </p:tav>
                                      </p:tavLst>
                                    </p:anim>
                                    <p:anim calcmode="lin" valueType="num">
                                      <p:cBhvr>
                                        <p:cTn id="30" dur="500" fill="hold"/>
                                        <p:tgtEl>
                                          <p:spTgt spid="23"/>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38"/>
                                        </p:tgtEl>
                                        <p:attrNameLst>
                                          <p:attrName>style.visibility</p:attrName>
                                        </p:attrNameLst>
                                      </p:cBhvr>
                                      <p:to>
                                        <p:strVal val="visible"/>
                                      </p:to>
                                    </p:set>
                                    <p:anim calcmode="lin" valueType="num">
                                      <p:cBhvr>
                                        <p:cTn id="33" dur="500" fill="hold"/>
                                        <p:tgtEl>
                                          <p:spTgt spid="38"/>
                                        </p:tgtEl>
                                        <p:attrNameLst>
                                          <p:attrName>ppt_x</p:attrName>
                                        </p:attrNameLst>
                                      </p:cBhvr>
                                      <p:tavLst>
                                        <p:tav tm="0">
                                          <p:val>
                                            <p:strVal val="0-#ppt_w/2"/>
                                          </p:val>
                                        </p:tav>
                                        <p:tav tm="100000">
                                          <p:val>
                                            <p:strVal val="#ppt_x"/>
                                          </p:val>
                                        </p:tav>
                                      </p:tavLst>
                                    </p:anim>
                                    <p:anim calcmode="lin" valueType="num">
                                      <p:cBhvr>
                                        <p:cTn id="34"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p:cTn id="39" dur="500" fill="hold"/>
                                        <p:tgtEl>
                                          <p:spTgt spid="39"/>
                                        </p:tgtEl>
                                        <p:attrNameLst>
                                          <p:attrName>ppt_x</p:attrName>
                                        </p:attrNameLst>
                                      </p:cBhvr>
                                      <p:tavLst>
                                        <p:tav tm="0">
                                          <p:val>
                                            <p:strVal val="0-#ppt_w/2"/>
                                          </p:val>
                                        </p:tav>
                                        <p:tav tm="100000">
                                          <p:val>
                                            <p:strVal val="#ppt_x"/>
                                          </p:val>
                                        </p:tav>
                                      </p:tavLst>
                                    </p:anim>
                                    <p:anim calcmode="lin" valueType="num">
                                      <p:cBhvr>
                                        <p:cTn id="40" dur="500" fill="hold"/>
                                        <p:tgtEl>
                                          <p:spTgt spid="39"/>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73"/>
                                        </p:tgtEl>
                                        <p:attrNameLst>
                                          <p:attrName>style.visibility</p:attrName>
                                        </p:attrNameLst>
                                      </p:cBhvr>
                                      <p:to>
                                        <p:strVal val="visible"/>
                                      </p:to>
                                    </p:set>
                                    <p:anim calcmode="lin" valueType="num">
                                      <p:cBhvr>
                                        <p:cTn id="43" dur="500" fill="hold"/>
                                        <p:tgtEl>
                                          <p:spTgt spid="73"/>
                                        </p:tgtEl>
                                        <p:attrNameLst>
                                          <p:attrName>ppt_x</p:attrName>
                                        </p:attrNameLst>
                                      </p:cBhvr>
                                      <p:tavLst>
                                        <p:tav tm="0">
                                          <p:val>
                                            <p:strVal val="0-#ppt_w/2"/>
                                          </p:val>
                                        </p:tav>
                                        <p:tav tm="100000">
                                          <p:val>
                                            <p:strVal val="#ppt_x"/>
                                          </p:val>
                                        </p:tav>
                                      </p:tavLst>
                                    </p:anim>
                                    <p:anim calcmode="lin" valueType="num">
                                      <p:cBhvr>
                                        <p:cTn id="44" dur="500" fill="hold"/>
                                        <p:tgtEl>
                                          <p:spTgt spid="73"/>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60"/>
                                        </p:tgtEl>
                                        <p:attrNameLst>
                                          <p:attrName>style.visibility</p:attrName>
                                        </p:attrNameLst>
                                      </p:cBhvr>
                                      <p:to>
                                        <p:strVal val="visible"/>
                                      </p:to>
                                    </p:set>
                                    <p:anim calcmode="lin" valueType="num">
                                      <p:cBhvr>
                                        <p:cTn id="47" dur="500" fill="hold"/>
                                        <p:tgtEl>
                                          <p:spTgt spid="60"/>
                                        </p:tgtEl>
                                        <p:attrNameLst>
                                          <p:attrName>ppt_x</p:attrName>
                                        </p:attrNameLst>
                                      </p:cBhvr>
                                      <p:tavLst>
                                        <p:tav tm="0">
                                          <p:val>
                                            <p:strVal val="0-#ppt_w/2"/>
                                          </p:val>
                                        </p:tav>
                                        <p:tav tm="100000">
                                          <p:val>
                                            <p:strVal val="#ppt_x"/>
                                          </p:val>
                                        </p:tav>
                                      </p:tavLst>
                                    </p:anim>
                                    <p:anim calcmode="lin" valueType="num">
                                      <p:cBhvr>
                                        <p:cTn id="48" dur="500" fill="hold"/>
                                        <p:tgtEl>
                                          <p:spTgt spid="60"/>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0"/>
                                        </p:tgtEl>
                                        <p:attrNameLst>
                                          <p:attrName>style.visibility</p:attrName>
                                        </p:attrNameLst>
                                      </p:cBhvr>
                                      <p:to>
                                        <p:strVal val="visible"/>
                                      </p:to>
                                    </p:set>
                                    <p:anim calcmode="lin" valueType="num">
                                      <p:cBhvr>
                                        <p:cTn id="53" dur="500" fill="hold"/>
                                        <p:tgtEl>
                                          <p:spTgt spid="40"/>
                                        </p:tgtEl>
                                        <p:attrNameLst>
                                          <p:attrName>ppt_x</p:attrName>
                                        </p:attrNameLst>
                                      </p:cBhvr>
                                      <p:tavLst>
                                        <p:tav tm="0">
                                          <p:val>
                                            <p:strVal val="#ppt_x"/>
                                          </p:val>
                                        </p:tav>
                                        <p:tav tm="100000">
                                          <p:val>
                                            <p:strVal val="#ppt_x"/>
                                          </p:val>
                                        </p:tav>
                                      </p:tavLst>
                                    </p:anim>
                                    <p:anim calcmode="lin" valueType="num">
                                      <p:cBhvr>
                                        <p:cTn id="54" dur="500" fill="hold"/>
                                        <p:tgtEl>
                                          <p:spTgt spid="40"/>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anim calcmode="lin" valueType="num">
                                      <p:cBhvr>
                                        <p:cTn id="57" dur="500" fill="hold"/>
                                        <p:tgtEl>
                                          <p:spTgt spid="41"/>
                                        </p:tgtEl>
                                        <p:attrNameLst>
                                          <p:attrName>ppt_x</p:attrName>
                                        </p:attrNameLst>
                                      </p:cBhvr>
                                      <p:tavLst>
                                        <p:tav tm="0">
                                          <p:val>
                                            <p:strVal val="#ppt_x"/>
                                          </p:val>
                                        </p:tav>
                                        <p:tav tm="100000">
                                          <p:val>
                                            <p:strVal val="#ppt_x"/>
                                          </p:val>
                                        </p:tav>
                                      </p:tavLst>
                                    </p:anim>
                                    <p:anim calcmode="lin" valueType="num">
                                      <p:cBhvr>
                                        <p:cTn id="58" dur="500" fill="hold"/>
                                        <p:tgtEl>
                                          <p:spTgt spid="41"/>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66"/>
                                        </p:tgtEl>
                                        <p:attrNameLst>
                                          <p:attrName>style.visibility</p:attrName>
                                        </p:attrNameLst>
                                      </p:cBhvr>
                                      <p:to>
                                        <p:strVal val="visible"/>
                                      </p:to>
                                    </p:set>
                                    <p:anim calcmode="lin" valueType="num">
                                      <p:cBhvr>
                                        <p:cTn id="61" dur="500" fill="hold"/>
                                        <p:tgtEl>
                                          <p:spTgt spid="66"/>
                                        </p:tgtEl>
                                        <p:attrNameLst>
                                          <p:attrName>ppt_x</p:attrName>
                                        </p:attrNameLst>
                                      </p:cBhvr>
                                      <p:tavLst>
                                        <p:tav tm="0">
                                          <p:val>
                                            <p:strVal val="#ppt_x"/>
                                          </p:val>
                                        </p:tav>
                                        <p:tav tm="100000">
                                          <p:val>
                                            <p:strVal val="#ppt_x"/>
                                          </p:val>
                                        </p:tav>
                                      </p:tavLst>
                                    </p:anim>
                                    <p:anim calcmode="lin" valueType="num">
                                      <p:cBhvr>
                                        <p:cTn id="62" dur="500" fill="hold"/>
                                        <p:tgtEl>
                                          <p:spTgt spid="66"/>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79"/>
                                        </p:tgtEl>
                                        <p:attrNameLst>
                                          <p:attrName>style.visibility</p:attrName>
                                        </p:attrNameLst>
                                      </p:cBhvr>
                                      <p:to>
                                        <p:strVal val="visible"/>
                                      </p:to>
                                    </p:set>
                                    <p:anim calcmode="lin" valueType="num">
                                      <p:cBhvr>
                                        <p:cTn id="65" dur="500" fill="hold"/>
                                        <p:tgtEl>
                                          <p:spTgt spid="79"/>
                                        </p:tgtEl>
                                        <p:attrNameLst>
                                          <p:attrName>ppt_x</p:attrName>
                                        </p:attrNameLst>
                                      </p:cBhvr>
                                      <p:tavLst>
                                        <p:tav tm="0">
                                          <p:val>
                                            <p:strVal val="#ppt_x"/>
                                          </p:val>
                                        </p:tav>
                                        <p:tav tm="100000">
                                          <p:val>
                                            <p:strVal val="#ppt_x"/>
                                          </p:val>
                                        </p:tav>
                                      </p:tavLst>
                                    </p:anim>
                                    <p:anim calcmode="lin" valueType="num">
                                      <p:cBhvr>
                                        <p:cTn id="66" dur="500" fill="hold"/>
                                        <p:tgtEl>
                                          <p:spTgt spid="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advAuto="0"/>
      <p:bldP spid="36" grpId="0" animBg="1"/>
      <p:bldP spid="37" grpId="0" animBg="1" advAuto="0"/>
      <p:bldP spid="38" grpId="0" animBg="1" advAuto="0"/>
      <p:bldP spid="39" grpId="0" animBg="1"/>
      <p:bldP spid="40" grpId="0" animBg="1"/>
      <p:bldP spid="41" grpId="0" animBg="1"/>
      <p:bldP spid="42" grpId="0" animBg="1" advAuto="0"/>
      <p:bldP spid="48" grpId="0" animBg="1" advAuto="0"/>
      <p:bldP spid="54" grpId="0" animBg="1" advAuto="0"/>
      <p:bldP spid="60" grpId="0" animBg="1" advAuto="0"/>
      <p:bldP spid="66" grpId="0" animBg="1" advAuto="0"/>
      <p:bldP spid="73" grpId="0" animBg="1" advAuto="0"/>
      <p:bldP spid="79" grpId="0" animBg="1" advAuto="0"/>
    </p:bldLst>
    <p:extLst>
      <p:ext uri="smNativeData">
        <pr:smNativeData xmlns:pr="smNativeData" xmlns="smNativeData" val="VcZhaQ4AAAAFAAAA/f///wEAAAACAAAAAQAAAAAAAAAAAAAAAAAAAAkAAAD9////AQAAAAIAAAABAAAAAAAAAAAAAAAAAAAADQAAAP3///8BAAAAAgAAAAEAAAAAAAAAAAAAAAAAAAARAAAA/f///wEAAAACAAAAAQAAAAAAAAAAAAAAAAAAABcAAAD9////AQAAAAIAAAAIAAAAAAAAAAAAAAAAAAAAGwAAAP3///8BAAAAAgAAAAgAAAAAAAAAAAAAAAAAAAAfAAAA/f///wEAAAACAAAACAAAAAAAAAAAAAAAAAAAACUAAAD9////AQAAAAIAAAAIAAAAAAAAAAAAAAAAAAAAKQAAAP3///8BAAAAAgAAAAgAAAAAAAAAAAAAAAAAAAAtAAAA/f///wEAAAACAAAACAAAAAAAAAAAAAAAAAAAADMAAAD9////AQAAAAIAAAAEAAAAAAAAAAAAAAAAAAAANwAAAP3///8BAAAAAgAAAAQAAAAAAAAAAAAAAAAAAAA7AAAA/f///wEAAAACAAAABAAAAAAAAAAAAAAAAAAAAD8AAAD9////AQAAAAIAAAAEAAAAAAAAAAAAAAAAAAAA"/>
      </p:ext>
    </p:extLst>
  </p:timing>
</p:sld>
</file>

<file path=ppt/slides/slide1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Oval 3"/>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8wAA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8wAAP///wEAAAAAAAAAAAAAAAAAAAAAAAAAAAAAAAAAAAAAAAAAAAAAAAJ/f38AH0l9A8zMzADAwP8Af39/AAAAAAAAAAAAAAAAAAAAAAAAAAAAIQAAABgAAAAUAAAAUAoAAOgIAADwDwAAIA0AABAgAAAmAAAACAAAAP//////////"/>
              </a:ext>
            </a:extLst>
          </p:cNvSpPr>
          <p:nvPr/>
        </p:nvSpPr>
        <p:spPr>
          <a:xfrm>
            <a:off x="1676400" y="1447800"/>
            <a:ext cx="914400" cy="685800"/>
          </a:xfrm>
          <a:prstGeom prst="ellipse">
            <a:avLst/>
          </a:prstGeom>
          <a:solidFill>
            <a:srgbClr val="FFCC00"/>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5, 2</a:t>
            </a:r>
            <a:endParaRPr lang="en-us" cap="none"/>
          </a:p>
        </p:txBody>
      </p:sp>
      <p:sp>
        <p:nvSpPr>
          <p:cNvPr id="3" name="Oval 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UAoAAPYTAADwDwAALhgAABAgAAAmAAAACAAAAP//////////"/>
              </a:ext>
            </a:extLst>
          </p:cNvSpPr>
          <p:nvPr/>
        </p:nvSpPr>
        <p:spPr>
          <a:xfrm>
            <a:off x="1676400" y="324485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3, 2</a:t>
            </a:r>
            <a:endParaRPr lang="en-us" cap="none"/>
          </a:p>
        </p:txBody>
      </p:sp>
      <p:sp>
        <p:nvSpPr>
          <p:cNvPr id="4" name="Oval 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UAoAAIAZAADwDwAAuB0AABAgAAAmAAAACAAAAP//////////"/>
              </a:ext>
            </a:extLst>
          </p:cNvSpPr>
          <p:nvPr/>
        </p:nvSpPr>
        <p:spPr>
          <a:xfrm>
            <a:off x="1676400" y="414528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2, 2</a:t>
            </a:r>
            <a:endParaRPr lang="en-us" cap="none"/>
          </a:p>
        </p:txBody>
      </p:sp>
      <p:sp>
        <p:nvSpPr>
          <p:cNvPr id="5" name="Oval 6"/>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UAoAAAcfAADwDwAAPyMAABAgAAAmAAAACAAAAP//////////"/>
              </a:ext>
            </a:extLst>
          </p:cNvSpPr>
          <p:nvPr/>
        </p:nvSpPr>
        <p:spPr>
          <a:xfrm>
            <a:off x="1676400" y="5043805"/>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1, 2</a:t>
            </a:r>
            <a:endParaRPr lang="en-us" cap="none"/>
          </a:p>
        </p:txBody>
      </p:sp>
      <p:sp>
        <p:nvSpPr>
          <p:cNvPr id="6" name="Oval 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UAoAAG8OAADwDwAApxIAABAgAAAmAAAACAAAAP//////////"/>
              </a:ext>
            </a:extLst>
          </p:cNvSpPr>
          <p:nvPr/>
        </p:nvSpPr>
        <p:spPr>
          <a:xfrm>
            <a:off x="1676400" y="2346325"/>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4, 2</a:t>
            </a:r>
            <a:endParaRPr lang="en-us" cap="none"/>
          </a:p>
        </p:txBody>
      </p:sp>
      <p:sp>
        <p:nvSpPr>
          <p:cNvPr id="7" name="Oval 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UAoAAJAkAADwDwAAyCgAABAgAAAmAAAACAAAAP//////////"/>
              </a:ext>
            </a:extLst>
          </p:cNvSpPr>
          <p:nvPr/>
        </p:nvSpPr>
        <p:spPr>
          <a:xfrm>
            <a:off x="1676400" y="594360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0, 2</a:t>
            </a:r>
            <a:endParaRPr lang="en-us" cap="none"/>
          </a:p>
        </p:txBody>
      </p:sp>
      <p:sp>
        <p:nvSpPr>
          <p:cNvPr id="8" name="Oval 10"/>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BBoAAOgIAACkHwAAIA0AABAgAAAmAAAACAAAAP//////////"/>
              </a:ext>
            </a:extLst>
          </p:cNvSpPr>
          <p:nvPr/>
        </p:nvSpPr>
        <p:spPr>
          <a:xfrm>
            <a:off x="4229100" y="144780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5, 1</a:t>
            </a:r>
            <a:endParaRPr lang="en-us" cap="none"/>
          </a:p>
        </p:txBody>
      </p:sp>
      <p:sp>
        <p:nvSpPr>
          <p:cNvPr id="9" name="Oval 11"/>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BBoAAPYTAACkHwAALhgAABAgAAAmAAAACAAAAP//////////"/>
              </a:ext>
            </a:extLst>
          </p:cNvSpPr>
          <p:nvPr/>
        </p:nvSpPr>
        <p:spPr>
          <a:xfrm>
            <a:off x="4229100" y="324485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3, 1</a:t>
            </a:r>
            <a:endParaRPr lang="en-us" cap="none"/>
          </a:p>
        </p:txBody>
      </p:sp>
      <p:sp>
        <p:nvSpPr>
          <p:cNvPr id="10" name="Oval 12"/>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BBoAAIAZAACkHwAAuB0AABAgAAAmAAAACAAAAP//////////"/>
              </a:ext>
            </a:extLst>
          </p:cNvSpPr>
          <p:nvPr/>
        </p:nvSpPr>
        <p:spPr>
          <a:xfrm>
            <a:off x="4229100" y="414528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2, 1</a:t>
            </a:r>
            <a:endParaRPr lang="en-us" cap="none"/>
          </a:p>
        </p:txBody>
      </p:sp>
      <p:sp>
        <p:nvSpPr>
          <p:cNvPr id="11" name="Oval 13"/>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BBoAAAcfAACkHwAAPyMAABAgAAAmAAAACAAAAP//////////"/>
              </a:ext>
            </a:extLst>
          </p:cNvSpPr>
          <p:nvPr/>
        </p:nvSpPr>
        <p:spPr>
          <a:xfrm>
            <a:off x="4229100" y="5043805"/>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1, 1</a:t>
            </a:r>
            <a:endParaRPr lang="en-us" cap="none"/>
          </a:p>
        </p:txBody>
      </p:sp>
      <p:sp>
        <p:nvSpPr>
          <p:cNvPr id="12" name="Oval 1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BBoAAG8OAACkHwAApxIAABAgAAAmAAAACAAAAP//////////"/>
              </a:ext>
            </a:extLst>
          </p:cNvSpPr>
          <p:nvPr/>
        </p:nvSpPr>
        <p:spPr>
          <a:xfrm>
            <a:off x="4229100" y="2346325"/>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4, 1</a:t>
            </a:r>
            <a:endParaRPr lang="en-us" cap="none"/>
          </a:p>
        </p:txBody>
      </p:sp>
      <p:sp>
        <p:nvSpPr>
          <p:cNvPr id="13" name="Oval 1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T4G9DP///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BoAAJAkAACkHwAAyCgAABAgAAAmAAAACAAAAP//////////"/>
              </a:ext>
            </a:extLst>
          </p:cNvSpPr>
          <p:nvPr/>
        </p:nvSpPr>
        <p:spPr>
          <a:xfrm>
            <a:off x="4229100" y="5943600"/>
            <a:ext cx="914400" cy="685800"/>
          </a:xfrm>
          <a:prstGeom prst="ellipse">
            <a:avLst/>
          </a:prstGeom>
          <a:solidFill>
            <a:schemeClr val="accent1"/>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0, 1</a:t>
            </a:r>
            <a:endParaRPr lang="en-us" cap="none"/>
          </a:p>
        </p:txBody>
      </p:sp>
      <p:sp>
        <p:nvSpPr>
          <p:cNvPr id="14" name="Oval 1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uCkAAOgIAABYLwAAIA0AABAgAAAmAAAACAAAAP//////////"/>
              </a:ext>
            </a:extLst>
          </p:cNvSpPr>
          <p:nvPr/>
        </p:nvSpPr>
        <p:spPr>
          <a:xfrm>
            <a:off x="6781800" y="144780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5, 0</a:t>
            </a:r>
            <a:endParaRPr lang="en-us" cap="none"/>
          </a:p>
        </p:txBody>
      </p:sp>
      <p:sp>
        <p:nvSpPr>
          <p:cNvPr id="15" name="Oval 1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uCkAAPYTAABYLwAALhgAABAgAAAmAAAACAAAAP//////////"/>
              </a:ext>
            </a:extLst>
          </p:cNvSpPr>
          <p:nvPr/>
        </p:nvSpPr>
        <p:spPr>
          <a:xfrm>
            <a:off x="6781800" y="324485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3, 0</a:t>
            </a:r>
            <a:endParaRPr lang="en-us" cap="none"/>
          </a:p>
        </p:txBody>
      </p:sp>
      <p:sp>
        <p:nvSpPr>
          <p:cNvPr id="16" name="Oval 19"/>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uCkAAIAZAABYLwAAuB0AABAgAAAmAAAACAAAAP//////////"/>
              </a:ext>
            </a:extLst>
          </p:cNvSpPr>
          <p:nvPr/>
        </p:nvSpPr>
        <p:spPr>
          <a:xfrm>
            <a:off x="6781800" y="414528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2, 0</a:t>
            </a:r>
            <a:endParaRPr lang="en-us" cap="none"/>
          </a:p>
        </p:txBody>
      </p:sp>
      <p:sp>
        <p:nvSpPr>
          <p:cNvPr id="17" name="Oval 20"/>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uCkAAAcfAABYLwAAPyMAABAgAAAmAAAACAAAAP//////////"/>
              </a:ext>
            </a:extLst>
          </p:cNvSpPr>
          <p:nvPr/>
        </p:nvSpPr>
        <p:spPr>
          <a:xfrm>
            <a:off x="6781800" y="5043805"/>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1, 0</a:t>
            </a:r>
            <a:endParaRPr lang="en-us" cap="none"/>
          </a:p>
        </p:txBody>
      </p:sp>
      <p:sp>
        <p:nvSpPr>
          <p:cNvPr id="18" name="Oval 21"/>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uCkAAG8OAABYLwAApxIAABAgAAAmAAAACAAAAP//////////"/>
              </a:ext>
            </a:extLst>
          </p:cNvSpPr>
          <p:nvPr/>
        </p:nvSpPr>
        <p:spPr>
          <a:xfrm>
            <a:off x="6781800" y="2346325"/>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4, 0</a:t>
            </a:r>
            <a:endParaRPr lang="en-us" cap="none"/>
          </a:p>
        </p:txBody>
      </p:sp>
      <p:sp>
        <p:nvSpPr>
          <p:cNvPr id="19" name="Oval 22"/>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EAAAAAAAAAAAD/Dv///wgAAAAAAAAAAAAAAAAAAAAAAAAAAAAAAAAAAAAAeAAAAAEAAABAAAAAAAAAAAAAAABaAAAAAAAAAAAAAAAAAAAAAAAAAAAAAAAAAAAAAAAAAAAAAAAAAAAAAAAAAAAAAAAAAAAAAAAAAAAAAAAAAAAAAAAAAAAAAAAAAAAAFAAAADwAAAABAAAAAAAAAAAAAAkP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D/B////wEAAAAAAAAAAAAAAAAAAAAAAAAAAAAAAAAAAAAAAAAAAAAAAAJ/f38AH0l9A8zMzADAwP8Af39/AAAAAAAAAAAAAAAAAAAAAAAAAAAAIQAAABgAAAAUAAAAuCkAAJAkAABYLwAAyCgAABAgAAAmAAAACAAAAP//////////"/>
              </a:ext>
            </a:extLst>
          </p:cNvSpPr>
          <p:nvPr/>
        </p:nvSpPr>
        <p:spPr>
          <a:xfrm>
            <a:off x="6781800" y="5943600"/>
            <a:ext cx="914400" cy="685800"/>
          </a:xfrm>
          <a:prstGeom prst="ellipse">
            <a:avLst/>
          </a:prstGeom>
          <a:solidFill>
            <a:schemeClr val="hlink"/>
          </a:solidFill>
          <a:ln w="9525" cap="flat" cmpd="sng" algn="ctr">
            <a:solidFill>
              <a:schemeClr val="tx1"/>
            </a:solidFill>
            <a:prstDash val="solid"/>
            <a:headEnd type="none"/>
            <a:tailEnd type="none"/>
          </a:ln>
          <a:effectLst/>
        </p:spPr>
        <p:txBody>
          <a:bodyPr vert="horz" wrap="none" lIns="91440" tIns="45720" rIns="91440" bIns="45720" numCol="1" spcCol="215900" anchor="ctr"/>
          <a:lstStyle/>
          <a:p>
            <a:pPr algn="ctr"/>
            <a:r>
              <a:rPr lang="en-us" cap="none"/>
              <a:t>0, 0</a:t>
            </a:r>
            <a:endParaRPr lang="en-us" cap="none"/>
          </a:p>
        </p:txBody>
      </p:sp>
      <p:sp>
        <p:nvSpPr>
          <p:cNvPr id="20" name="Freeform 24"/>
          <p:cNvSpPr>
            <a:extLst>
              <a:ext uri="smNativeData">
                <pr:smNativeData xmlns:pr="smNativeData" xmlns="smNativeData" val="SMDATA_15_VcZhaRMAAAAlAAAACwAAAA0AAAAAAAAAAAAAAAC4KQAAZAo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KAFAAC4KQAAZAoAABAAAAAmAAAACAAAAP//////////"/>
              </a:ext>
            </a:extLst>
          </p:cNvSpPr>
          <p:nvPr/>
        </p:nvSpPr>
        <p:spPr>
          <a:xfrm>
            <a:off x="2590800" y="914400"/>
            <a:ext cx="4191000" cy="774700"/>
          </a:xfrm>
          <a:custGeom>
            <a:avLst/>
            <a:gdLst/>
            <a:ahLst/>
            <a:cxnLst/>
            <a:rect l="0" t="0" r="4191000" b="774700"/>
            <a:pathLst>
              <a:path w="4191000" h="774700">
                <a:moveTo>
                  <a:pt x="0" y="774700"/>
                </a:moveTo>
                <a:cubicBezTo>
                  <a:pt x="679450" y="400050"/>
                  <a:pt x="1358900" y="25400"/>
                  <a:pt x="2057400" y="12700"/>
                </a:cubicBezTo>
                <a:cubicBezTo>
                  <a:pt x="2755900" y="0"/>
                  <a:pt x="3835400" y="584200"/>
                  <a:pt x="4191000" y="698500"/>
                </a:cubicBezTo>
              </a:path>
            </a:pathLst>
          </a:custGeom>
          <a:noFill/>
          <a:ln w="9525" cap="flat" cmpd="sng" algn="ctr">
            <a:solidFill>
              <a:schemeClr val="tx1"/>
            </a:solidFill>
            <a:prstDash val="solid"/>
            <a:headEnd type="none"/>
            <a:tailEnd type="triangle" w="med" len="med"/>
          </a:ln>
          <a:effectLst/>
        </p:spPr>
        <p:txBody>
          <a:bodyPr vert="horz" wrap="square" lIns="0" tIns="0" rIns="6781800" bIns="1689100" numCol="1" spcCol="215900" anchor="t"/>
          <a:lstStyle/>
          <a:p>
            <a:pPr/>
            <a:endParaRPr lang="en-us" cap="none"/>
          </a:p>
        </p:txBody>
      </p:sp>
      <p:sp>
        <p:nvSpPr>
          <p:cNvPr id="21" name="Freeform 25"/>
          <p:cNvSpPr>
            <a:extLst>
              <a:ext uri="smNativeData">
                <pr:smNativeData xmlns:pr="smNativeData" xmlns="smNativeData" val="SMDATA_15_VcZhaRMAAAAlAAAACwAAAA0AAAAAAAAAAAAAAAC4KQAABB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EALAAC4KQAABBAAABAAAAAmAAAACAAAAP//////////"/>
              </a:ext>
            </a:extLst>
          </p:cNvSpPr>
          <p:nvPr/>
        </p:nvSpPr>
        <p:spPr>
          <a:xfrm>
            <a:off x="2590800" y="1828800"/>
            <a:ext cx="4191000" cy="774700"/>
          </a:xfrm>
          <a:custGeom>
            <a:avLst/>
            <a:gdLst/>
            <a:ahLst/>
            <a:cxnLst/>
            <a:rect l="0" t="0" r="4191000" b="774700"/>
            <a:pathLst>
              <a:path w="4191000" h="774700">
                <a:moveTo>
                  <a:pt x="0" y="774700"/>
                </a:moveTo>
                <a:cubicBezTo>
                  <a:pt x="679450" y="400050"/>
                  <a:pt x="1358900" y="25400"/>
                  <a:pt x="2057400" y="12700"/>
                </a:cubicBezTo>
                <a:cubicBezTo>
                  <a:pt x="2755900" y="0"/>
                  <a:pt x="3835400" y="584200"/>
                  <a:pt x="4191000" y="698500"/>
                </a:cubicBezTo>
              </a:path>
            </a:pathLst>
          </a:custGeom>
          <a:noFill/>
          <a:ln w="9525" cap="flat" cmpd="sng" algn="ctr">
            <a:solidFill>
              <a:schemeClr val="tx1"/>
            </a:solidFill>
            <a:prstDash val="solid"/>
            <a:headEnd type="none"/>
            <a:tailEnd type="triangle" w="med" len="med"/>
          </a:ln>
          <a:effectLst/>
        </p:spPr>
        <p:txBody>
          <a:bodyPr vert="horz" wrap="square" lIns="0" tIns="0" rIns="6781800" bIns="2603500" numCol="1" spcCol="215900" anchor="t"/>
          <a:lstStyle/>
          <a:p>
            <a:pPr/>
            <a:endParaRPr lang="en-us" cap="none"/>
          </a:p>
        </p:txBody>
      </p:sp>
      <p:sp>
        <p:nvSpPr>
          <p:cNvPr id="22" name="Freeform 26"/>
          <p:cNvSpPr>
            <a:extLst>
              <a:ext uri="smNativeData">
                <pr:smNativeData xmlns:pr="smNativeData" xmlns="smNativeData" val="SMDATA_15_VcZhaRMAAAAlAAAACwAAAA0AAAAAAAAAAAAAAAC4KQAApBU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OAQAAC4KQAApBUAABAAAAAmAAAACAAAAP//////////"/>
              </a:ext>
            </a:extLst>
          </p:cNvSpPr>
          <p:nvPr/>
        </p:nvSpPr>
        <p:spPr>
          <a:xfrm>
            <a:off x="2590800" y="2743200"/>
            <a:ext cx="4191000" cy="774700"/>
          </a:xfrm>
          <a:custGeom>
            <a:avLst/>
            <a:gdLst/>
            <a:ahLst/>
            <a:cxnLst/>
            <a:rect l="0" t="0" r="4191000" b="774700"/>
            <a:pathLst>
              <a:path w="4191000" h="774700">
                <a:moveTo>
                  <a:pt x="0" y="774700"/>
                </a:moveTo>
                <a:cubicBezTo>
                  <a:pt x="679450" y="400050"/>
                  <a:pt x="1358900" y="25400"/>
                  <a:pt x="2057400" y="12700"/>
                </a:cubicBezTo>
                <a:cubicBezTo>
                  <a:pt x="2755900" y="0"/>
                  <a:pt x="3835400" y="584200"/>
                  <a:pt x="4191000" y="698500"/>
                </a:cubicBezTo>
              </a:path>
            </a:pathLst>
          </a:custGeom>
          <a:noFill/>
          <a:ln w="9525" cap="flat" cmpd="sng" algn="ctr">
            <a:solidFill>
              <a:schemeClr val="tx1"/>
            </a:solidFill>
            <a:prstDash val="solid"/>
            <a:headEnd type="none"/>
            <a:tailEnd type="triangle" w="med" len="med"/>
          </a:ln>
          <a:effectLst/>
        </p:spPr>
        <p:txBody>
          <a:bodyPr vert="horz" wrap="square" lIns="0" tIns="0" rIns="6781800" bIns="3517900" numCol="1" spcCol="215900" anchor="t"/>
          <a:lstStyle/>
          <a:p>
            <a:pPr/>
            <a:endParaRPr lang="en-us" cap="none"/>
          </a:p>
        </p:txBody>
      </p:sp>
      <p:sp>
        <p:nvSpPr>
          <p:cNvPr id="23" name="Freeform 27"/>
          <p:cNvSpPr>
            <a:extLst>
              <a:ext uri="smNativeData">
                <pr:smNativeData xmlns:pr="smNativeData" xmlns="smNativeData" val="SMDATA_15_VcZhaRMAAAAlAAAACwAAAA0AAAAAAAAAAAAAAAC4KQAARBs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IAWAAC4KQAARBsAABAAAAAmAAAACAAAAP//////////"/>
              </a:ext>
            </a:extLst>
          </p:cNvSpPr>
          <p:nvPr/>
        </p:nvSpPr>
        <p:spPr>
          <a:xfrm>
            <a:off x="2590800" y="3657600"/>
            <a:ext cx="4191000" cy="774700"/>
          </a:xfrm>
          <a:custGeom>
            <a:avLst/>
            <a:gdLst/>
            <a:ahLst/>
            <a:cxnLst/>
            <a:rect l="0" t="0" r="4191000" b="774700"/>
            <a:pathLst>
              <a:path w="4191000" h="774700">
                <a:moveTo>
                  <a:pt x="0" y="774700"/>
                </a:moveTo>
                <a:cubicBezTo>
                  <a:pt x="679450" y="400050"/>
                  <a:pt x="1358900" y="25400"/>
                  <a:pt x="2057400" y="12700"/>
                </a:cubicBezTo>
                <a:cubicBezTo>
                  <a:pt x="2755900" y="0"/>
                  <a:pt x="3835400" y="584200"/>
                  <a:pt x="4191000" y="698500"/>
                </a:cubicBezTo>
              </a:path>
            </a:pathLst>
          </a:custGeom>
          <a:noFill/>
          <a:ln w="9525" cap="flat" cmpd="sng" algn="ctr">
            <a:solidFill>
              <a:schemeClr val="tx1"/>
            </a:solidFill>
            <a:prstDash val="solid"/>
            <a:headEnd type="none"/>
            <a:tailEnd type="triangle" w="med" len="med"/>
          </a:ln>
          <a:effectLst/>
        </p:spPr>
        <p:txBody>
          <a:bodyPr vert="horz" wrap="square" lIns="0" tIns="0" rIns="6781800" bIns="4432300" numCol="1" spcCol="215900" anchor="t"/>
          <a:lstStyle/>
          <a:p>
            <a:pPr/>
            <a:endParaRPr lang="en-us" cap="none"/>
          </a:p>
        </p:txBody>
      </p:sp>
      <p:sp>
        <p:nvSpPr>
          <p:cNvPr id="24" name="Freeform 28"/>
          <p:cNvSpPr>
            <a:extLst>
              <a:ext uri="smNativeData">
                <pr:smNativeData xmlns:pr="smNativeData" xmlns="smNativeData" val="SMDATA_15_VcZhaRMAAAAlAAAACwAAAA0AAAAAAAAAAAAAAAC4KQAA5C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CAcAAC4KQAA5CAAABAAAAAmAAAACAAAAP//////////"/>
              </a:ext>
            </a:extLst>
          </p:cNvSpPr>
          <p:nvPr/>
        </p:nvSpPr>
        <p:spPr>
          <a:xfrm>
            <a:off x="2590800" y="4572000"/>
            <a:ext cx="4191000" cy="774700"/>
          </a:xfrm>
          <a:custGeom>
            <a:avLst/>
            <a:gdLst/>
            <a:ahLst/>
            <a:cxnLst/>
            <a:rect l="0" t="0" r="4191000" b="774700"/>
            <a:pathLst>
              <a:path w="4191000" h="774700">
                <a:moveTo>
                  <a:pt x="0" y="774700"/>
                </a:moveTo>
                <a:cubicBezTo>
                  <a:pt x="679450" y="400050"/>
                  <a:pt x="1358900" y="25400"/>
                  <a:pt x="2057400" y="12700"/>
                </a:cubicBezTo>
                <a:cubicBezTo>
                  <a:pt x="2755900" y="0"/>
                  <a:pt x="3835400" y="584200"/>
                  <a:pt x="4191000" y="698500"/>
                </a:cubicBezTo>
              </a:path>
            </a:pathLst>
          </a:custGeom>
          <a:noFill/>
          <a:ln w="9525" cap="flat" cmpd="sng" algn="ctr">
            <a:solidFill>
              <a:schemeClr val="tx1"/>
            </a:solidFill>
            <a:prstDash val="solid"/>
            <a:headEnd type="none"/>
            <a:tailEnd type="triangle" w="med" len="med"/>
          </a:ln>
          <a:effectLst/>
        </p:spPr>
        <p:txBody>
          <a:bodyPr vert="horz" wrap="square" lIns="0" tIns="0" rIns="6781800" bIns="5346700" numCol="1" spcCol="215900" anchor="t"/>
          <a:lstStyle/>
          <a:p>
            <a:pPr/>
            <a:endParaRPr lang="en-us" cap="none"/>
          </a:p>
        </p:txBody>
      </p:sp>
      <p:sp>
        <p:nvSpPr>
          <p:cNvPr id="25" name="Freeform 29"/>
          <p:cNvSpPr>
            <a:extLst>
              <a:ext uri="smNativeData">
                <pr:smNativeData xmlns:pr="smNativeData" xmlns="smNativeData" val="SMDATA_15_VcZhaRMAAAAlAAAACwAAAA0AAAAAAAAAAAAAAAC4KQAAhCY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MAhAAC4KQAAhCYAABAAAAAmAAAACAAAAP//////////"/>
              </a:ext>
            </a:extLst>
          </p:cNvSpPr>
          <p:nvPr/>
        </p:nvSpPr>
        <p:spPr>
          <a:xfrm>
            <a:off x="2590800" y="5486400"/>
            <a:ext cx="4191000" cy="774700"/>
          </a:xfrm>
          <a:custGeom>
            <a:avLst/>
            <a:gdLst/>
            <a:ahLst/>
            <a:cxnLst/>
            <a:rect l="0" t="0" r="4191000" b="774700"/>
            <a:pathLst>
              <a:path w="4191000" h="774700">
                <a:moveTo>
                  <a:pt x="0" y="774700"/>
                </a:moveTo>
                <a:cubicBezTo>
                  <a:pt x="679450" y="400050"/>
                  <a:pt x="1358900" y="25400"/>
                  <a:pt x="2057400" y="12700"/>
                </a:cubicBezTo>
                <a:cubicBezTo>
                  <a:pt x="2755900" y="0"/>
                  <a:pt x="3835400" y="584200"/>
                  <a:pt x="4191000" y="698500"/>
                </a:cubicBezTo>
              </a:path>
            </a:pathLst>
          </a:custGeom>
          <a:noFill/>
          <a:ln w="9525" cap="flat" cmpd="sng" algn="ctr">
            <a:solidFill>
              <a:schemeClr val="tx1"/>
            </a:solidFill>
            <a:prstDash val="solid"/>
            <a:headEnd type="none"/>
            <a:tailEnd type="triangle" w="med" len="med"/>
          </a:ln>
          <a:effectLst/>
        </p:spPr>
        <p:txBody>
          <a:bodyPr vert="horz" wrap="square" lIns="0" tIns="0" rIns="6781800" bIns="6261100" numCol="1" spcCol="215900" anchor="t"/>
          <a:lstStyle/>
          <a:p>
            <a:pPr/>
            <a:endParaRPr lang="en-us" cap="none"/>
          </a:p>
        </p:txBody>
      </p:sp>
      <p:sp>
        <p:nvSpPr>
          <p:cNvPr id="26" name="Freeform 30"/>
          <p:cNvSpPr>
            <a:extLst>
              <a:ext uri="smNativeData">
                <pr:smNativeData xmlns:pr="smNativeData" xmlns="smNativeData" val="SMDATA_15_VcZhaRMAAAAlAAAACwAAAA0AAAAAAAAAAAAAAAC4KQAA8Ao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4B8AAPwIAAC4KQAA8AoAABAAAAAmAAAACAAAAP//////////"/>
              </a:ext>
            </a:extLst>
          </p:cNvSpPr>
          <p:nvPr/>
        </p:nvSpPr>
        <p:spPr>
          <a:xfrm>
            <a:off x="5181600" y="1460500"/>
            <a:ext cx="1600200" cy="317500"/>
          </a:xfrm>
          <a:custGeom>
            <a:avLst/>
            <a:gdLst/>
            <a:ahLst/>
            <a:cxnLst/>
            <a:rect l="0" t="0" r="1600200" b="317500"/>
            <a:pathLst>
              <a:path w="1600200" h="317500">
                <a:moveTo>
                  <a:pt x="0" y="241300"/>
                </a:moveTo>
                <a:cubicBezTo>
                  <a:pt x="285750" y="120650"/>
                  <a:pt x="571500" y="0"/>
                  <a:pt x="838200" y="12700"/>
                </a:cubicBezTo>
                <a:cubicBezTo>
                  <a:pt x="1104900" y="25400"/>
                  <a:pt x="1352550" y="171450"/>
                  <a:pt x="1600200" y="317500"/>
                </a:cubicBezTo>
              </a:path>
            </a:pathLst>
          </a:custGeom>
          <a:noFill/>
          <a:ln w="9525" cap="flat" cmpd="sng" algn="ctr">
            <a:solidFill>
              <a:schemeClr val="tx1"/>
            </a:solidFill>
            <a:prstDash val="solid"/>
            <a:headEnd type="none"/>
            <a:tailEnd type="triangle" w="med" len="med"/>
          </a:ln>
          <a:effectLst/>
        </p:spPr>
        <p:txBody>
          <a:bodyPr vert="horz" wrap="square" lIns="0" tIns="0" rIns="6781800" bIns="1778000" numCol="1" spcCol="215900" anchor="t"/>
          <a:lstStyle/>
          <a:p>
            <a:pPr/>
            <a:endParaRPr lang="en-us" cap="none"/>
          </a:p>
        </p:txBody>
      </p:sp>
      <p:sp>
        <p:nvSpPr>
          <p:cNvPr id="27" name="Freeform 31"/>
          <p:cNvSpPr>
            <a:extLst>
              <a:ext uri="smNativeData">
                <pr:smNativeData xmlns:pr="smNativeData" xmlns="smNativeData" val="SMDATA_15_VcZhaRMAAAAlAAAACwAAAA0AAAAAAAAAAAAAAAC4KQAA9B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4B8AAAAPAAC4KQAA9BAAABAAAAAmAAAACAAAAP//////////"/>
              </a:ext>
            </a:extLst>
          </p:cNvSpPr>
          <p:nvPr/>
        </p:nvSpPr>
        <p:spPr>
          <a:xfrm>
            <a:off x="5181600" y="2438400"/>
            <a:ext cx="1600200" cy="317500"/>
          </a:xfrm>
          <a:custGeom>
            <a:avLst/>
            <a:gdLst/>
            <a:ahLst/>
            <a:cxnLst/>
            <a:rect l="0" t="0" r="1600200" b="317500"/>
            <a:pathLst>
              <a:path w="1600200" h="317500">
                <a:moveTo>
                  <a:pt x="0" y="241300"/>
                </a:moveTo>
                <a:cubicBezTo>
                  <a:pt x="285750" y="120650"/>
                  <a:pt x="571500" y="0"/>
                  <a:pt x="838200" y="12700"/>
                </a:cubicBezTo>
                <a:cubicBezTo>
                  <a:pt x="1104900" y="25400"/>
                  <a:pt x="1352550" y="171450"/>
                  <a:pt x="1600200" y="317500"/>
                </a:cubicBezTo>
              </a:path>
            </a:pathLst>
          </a:custGeom>
          <a:noFill/>
          <a:ln w="9525" cap="flat" cmpd="sng" algn="ctr">
            <a:solidFill>
              <a:schemeClr val="tx1"/>
            </a:solidFill>
            <a:prstDash val="solid"/>
            <a:headEnd type="none"/>
            <a:tailEnd type="triangle" w="med" len="med"/>
          </a:ln>
          <a:effectLst/>
        </p:spPr>
        <p:txBody>
          <a:bodyPr vert="horz" wrap="square" lIns="0" tIns="0" rIns="6781800" bIns="2755900" numCol="1" spcCol="215900" anchor="t"/>
          <a:lstStyle/>
          <a:p>
            <a:pPr/>
            <a:endParaRPr lang="en-us" cap="none"/>
          </a:p>
        </p:txBody>
      </p:sp>
      <p:sp>
        <p:nvSpPr>
          <p:cNvPr id="28" name="Freeform 32"/>
          <p:cNvSpPr>
            <a:extLst>
              <a:ext uri="smNativeData">
                <pr:smNativeData xmlns:pr="smNativeData" xmlns="smNativeData" val="SMDATA_15_VcZhaRMAAAAlAAAACwAAAA0AAAAAAAAAAAAAAAC4KQAAHBY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4B8AACgUAAC4KQAAHBYAABAAAAAmAAAACAAAAP//////////"/>
              </a:ext>
            </a:extLst>
          </p:cNvSpPr>
          <p:nvPr/>
        </p:nvSpPr>
        <p:spPr>
          <a:xfrm>
            <a:off x="5181600" y="3276600"/>
            <a:ext cx="1600200" cy="317500"/>
          </a:xfrm>
          <a:custGeom>
            <a:avLst/>
            <a:gdLst/>
            <a:ahLst/>
            <a:cxnLst/>
            <a:rect l="0" t="0" r="1600200" b="317500"/>
            <a:pathLst>
              <a:path w="1600200" h="317500">
                <a:moveTo>
                  <a:pt x="0" y="241300"/>
                </a:moveTo>
                <a:cubicBezTo>
                  <a:pt x="285750" y="120650"/>
                  <a:pt x="571500" y="0"/>
                  <a:pt x="838200" y="12700"/>
                </a:cubicBezTo>
                <a:cubicBezTo>
                  <a:pt x="1104900" y="25400"/>
                  <a:pt x="1352550" y="171450"/>
                  <a:pt x="1600200" y="317500"/>
                </a:cubicBezTo>
              </a:path>
            </a:pathLst>
          </a:custGeom>
          <a:noFill/>
          <a:ln w="9525" cap="flat" cmpd="sng" algn="ctr">
            <a:solidFill>
              <a:schemeClr val="tx1"/>
            </a:solidFill>
            <a:prstDash val="solid"/>
            <a:headEnd type="none"/>
            <a:tailEnd type="triangle" w="med" len="med"/>
          </a:ln>
          <a:effectLst/>
        </p:spPr>
        <p:txBody>
          <a:bodyPr vert="horz" wrap="square" lIns="0" tIns="0" rIns="6781800" bIns="3594100" numCol="1" spcCol="215900" anchor="t"/>
          <a:lstStyle/>
          <a:p>
            <a:pPr/>
            <a:endParaRPr lang="en-us" cap="none"/>
          </a:p>
        </p:txBody>
      </p:sp>
      <p:sp>
        <p:nvSpPr>
          <p:cNvPr id="29" name="Freeform 33"/>
          <p:cNvSpPr>
            <a:extLst>
              <a:ext uri="smNativeData">
                <pr:smNativeData xmlns:pr="smNativeData" xmlns="smNativeData" val="SMDATA_15_VcZhaRMAAAAlAAAACwAAAA0AAAAAAAAAAAAAAAC4KQAAvBs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4B8AAMgZAAC4KQAAvBsAABAAAAAmAAAACAAAAP//////////"/>
              </a:ext>
            </a:extLst>
          </p:cNvSpPr>
          <p:nvPr/>
        </p:nvSpPr>
        <p:spPr>
          <a:xfrm>
            <a:off x="5181600" y="4191000"/>
            <a:ext cx="1600200" cy="317500"/>
          </a:xfrm>
          <a:custGeom>
            <a:avLst/>
            <a:gdLst/>
            <a:ahLst/>
            <a:cxnLst/>
            <a:rect l="0" t="0" r="1600200" b="317500"/>
            <a:pathLst>
              <a:path w="1600200" h="317500">
                <a:moveTo>
                  <a:pt x="0" y="241300"/>
                </a:moveTo>
                <a:cubicBezTo>
                  <a:pt x="285750" y="120650"/>
                  <a:pt x="571500" y="0"/>
                  <a:pt x="838200" y="12700"/>
                </a:cubicBezTo>
                <a:cubicBezTo>
                  <a:pt x="1104900" y="25400"/>
                  <a:pt x="1352550" y="171450"/>
                  <a:pt x="1600200" y="317500"/>
                </a:cubicBezTo>
              </a:path>
            </a:pathLst>
          </a:custGeom>
          <a:noFill/>
          <a:ln w="9525" cap="flat" cmpd="sng" algn="ctr">
            <a:solidFill>
              <a:schemeClr val="tx1"/>
            </a:solidFill>
            <a:prstDash val="solid"/>
            <a:headEnd type="none"/>
            <a:tailEnd type="triangle" w="med" len="med"/>
          </a:ln>
          <a:effectLst/>
        </p:spPr>
        <p:txBody>
          <a:bodyPr vert="horz" wrap="square" lIns="0" tIns="0" rIns="6781800" bIns="4508500" numCol="1" spcCol="215900" anchor="t"/>
          <a:lstStyle/>
          <a:p>
            <a:pPr/>
            <a:endParaRPr lang="en-us" cap="none"/>
          </a:p>
        </p:txBody>
      </p:sp>
      <p:sp>
        <p:nvSpPr>
          <p:cNvPr id="30" name="Freeform 34"/>
          <p:cNvSpPr>
            <a:extLst>
              <a:ext uri="smNativeData">
                <pr:smNativeData xmlns:pr="smNativeData" xmlns="smNativeData" val="SMDATA_15_VcZhaRMAAAAlAAAACwAAAA0AAAAAAAAAAAAAAAC4KQAAXCE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4B8AAGgfAAC4KQAAXCEAABAAAAAmAAAACAAAAP//////////"/>
              </a:ext>
            </a:extLst>
          </p:cNvSpPr>
          <p:nvPr/>
        </p:nvSpPr>
        <p:spPr>
          <a:xfrm>
            <a:off x="5181600" y="5105400"/>
            <a:ext cx="1600200" cy="317500"/>
          </a:xfrm>
          <a:custGeom>
            <a:avLst/>
            <a:gdLst/>
            <a:ahLst/>
            <a:cxnLst/>
            <a:rect l="0" t="0" r="1600200" b="317500"/>
            <a:pathLst>
              <a:path w="1600200" h="317500">
                <a:moveTo>
                  <a:pt x="0" y="241300"/>
                </a:moveTo>
                <a:cubicBezTo>
                  <a:pt x="285750" y="120650"/>
                  <a:pt x="571500" y="0"/>
                  <a:pt x="838200" y="12700"/>
                </a:cubicBezTo>
                <a:cubicBezTo>
                  <a:pt x="1104900" y="25400"/>
                  <a:pt x="1352550" y="171450"/>
                  <a:pt x="1600200" y="317500"/>
                </a:cubicBezTo>
              </a:path>
            </a:pathLst>
          </a:custGeom>
          <a:noFill/>
          <a:ln w="9525" cap="flat" cmpd="sng" algn="ctr">
            <a:solidFill>
              <a:schemeClr val="tx1"/>
            </a:solidFill>
            <a:prstDash val="solid"/>
            <a:headEnd type="none"/>
            <a:tailEnd type="triangle" w="med" len="med"/>
          </a:ln>
          <a:effectLst/>
        </p:spPr>
        <p:txBody>
          <a:bodyPr vert="horz" wrap="square" lIns="0" tIns="0" rIns="6781800" bIns="5422900" numCol="1" spcCol="215900" anchor="t"/>
          <a:lstStyle/>
          <a:p>
            <a:pPr/>
            <a:endParaRPr lang="en-us" cap="none"/>
          </a:p>
        </p:txBody>
      </p:sp>
      <p:sp>
        <p:nvSpPr>
          <p:cNvPr id="31" name="Freeform 35"/>
          <p:cNvSpPr>
            <a:extLst>
              <a:ext uri="smNativeData">
                <pr:smNativeData xmlns:pr="smNativeData" xmlns="smNativeData" val="SMDATA_15_VcZhaRMAAAAlAAAACwAAAA0AAAAAAAAAAAAAAAC4KQAA/CY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4B8AAAglAAC4KQAA/CYAABAAAAAmAAAACAAAAP//////////"/>
              </a:ext>
            </a:extLst>
          </p:cNvSpPr>
          <p:nvPr/>
        </p:nvSpPr>
        <p:spPr>
          <a:xfrm>
            <a:off x="5181600" y="6019800"/>
            <a:ext cx="1600200" cy="317500"/>
          </a:xfrm>
          <a:custGeom>
            <a:avLst/>
            <a:gdLst/>
            <a:ahLst/>
            <a:cxnLst/>
            <a:rect l="0" t="0" r="1600200" b="317500"/>
            <a:pathLst>
              <a:path w="1600200" h="317500">
                <a:moveTo>
                  <a:pt x="0" y="241300"/>
                </a:moveTo>
                <a:cubicBezTo>
                  <a:pt x="285750" y="120650"/>
                  <a:pt x="571500" y="0"/>
                  <a:pt x="838200" y="12700"/>
                </a:cubicBezTo>
                <a:cubicBezTo>
                  <a:pt x="1104900" y="25400"/>
                  <a:pt x="1352550" y="171450"/>
                  <a:pt x="1600200" y="317500"/>
                </a:cubicBezTo>
              </a:path>
            </a:pathLst>
          </a:custGeom>
          <a:noFill/>
          <a:ln w="9525" cap="flat" cmpd="sng" algn="ctr">
            <a:solidFill>
              <a:schemeClr val="tx1"/>
            </a:solidFill>
            <a:prstDash val="solid"/>
            <a:headEnd type="none"/>
            <a:tailEnd type="triangle" w="med" len="med"/>
          </a:ln>
          <a:effectLst/>
        </p:spPr>
        <p:txBody>
          <a:bodyPr vert="horz" wrap="square" lIns="0" tIns="0" rIns="6781800" bIns="6337300" numCol="1" spcCol="215900" anchor="t"/>
          <a:lstStyle/>
          <a:p>
            <a:pPr/>
            <a:endParaRPr lang="en-us" cap="none"/>
          </a:p>
        </p:txBody>
      </p:sp>
      <p:sp>
        <p:nvSpPr>
          <p:cNvPr id="32" name="Freeform 38"/>
          <p:cNvSpPr>
            <a:extLst>
              <a:ext uri="smNativeData">
                <pr:smNativeData xmlns:pr="smNativeData" xmlns="smNativeData" val="SMDATA_15_VcZhaRMAAAAlAAAACwAAAA0AAAAAAAAAAAAAAAC4KQAAQAs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4B8AAEwJAAC4KQAAQAsAABAAAAAmAAAACAAAAP//////////"/>
              </a:ext>
            </a:extLst>
          </p:cNvSpPr>
          <p:nvPr/>
        </p:nvSpPr>
        <p:spPr>
          <a:xfrm>
            <a:off x="5181600" y="1511300"/>
            <a:ext cx="1600200" cy="317500"/>
          </a:xfrm>
          <a:custGeom>
            <a:avLst/>
            <a:gdLst/>
            <a:ahLst/>
            <a:cxnLst/>
            <a:rect l="0" t="0" r="1600200" b="317500"/>
            <a:pathLst>
              <a:path w="1600200" h="317500">
                <a:moveTo>
                  <a:pt x="0" y="241300"/>
                </a:moveTo>
                <a:cubicBezTo>
                  <a:pt x="285750" y="120650"/>
                  <a:pt x="571500" y="0"/>
                  <a:pt x="838200" y="12700"/>
                </a:cubicBezTo>
                <a:cubicBezTo>
                  <a:pt x="1104900" y="25400"/>
                  <a:pt x="1352550" y="171450"/>
                  <a:pt x="1600200" y="317500"/>
                </a:cubicBezTo>
              </a:path>
            </a:pathLst>
          </a:custGeom>
          <a:noFill/>
          <a:ln w="9525" cap="flat" cmpd="sng" algn="ctr">
            <a:solidFill>
              <a:schemeClr val="tx1"/>
            </a:solidFill>
            <a:prstDash val="solid"/>
            <a:headEnd type="none"/>
            <a:tailEnd type="triangle" w="med" len="med"/>
          </a:ln>
          <a:effectLst/>
        </p:spPr>
        <p:txBody>
          <a:bodyPr vert="horz" wrap="square" lIns="0" tIns="0" rIns="6781800" bIns="1828800" numCol="1" spcCol="215900" anchor="t"/>
          <a:lstStyle/>
          <a:p>
            <a:pPr/>
            <a:endParaRPr lang="en-us" cap="none"/>
          </a:p>
        </p:txBody>
      </p:sp>
      <p:grpSp>
        <p:nvGrpSpPr>
          <p:cNvPr id="33" name="Group 42"/>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BMOAABACwAAGBUAAHAmAAAQAAAAJgAAAAgAAAD/////AAAAAA=="/>
              </a:ext>
            </a:extLst>
          </p:cNvGrpSpPr>
          <p:nvPr/>
        </p:nvGrpSpPr>
        <p:grpSpPr>
          <a:xfrm>
            <a:off x="2287905" y="1828800"/>
            <a:ext cx="1141095" cy="4419600"/>
            <a:chOff x="2287905" y="1828800"/>
            <a:chExt cx="1141095" cy="4419600"/>
          </a:xfrm>
        </p:grpSpPr>
        <p:sp>
          <p:nvSpPr>
            <p:cNvPr id="38" name="Freeform 43"/>
            <p:cNvSpPr>
              <a:extLst>
                <a:ext uri="smNativeData">
                  <pr:smNativeData xmlns:pr="smNativeData" xmlns="smNativeData" val="SMDATA_15_VcZhaRMAAAAlAAAACwAAAA0AAAAAAAAAAAAAAAAEAAAAB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BAAAEALAAAYFQAAcCYAAAAAAAAmAAAACAAAAP//////////"/>
                </a:ext>
              </a:extLst>
            </p:cNvSpPr>
            <p:nvPr/>
          </p:nvSpPr>
          <p:spPr>
            <a:xfrm>
              <a:off x="2667000" y="1828800"/>
              <a:ext cx="762000" cy="4419600"/>
            </a:xfrm>
            <a:custGeom>
              <a:avLst/>
              <a:gdLst/>
              <a:ahLst/>
              <a:cxnLst/>
              <a:rect l="0" t="0" r="762000" b="4419600"/>
              <a:pathLst>
                <a:path w="762000" h="4419600">
                  <a:moveTo>
                    <a:pt x="0" y="0"/>
                  </a:moveTo>
                  <a:cubicBezTo>
                    <a:pt x="381000" y="622300"/>
                    <a:pt x="762000" y="1244600"/>
                    <a:pt x="762000" y="1981200"/>
                  </a:cubicBezTo>
                  <a:cubicBezTo>
                    <a:pt x="762000" y="2717800"/>
                    <a:pt x="381000" y="3568700"/>
                    <a:pt x="0" y="4419600"/>
                  </a:cubicBezTo>
                </a:path>
              </a:pathLst>
            </a:custGeom>
            <a:noFill/>
            <a:ln w="9525" cap="flat" cmpd="sng" algn="ctr">
              <a:solidFill>
                <a:schemeClr val="tx1"/>
              </a:solidFill>
              <a:prstDash val="solid"/>
              <a:headEnd type="none"/>
              <a:tailEnd type="triangle" w="med" len="med"/>
            </a:ln>
            <a:effectLst/>
          </p:spPr>
          <p:txBody>
            <a:bodyPr vert="horz" wrap="square" lIns="0" tIns="0" rIns="2540" bIns="3810" numCol="1" spcCol="215900" anchor="t"/>
            <a:lstStyle/>
            <a:p>
              <a:pPr/>
              <a:endParaRPr lang="en-us" cap="none"/>
            </a:p>
          </p:txBody>
        </p:sp>
        <p:sp>
          <p:nvSpPr>
            <p:cNvPr id="37" name="Freeform 44"/>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OAQAACpEwAAgCUAAAAAAAAmAAAACAAAAP//////////"/>
                </a:ext>
              </a:extLst>
            </p:cNvSpPr>
            <p:nvPr/>
          </p:nvSpPr>
          <p:spPr>
            <a:xfrm>
              <a:off x="2590800" y="2743200"/>
              <a:ext cx="605155" cy="3352800"/>
            </a:xfrm>
            <a:custGeom>
              <a:avLst/>
              <a:gdLst/>
              <a:ahLst/>
              <a:cxnLst/>
              <a:rect l="0" t="0" r="605155" b="3352800"/>
              <a:pathLst>
                <a:path w="605155" h="3352800">
                  <a:moveTo>
                    <a:pt x="76240" y="0"/>
                  </a:moveTo>
                  <a:cubicBezTo>
                    <a:pt x="162010" y="263525"/>
                    <a:pt x="605155" y="1023938"/>
                    <a:pt x="592448" y="1582738"/>
                  </a:cubicBezTo>
                  <a:cubicBezTo>
                    <a:pt x="579741" y="2141538"/>
                    <a:pt x="123889" y="2984500"/>
                    <a:pt x="0" y="3352800"/>
                  </a:cubicBezTo>
                </a:path>
              </a:pathLst>
            </a:custGeom>
            <a:noFill/>
            <a:ln w="9525" cap="flat" cmpd="sng" algn="ctr">
              <a:solidFill>
                <a:schemeClr val="tx1"/>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36" name="Freeform 45"/>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eA8AAIAWAAAgEgAACCUAAAAAAAAmAAAACAAAAP//////////"/>
                </a:ext>
              </a:extLst>
            </p:cNvSpPr>
            <p:nvPr/>
          </p:nvSpPr>
          <p:spPr>
            <a:xfrm>
              <a:off x="2514600" y="3657600"/>
              <a:ext cx="431800" cy="2362200"/>
            </a:xfrm>
            <a:custGeom>
              <a:avLst/>
              <a:gdLst/>
              <a:ahLst/>
              <a:cxnLst/>
              <a:rect l="0" t="0" r="431800" b="2362200"/>
              <a:pathLst>
                <a:path w="431800" h="2362200">
                  <a:moveTo>
                    <a:pt x="152400" y="0"/>
                  </a:moveTo>
                  <a:cubicBezTo>
                    <a:pt x="195263" y="207963"/>
                    <a:pt x="431800" y="854075"/>
                    <a:pt x="406400" y="1247775"/>
                  </a:cubicBezTo>
                  <a:cubicBezTo>
                    <a:pt x="381000" y="1641475"/>
                    <a:pt x="84138" y="2130425"/>
                    <a:pt x="0" y="2362200"/>
                  </a:cubicBezTo>
                </a:path>
              </a:pathLst>
            </a:custGeom>
            <a:noFill/>
            <a:ln w="9525" cap="flat" cmpd="sng" algn="ctr">
              <a:solidFill>
                <a:schemeClr val="tx1"/>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35" name="Freeform 46"/>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A8AACAcAAANEQAAkCQAAAAAAAAmAAAACAAAAP//////////"/>
                </a:ext>
              </a:extLst>
            </p:cNvSpPr>
            <p:nvPr/>
          </p:nvSpPr>
          <p:spPr>
            <a:xfrm>
              <a:off x="2438400" y="4572000"/>
              <a:ext cx="333375" cy="1371600"/>
            </a:xfrm>
            <a:custGeom>
              <a:avLst/>
              <a:gdLst/>
              <a:ahLst/>
              <a:cxnLst/>
              <a:rect l="0" t="0" r="333375" b="1371600"/>
              <a:pathLst>
                <a:path w="333375" h="1371600">
                  <a:moveTo>
                    <a:pt x="152400" y="0"/>
                  </a:moveTo>
                  <a:cubicBezTo>
                    <a:pt x="177800" y="92075"/>
                    <a:pt x="333375" y="322263"/>
                    <a:pt x="307975" y="550863"/>
                  </a:cubicBezTo>
                  <a:cubicBezTo>
                    <a:pt x="282575" y="779463"/>
                    <a:pt x="63500" y="1200150"/>
                    <a:pt x="0" y="1371600"/>
                  </a:cubicBezTo>
                </a:path>
              </a:pathLst>
            </a:custGeom>
            <a:noFill/>
            <a:ln w="9525" cap="flat" cmpd="sng" algn="ctr">
              <a:solidFill>
                <a:schemeClr val="tx1"/>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34" name="Freeform 47"/>
            <p:cNvSpPr>
              <a:extLst>
                <a:ext uri="smNativeData">
                  <pr:smNativeData xmlns:pr="smNativeData" xmlns="smNativeData" val="SMDATA_15_VcZhaRMAAAAlAAAACwAAAA0AAAAAAAAAAAAAAAAD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Ew4AAC0jAAAVDgAAlSQAAAAAAAAmAAAACAAAAP//////////"/>
                </a:ext>
              </a:extLst>
            </p:cNvSpPr>
            <p:nvPr/>
          </p:nvSpPr>
          <p:spPr>
            <a:xfrm>
              <a:off x="2287905" y="5718175"/>
              <a:ext cx="1270" cy="228600"/>
            </a:xfrm>
            <a:custGeom>
              <a:avLst/>
              <a:gdLst/>
              <a:ahLst/>
              <a:cxnLst/>
              <a:rect l="0" t="0" r="1270" b="228600"/>
              <a:pathLst>
                <a:path w="1270" h="228600">
                  <a:moveTo>
                    <a:pt x="0" y="0"/>
                  </a:moveTo>
                  <a:cubicBezTo>
                    <a:pt x="0" y="0"/>
                    <a:pt x="0" y="114300"/>
                    <a:pt x="0" y="228600"/>
                  </a:cubicBezTo>
                </a:path>
              </a:pathLst>
            </a:custGeom>
            <a:noFill/>
            <a:ln w="9525" cap="flat" cmpd="sng" algn="ctr">
              <a:solidFill>
                <a:schemeClr val="tx1"/>
              </a:solidFill>
              <a:prstDash val="solid"/>
              <a:headEnd type="none"/>
              <a:tailEnd type="triangle" w="med" len="med"/>
            </a:ln>
            <a:effectLst/>
          </p:spPr>
          <p:txBody>
            <a:bodyPr vert="horz" wrap="square" lIns="0" tIns="0" rIns="1905" bIns="3175" numCol="1" spcCol="215900" anchor="t"/>
            <a:lstStyle/>
            <a:p>
              <a:pPr/>
              <a:endParaRPr lang="en-us" cap="none"/>
            </a:p>
          </p:txBody>
        </p:sp>
      </p:grpSp>
      <p:grpSp>
        <p:nvGrpSpPr>
          <p:cNvPr id="39" name="Group 48"/>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IgdAABACwAAjiQAAHAmAAAQAAAAJgAAAAgAAAD/////AAAAAA=="/>
              </a:ext>
            </a:extLst>
          </p:cNvGrpSpPr>
          <p:nvPr/>
        </p:nvGrpSpPr>
        <p:grpSpPr>
          <a:xfrm>
            <a:off x="4800600" y="1828800"/>
            <a:ext cx="1141730" cy="4419600"/>
            <a:chOff x="4800600" y="1828800"/>
            <a:chExt cx="1141730" cy="4419600"/>
          </a:xfrm>
        </p:grpSpPr>
        <p:sp>
          <p:nvSpPr>
            <p:cNvPr id="44" name="Freeform 49"/>
            <p:cNvSpPr>
              <a:extLst>
                <a:ext uri="smNativeData">
                  <pr:smNativeData xmlns:pr="smNativeData" xmlns="smNativeData" val="SMDATA_15_VcZhaRMAAAAlAAAACwAAAA0AAAAAAAAAAAAAAAAEAAAAB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3h8AAEALAACOJAAAcCYAAAAAAAAmAAAACAAAAP//////////"/>
                </a:ext>
              </a:extLst>
            </p:cNvSpPr>
            <p:nvPr/>
          </p:nvSpPr>
          <p:spPr>
            <a:xfrm>
              <a:off x="5180330" y="1828800"/>
              <a:ext cx="762000" cy="4419600"/>
            </a:xfrm>
            <a:custGeom>
              <a:avLst/>
              <a:gdLst/>
              <a:ahLst/>
              <a:cxnLst/>
              <a:rect l="0" t="0" r="762000" b="4419600"/>
              <a:pathLst>
                <a:path w="762000" h="4419600">
                  <a:moveTo>
                    <a:pt x="0" y="0"/>
                  </a:moveTo>
                  <a:cubicBezTo>
                    <a:pt x="381000" y="622300"/>
                    <a:pt x="762000" y="1244600"/>
                    <a:pt x="762000" y="1981200"/>
                  </a:cubicBezTo>
                  <a:cubicBezTo>
                    <a:pt x="762000" y="2717800"/>
                    <a:pt x="381000" y="3568700"/>
                    <a:pt x="0" y="4419600"/>
                  </a:cubicBezTo>
                </a:path>
              </a:pathLst>
            </a:custGeom>
            <a:noFill/>
            <a:ln w="9525" cap="flat" cmpd="sng" algn="ctr">
              <a:solidFill>
                <a:schemeClr val="tx1"/>
              </a:solidFill>
              <a:prstDash val="solid"/>
              <a:headEnd type="none"/>
              <a:tailEnd type="triangle" w="med" len="med"/>
            </a:ln>
            <a:effectLst/>
          </p:spPr>
          <p:txBody>
            <a:bodyPr vert="horz" wrap="square" lIns="0" tIns="0" rIns="2540" bIns="3810" numCol="1" spcCol="215900" anchor="t"/>
            <a:lstStyle/>
            <a:p>
              <a:pPr/>
              <a:endParaRPr lang="en-us" cap="none"/>
            </a:p>
          </p:txBody>
        </p:sp>
        <p:sp>
          <p:nvSpPr>
            <p:cNvPr id="43" name="Freeform 50"/>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h8AAOAQAAAeIwAAgCUAAAAAAAAmAAAACAAAAP//////////"/>
                </a:ext>
              </a:extLst>
            </p:cNvSpPr>
            <p:nvPr/>
          </p:nvSpPr>
          <p:spPr>
            <a:xfrm>
              <a:off x="5104130" y="2743200"/>
              <a:ext cx="604520" cy="3352800"/>
            </a:xfrm>
            <a:custGeom>
              <a:avLst/>
              <a:gdLst/>
              <a:ahLst/>
              <a:cxnLst/>
              <a:rect l="0" t="0" r="604520" b="3352800"/>
              <a:pathLst>
                <a:path w="604520" h="3352800">
                  <a:moveTo>
                    <a:pt x="76160" y="0"/>
                  </a:moveTo>
                  <a:cubicBezTo>
                    <a:pt x="161840" y="263525"/>
                    <a:pt x="604520" y="1023938"/>
                    <a:pt x="591827" y="1582738"/>
                  </a:cubicBezTo>
                  <a:cubicBezTo>
                    <a:pt x="579133" y="2141538"/>
                    <a:pt x="123760" y="2984500"/>
                    <a:pt x="0" y="3352800"/>
                  </a:cubicBezTo>
                </a:path>
              </a:pathLst>
            </a:custGeom>
            <a:noFill/>
            <a:ln w="9525" cap="flat" cmpd="sng" algn="ctr">
              <a:solidFill>
                <a:schemeClr val="tx1"/>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42" name="Freeform 51"/>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7h4AAIAWAACWIQAACCUAAAAAAAAmAAAACAAAAP//////////"/>
                </a:ext>
              </a:extLst>
            </p:cNvSpPr>
            <p:nvPr/>
          </p:nvSpPr>
          <p:spPr>
            <a:xfrm>
              <a:off x="5027930" y="3657600"/>
              <a:ext cx="431800" cy="2362200"/>
            </a:xfrm>
            <a:custGeom>
              <a:avLst/>
              <a:gdLst/>
              <a:ahLst/>
              <a:cxnLst/>
              <a:rect l="0" t="0" r="431800" b="2362200"/>
              <a:pathLst>
                <a:path w="431800" h="2362200">
                  <a:moveTo>
                    <a:pt x="152400" y="0"/>
                  </a:moveTo>
                  <a:cubicBezTo>
                    <a:pt x="195263" y="207963"/>
                    <a:pt x="431800" y="854075"/>
                    <a:pt x="406400" y="1247775"/>
                  </a:cubicBezTo>
                  <a:cubicBezTo>
                    <a:pt x="381000" y="1641475"/>
                    <a:pt x="84138" y="2130425"/>
                    <a:pt x="0" y="2362200"/>
                  </a:cubicBezTo>
                </a:path>
              </a:pathLst>
            </a:custGeom>
            <a:noFill/>
            <a:ln w="9525" cap="flat" cmpd="sng" algn="ctr">
              <a:solidFill>
                <a:schemeClr val="tx1"/>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41" name="Freeform 52"/>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Ifu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dh4AACAcAACDIAAAkCQAAAAAAAAmAAAACAAAAP//////////"/>
                </a:ext>
              </a:extLst>
            </p:cNvSpPr>
            <p:nvPr/>
          </p:nvSpPr>
          <p:spPr>
            <a:xfrm>
              <a:off x="4951730" y="4572000"/>
              <a:ext cx="333375" cy="1371600"/>
            </a:xfrm>
            <a:custGeom>
              <a:avLst/>
              <a:gdLst/>
              <a:ahLst/>
              <a:cxnLst/>
              <a:rect l="0" t="0" r="333375" b="1371600"/>
              <a:pathLst>
                <a:path w="333375" h="1371600">
                  <a:moveTo>
                    <a:pt x="152400" y="0"/>
                  </a:moveTo>
                  <a:cubicBezTo>
                    <a:pt x="177800" y="92075"/>
                    <a:pt x="333375" y="322263"/>
                    <a:pt x="307975" y="550863"/>
                  </a:cubicBezTo>
                  <a:cubicBezTo>
                    <a:pt x="282575" y="779463"/>
                    <a:pt x="63500" y="1200150"/>
                    <a:pt x="0" y="1371600"/>
                  </a:cubicBezTo>
                </a:path>
              </a:pathLst>
            </a:custGeom>
            <a:noFill/>
            <a:ln w="9525" cap="flat" cmpd="sng" algn="ctr">
              <a:solidFill>
                <a:schemeClr val="tx1"/>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40" name="Freeform 53"/>
            <p:cNvSpPr>
              <a:extLst>
                <a:ext uri="smNativeData">
                  <pr:smNativeData xmlns:pr="smNativeData" xmlns="smNativeData" val="SMDATA_15_VcZhaRMAAAAlAAAACwAAAA0AAAAAAAAAAAAAAAAD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J8iry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iB0AAC0jAACLHQAAlSQAAAAAAAAmAAAACAAAAP//////////"/>
                </a:ext>
              </a:extLst>
            </p:cNvSpPr>
            <p:nvPr/>
          </p:nvSpPr>
          <p:spPr>
            <a:xfrm>
              <a:off x="4800600" y="5718175"/>
              <a:ext cx="1905" cy="228600"/>
            </a:xfrm>
            <a:custGeom>
              <a:avLst/>
              <a:gdLst/>
              <a:ahLst/>
              <a:cxnLst/>
              <a:rect l="0" t="0" r="1905" b="228600"/>
              <a:pathLst>
                <a:path w="1905" h="228600">
                  <a:moveTo>
                    <a:pt x="0" y="0"/>
                  </a:moveTo>
                  <a:cubicBezTo>
                    <a:pt x="0" y="0"/>
                    <a:pt x="0" y="114300"/>
                    <a:pt x="0" y="228600"/>
                  </a:cubicBezTo>
                </a:path>
              </a:pathLst>
            </a:custGeom>
            <a:noFill/>
            <a:ln w="9525" cap="flat" cmpd="sng" algn="ctr">
              <a:solidFill>
                <a:schemeClr val="tx1"/>
              </a:solidFill>
              <a:prstDash val="solid"/>
              <a:headEnd type="none"/>
              <a:tailEnd type="triangle" w="med" len="med"/>
            </a:ln>
            <a:effectLst/>
          </p:spPr>
          <p:txBody>
            <a:bodyPr vert="horz" wrap="square" lIns="0" tIns="0" rIns="1905" bIns="3175" numCol="1" spcCol="215900" anchor="t"/>
            <a:lstStyle/>
            <a:p>
              <a:pPr/>
              <a:endParaRPr lang="en-us" cap="none"/>
            </a:p>
          </p:txBody>
        </p:sp>
      </p:grpSp>
      <p:grpSp>
        <p:nvGrpSpPr>
          <p:cNvPr id="45" name="Group 54"/>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AAtAABACwAABjQAAHAmAAAQAAAAJgAAAAgAAAD/////AAAAAA=="/>
              </a:ext>
            </a:extLst>
          </p:cNvGrpSpPr>
          <p:nvPr/>
        </p:nvGrpSpPr>
        <p:grpSpPr>
          <a:xfrm>
            <a:off x="7315200" y="1828800"/>
            <a:ext cx="1141730" cy="4419600"/>
            <a:chOff x="7315200" y="1828800"/>
            <a:chExt cx="1141730" cy="4419600"/>
          </a:xfrm>
        </p:grpSpPr>
        <p:sp>
          <p:nvSpPr>
            <p:cNvPr id="50" name="Freeform 55"/>
            <p:cNvSpPr>
              <a:extLst>
                <a:ext uri="smNativeData">
                  <pr:smNativeData xmlns:pr="smNativeData" xmlns="smNativeData" val="SMDATA_15_VcZhaRMAAAAlAAAACwAAAA0AAAAAAAAAAAAAAAAEAAAABg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Am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Vi8AAEALAAAGNAAAcCYAAAAAAAAmAAAACAAAAP//////////"/>
                </a:ext>
              </a:extLst>
            </p:cNvSpPr>
            <p:nvPr/>
          </p:nvSpPr>
          <p:spPr>
            <a:xfrm>
              <a:off x="7694930" y="1828800"/>
              <a:ext cx="762000" cy="4419600"/>
            </a:xfrm>
            <a:custGeom>
              <a:avLst/>
              <a:gdLst/>
              <a:ahLst/>
              <a:cxnLst/>
              <a:rect l="0" t="0" r="762000" b="4419600"/>
              <a:pathLst>
                <a:path w="762000" h="4419600">
                  <a:moveTo>
                    <a:pt x="0" y="0"/>
                  </a:moveTo>
                  <a:cubicBezTo>
                    <a:pt x="381000" y="622300"/>
                    <a:pt x="762000" y="1244600"/>
                    <a:pt x="762000" y="1981200"/>
                  </a:cubicBezTo>
                  <a:cubicBezTo>
                    <a:pt x="762000" y="2717800"/>
                    <a:pt x="381000" y="3568700"/>
                    <a:pt x="0" y="4419600"/>
                  </a:cubicBezTo>
                </a:path>
              </a:pathLst>
            </a:custGeom>
            <a:noFill/>
            <a:ln w="9525" cap="flat" cmpd="sng" algn="ctr">
              <a:solidFill>
                <a:schemeClr val="tx1"/>
              </a:solidFill>
              <a:prstDash val="solid"/>
              <a:headEnd type="none"/>
              <a:tailEnd type="triangle" w="med" len="med"/>
            </a:ln>
            <a:effectLst/>
          </p:spPr>
          <p:txBody>
            <a:bodyPr vert="horz" wrap="square" lIns="0" tIns="0" rIns="2540" bIns="3810" numCol="1" spcCol="215900" anchor="t"/>
            <a:lstStyle/>
            <a:p>
              <a:pPr/>
              <a:endParaRPr lang="en-us" cap="none"/>
            </a:p>
          </p:txBody>
        </p:sp>
        <p:sp>
          <p:nvSpPr>
            <p:cNvPr id="49" name="Freeform 56"/>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IB9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3i4AAOAQAACWMgAAgCUAAAAAAAAmAAAACAAAAP//////////"/>
                </a:ext>
              </a:extLst>
            </p:cNvSpPr>
            <p:nvPr/>
          </p:nvSpPr>
          <p:spPr>
            <a:xfrm>
              <a:off x="7618730" y="2743200"/>
              <a:ext cx="604520" cy="3352800"/>
            </a:xfrm>
            <a:custGeom>
              <a:avLst/>
              <a:gdLst/>
              <a:ahLst/>
              <a:cxnLst/>
              <a:rect l="0" t="0" r="604520" b="3352800"/>
              <a:pathLst>
                <a:path w="604520" h="3352800">
                  <a:moveTo>
                    <a:pt x="76160" y="0"/>
                  </a:moveTo>
                  <a:cubicBezTo>
                    <a:pt x="161840" y="263525"/>
                    <a:pt x="604520" y="1023938"/>
                    <a:pt x="591827" y="1582738"/>
                  </a:cubicBezTo>
                  <a:cubicBezTo>
                    <a:pt x="579133" y="2141538"/>
                    <a:pt x="123760" y="2984500"/>
                    <a:pt x="0" y="3352800"/>
                  </a:cubicBezTo>
                </a:path>
              </a:pathLst>
            </a:custGeom>
            <a:noFill/>
            <a:ln w="9525" cap="flat" cmpd="sng" algn="ctr">
              <a:solidFill>
                <a:schemeClr val="tx1"/>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48" name="Freeform 57"/>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i4AAIAWAAAOMQAACCUAAAAAAAAmAAAACAAAAP//////////"/>
                </a:ext>
              </a:extLst>
            </p:cNvSpPr>
            <p:nvPr/>
          </p:nvSpPr>
          <p:spPr>
            <a:xfrm>
              <a:off x="7542530" y="3657600"/>
              <a:ext cx="431800" cy="2362200"/>
            </a:xfrm>
            <a:custGeom>
              <a:avLst/>
              <a:gdLst/>
              <a:ahLst/>
              <a:cxnLst/>
              <a:rect l="0" t="0" r="431800" b="2362200"/>
              <a:pathLst>
                <a:path w="431800" h="2362200">
                  <a:moveTo>
                    <a:pt x="152400" y="0"/>
                  </a:moveTo>
                  <a:cubicBezTo>
                    <a:pt x="195263" y="207963"/>
                    <a:pt x="431800" y="854075"/>
                    <a:pt x="406400" y="1247775"/>
                  </a:cubicBezTo>
                  <a:cubicBezTo>
                    <a:pt x="381000" y="1641475"/>
                    <a:pt x="84138" y="2130425"/>
                    <a:pt x="0" y="2362200"/>
                  </a:cubicBezTo>
                </a:path>
              </a:pathLst>
            </a:custGeom>
            <a:noFill/>
            <a:ln w="9525" cap="flat" cmpd="sng" algn="ctr">
              <a:solidFill>
                <a:schemeClr val="tx1"/>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47" name="Freeform 58"/>
            <p:cNvSpPr>
              <a:extLst>
                <a:ext uri="smNativeData">
                  <pr:smNativeData xmlns:pr="smNativeData" xmlns="smNativeData" val="SMDATA_15_VcZhaRMAAAAlAAAACwAAAA0AAAAAAAAAAAAAAAAE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MU8Jl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7i0AACAcAAD7LwAAkCQAAAAAAAAmAAAACAAAAP//////////"/>
                </a:ext>
              </a:extLst>
            </p:cNvSpPr>
            <p:nvPr/>
          </p:nvSpPr>
          <p:spPr>
            <a:xfrm>
              <a:off x="7466330" y="4572000"/>
              <a:ext cx="333375" cy="1371600"/>
            </a:xfrm>
            <a:custGeom>
              <a:avLst/>
              <a:gdLst/>
              <a:ahLst/>
              <a:cxnLst/>
              <a:rect l="0" t="0" r="333375" b="1371600"/>
              <a:pathLst>
                <a:path w="333375" h="1371600">
                  <a:moveTo>
                    <a:pt x="152400" y="0"/>
                  </a:moveTo>
                  <a:cubicBezTo>
                    <a:pt x="177800" y="92075"/>
                    <a:pt x="333375" y="322263"/>
                    <a:pt x="307975" y="550863"/>
                  </a:cubicBezTo>
                  <a:cubicBezTo>
                    <a:pt x="282575" y="779463"/>
                    <a:pt x="63500" y="1200150"/>
                    <a:pt x="0" y="1371600"/>
                  </a:cubicBezTo>
                </a:path>
              </a:pathLst>
            </a:custGeom>
            <a:noFill/>
            <a:ln w="9525" cap="flat" cmpd="sng" algn="ctr">
              <a:solidFill>
                <a:schemeClr val="tx1"/>
              </a:solidFill>
              <a:prstDash val="solid"/>
              <a:headEnd type="none"/>
              <a:tailEnd type="triangle" w="med" len="med"/>
            </a:ln>
            <a:effectLst/>
          </p:spPr>
          <p:txBody>
            <a:bodyPr vert="horz" wrap="square" lIns="0" tIns="0" rIns="2540" bIns="3175" numCol="1" spcCol="215900" anchor="t"/>
            <a:lstStyle/>
            <a:p>
              <a:pPr/>
              <a:endParaRPr lang="en-us" cap="none"/>
            </a:p>
          </p:txBody>
        </p:sp>
        <p:sp>
          <p:nvSpPr>
            <p:cNvPr id="46" name="Freeform 59"/>
            <p:cNvSpPr>
              <a:extLst>
                <a:ext uri="smNativeData">
                  <pr:smNativeData xmlns:pr="smNativeData" xmlns="smNativeData" val="SMDATA_15_VcZhaRMAAAAlAAAACwAAAA0AAAAAAAAAAAAAAAADAAAABQ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dXN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C0AAC0jAAADLQAAlSQAAAAAAAAmAAAACAAAAP//////////"/>
                </a:ext>
              </a:extLst>
            </p:cNvSpPr>
            <p:nvPr/>
          </p:nvSpPr>
          <p:spPr>
            <a:xfrm>
              <a:off x="7315200" y="5718175"/>
              <a:ext cx="1905" cy="228600"/>
            </a:xfrm>
            <a:custGeom>
              <a:avLst/>
              <a:gdLst/>
              <a:ahLst/>
              <a:cxnLst/>
              <a:rect l="0" t="0" r="1905" b="228600"/>
              <a:pathLst>
                <a:path w="1905" h="228600">
                  <a:moveTo>
                    <a:pt x="0" y="0"/>
                  </a:moveTo>
                  <a:cubicBezTo>
                    <a:pt x="0" y="0"/>
                    <a:pt x="0" y="114300"/>
                    <a:pt x="0" y="228600"/>
                  </a:cubicBezTo>
                </a:path>
              </a:pathLst>
            </a:custGeom>
            <a:noFill/>
            <a:ln w="9525" cap="flat" cmpd="sng" algn="ctr">
              <a:solidFill>
                <a:schemeClr val="tx1"/>
              </a:solidFill>
              <a:prstDash val="solid"/>
              <a:headEnd type="none"/>
              <a:tailEnd type="triangle" w="med" len="med"/>
            </a:ln>
            <a:effectLst/>
          </p:spPr>
          <p:txBody>
            <a:bodyPr vert="horz" wrap="square" lIns="0" tIns="0" rIns="1905" bIns="3175" numCol="1" spcCol="215900" anchor="t"/>
            <a:lstStyle/>
            <a:p>
              <a:pPr/>
              <a:endParaRPr lang="en-us" cap="none"/>
            </a:p>
          </p:txBody>
        </p:sp>
      </p:grpSp>
      <p:sp>
        <p:nvSpPr>
          <p:cNvPr id="51" name="Line 61"/>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o8ms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2x8AADgiAACzKQAAcCYAABAAAAAmAAAACAAAAP//////////"/>
              </a:ext>
            </a:extLst>
          </p:cNvSpPr>
          <p:nvPr/>
        </p:nvSpPr>
        <p:spPr>
          <a:xfrm flipV="1">
            <a:off x="5178425" y="5562600"/>
            <a:ext cx="1600200" cy="6858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sp>
        <p:nvSpPr>
          <p:cNvPr id="52" name="Line 62"/>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iPUF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4B8AAOAQAAC4KQAAGBUAABAAAAAmAAAACAAAAP//////////"/>
              </a:ext>
            </a:extLst>
          </p:cNvSpPr>
          <p:nvPr/>
        </p:nvSpPr>
        <p:spPr>
          <a:xfrm flipV="1">
            <a:off x="5181600" y="2743200"/>
            <a:ext cx="1600200" cy="6858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sp>
        <p:nvSpPr>
          <p:cNvPr id="53" name="Line 63"/>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B8AAPgWAABAKQAAMBsAABAAAAAmAAAACAAAAP//////////"/>
              </a:ext>
            </a:extLst>
          </p:cNvSpPr>
          <p:nvPr/>
        </p:nvSpPr>
        <p:spPr>
          <a:xfrm flipV="1">
            <a:off x="5105400" y="3733800"/>
            <a:ext cx="1600200" cy="6858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sp>
        <p:nvSpPr>
          <p:cNvPr id="54" name="Line 64"/>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4B8AAJgcAAC4KQAA0CAAABAAAAAmAAAACAAAAP//////////"/>
              </a:ext>
            </a:extLst>
          </p:cNvSpPr>
          <p:nvPr/>
        </p:nvSpPr>
        <p:spPr>
          <a:xfrm flipV="1">
            <a:off x="5181600" y="4648200"/>
            <a:ext cx="1600200" cy="6858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sp>
        <p:nvSpPr>
          <p:cNvPr id="55" name="Line 65"/>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4B8AALgLAAC4KQAA8A8AABAAAAAmAAAACAAAAP//////////"/>
              </a:ext>
            </a:extLst>
          </p:cNvSpPr>
          <p:nvPr/>
        </p:nvSpPr>
        <p:spPr>
          <a:xfrm flipV="1">
            <a:off x="5181600" y="1905000"/>
            <a:ext cx="1600200" cy="6858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grpSp>
        <p:nvGrpSpPr>
          <p:cNvPr id="56" name="Group 66"/>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HgPAADICgAAyBkAAIAlAAAQAAAAJgAAAAgAAAD/////AAAAAA=="/>
              </a:ext>
            </a:extLst>
          </p:cNvGrpSpPr>
          <p:nvPr/>
        </p:nvGrpSpPr>
        <p:grpSpPr>
          <a:xfrm>
            <a:off x="2514600" y="1752600"/>
            <a:ext cx="1676400" cy="4343400"/>
            <a:chOff x="2514600" y="1752600"/>
            <a:chExt cx="1676400" cy="4343400"/>
          </a:xfrm>
        </p:grpSpPr>
        <p:sp>
          <p:nvSpPr>
            <p:cNvPr id="61" name="Line 67"/>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C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6w8AAEghAADDGQAAgCUAAAAAAAAmAAAACAAAAP//////////"/>
                </a:ext>
              </a:extLst>
            </p:cNvSpPr>
            <p:nvPr/>
          </p:nvSpPr>
          <p:spPr>
            <a:xfrm flipV="1">
              <a:off x="2587625" y="5410200"/>
              <a:ext cx="1600200" cy="685800"/>
            </a:xfrm>
            <a:prstGeom prst="line">
              <a:avLst/>
            </a:prstGeom>
            <a:noFill/>
            <a:ln w="9525" cap="flat" cmpd="sng" algn="ctr">
              <a:solidFill>
                <a:schemeClr val="tx1"/>
              </a:solidFill>
              <a:prstDash val="solid"/>
              <a:headEnd type="triangle" w="med" len="med"/>
              <a:tailEnd type="none"/>
            </a:ln>
            <a:effectLst/>
          </p:spPr>
          <p:txBody>
            <a:bodyPr rot="10800000" vert="horz" wrap="square" lIns="91440" tIns="45720" rIns="91440" bIns="45720" numCol="1" spcCol="215900" anchor="t"/>
            <a:lstStyle/>
            <a:p>
              <a:pPr/>
              <a:endParaRPr lang="en-us" cap="none"/>
            </a:p>
          </p:txBody>
        </p:sp>
        <p:sp>
          <p:nvSpPr>
            <p:cNvPr id="60" name="Line 68"/>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C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OAQAADIGQAAGBUAAAAAAAAmAAAACAAAAP//////////"/>
                </a:ext>
              </a:extLst>
            </p:cNvSpPr>
            <p:nvPr/>
          </p:nvSpPr>
          <p:spPr>
            <a:xfrm flipV="1">
              <a:off x="2590800" y="2743200"/>
              <a:ext cx="1600200" cy="685800"/>
            </a:xfrm>
            <a:prstGeom prst="line">
              <a:avLst/>
            </a:prstGeom>
            <a:noFill/>
            <a:ln w="9525" cap="flat" cmpd="sng" algn="ctr">
              <a:solidFill>
                <a:schemeClr val="tx1"/>
              </a:solidFill>
              <a:prstDash val="solid"/>
              <a:headEnd type="triangle" w="med" len="med"/>
              <a:tailEnd type="none"/>
            </a:ln>
            <a:effectLst/>
          </p:spPr>
          <p:txBody>
            <a:bodyPr rot="10800000" vert="horz" wrap="square" lIns="91440" tIns="45720" rIns="91440" bIns="45720" numCol="1" spcCol="215900" anchor="t"/>
            <a:lstStyle/>
            <a:p>
              <a:pPr/>
              <a:endParaRPr lang="en-us" cap="none"/>
            </a:p>
          </p:txBody>
        </p:sp>
        <p:sp>
          <p:nvSpPr>
            <p:cNvPr id="59" name="Line 69"/>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C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eA8AAAgWAABQGQAAQBoAAAAAAAAmAAAACAAAAP//////////"/>
                </a:ext>
              </a:extLst>
            </p:cNvSpPr>
            <p:nvPr/>
          </p:nvSpPr>
          <p:spPr>
            <a:xfrm flipV="1">
              <a:off x="2514600" y="3581400"/>
              <a:ext cx="1600200" cy="685800"/>
            </a:xfrm>
            <a:prstGeom prst="line">
              <a:avLst/>
            </a:prstGeom>
            <a:noFill/>
            <a:ln w="9525" cap="flat" cmpd="sng" algn="ctr">
              <a:solidFill>
                <a:schemeClr val="tx1"/>
              </a:solidFill>
              <a:prstDash val="solid"/>
              <a:headEnd type="triangle" w="med" len="med"/>
              <a:tailEnd type="none"/>
            </a:ln>
            <a:effectLst/>
          </p:spPr>
          <p:txBody>
            <a:bodyPr rot="10800000" vert="horz" wrap="square" lIns="91440" tIns="45720" rIns="91440" bIns="45720" numCol="1" spcCol="215900" anchor="t"/>
            <a:lstStyle/>
            <a:p>
              <a:pPr/>
              <a:endParaRPr lang="en-us" cap="none"/>
            </a:p>
          </p:txBody>
        </p:sp>
        <p:sp>
          <p:nvSpPr>
            <p:cNvPr id="58" name="Line 70"/>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C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KgbAADIGQAA4B8AAAAAAAAmAAAACAAAAP//////////"/>
                </a:ext>
              </a:extLst>
            </p:cNvSpPr>
            <p:nvPr/>
          </p:nvSpPr>
          <p:spPr>
            <a:xfrm flipV="1">
              <a:off x="2590800" y="4495800"/>
              <a:ext cx="1600200" cy="685800"/>
            </a:xfrm>
            <a:prstGeom prst="line">
              <a:avLst/>
            </a:prstGeom>
            <a:noFill/>
            <a:ln w="9525" cap="flat" cmpd="sng" algn="ctr">
              <a:solidFill>
                <a:schemeClr val="tx1"/>
              </a:solidFill>
              <a:prstDash val="solid"/>
              <a:headEnd type="triangle" w="med" len="med"/>
              <a:tailEnd type="none"/>
            </a:ln>
            <a:effectLst/>
          </p:spPr>
          <p:txBody>
            <a:bodyPr rot="10800000" vert="horz" wrap="square" lIns="91440" tIns="45720" rIns="91440" bIns="45720" numCol="1" spcCol="215900" anchor="t"/>
            <a:lstStyle/>
            <a:p>
              <a:pPr/>
              <a:endParaRPr lang="en-us" cap="none"/>
            </a:p>
          </p:txBody>
        </p:sp>
        <p:sp>
          <p:nvSpPr>
            <p:cNvPr id="57" name="Line 71"/>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C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N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MgKAADIGQAAAA8AAAAAAAAmAAAACAAAAP//////////"/>
                </a:ext>
              </a:extLst>
            </p:cNvSpPr>
            <p:nvPr/>
          </p:nvSpPr>
          <p:spPr>
            <a:xfrm flipV="1">
              <a:off x="2590800" y="1752600"/>
              <a:ext cx="1600200" cy="685800"/>
            </a:xfrm>
            <a:prstGeom prst="line">
              <a:avLst/>
            </a:prstGeom>
            <a:noFill/>
            <a:ln w="9525" cap="flat" cmpd="sng" algn="ctr">
              <a:solidFill>
                <a:schemeClr val="tx1"/>
              </a:solidFill>
              <a:prstDash val="solid"/>
              <a:headEnd type="triangle" w="med" len="med"/>
              <a:tailEnd type="none"/>
            </a:ln>
            <a:effectLst/>
          </p:spPr>
          <p:txBody>
            <a:bodyPr rot="10800000" vert="horz" wrap="square" lIns="91440" tIns="45720" rIns="91440" bIns="45720" numCol="1" spcCol="215900" anchor="t"/>
            <a:lstStyle/>
            <a:p>
              <a:pPr/>
              <a:endParaRPr lang="en-us" cap="none"/>
            </a:p>
          </p:txBody>
        </p:sp>
      </p:grpSp>
      <p:sp>
        <p:nvSpPr>
          <p:cNvPr id="62" name="Line 72"/>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HAmAADwDwAAcCYAABAAAAAmAAAACAAAAP//////////"/>
              </a:ext>
            </a:extLst>
          </p:cNvSpPr>
          <p:nvPr/>
        </p:nvSpPr>
        <p:spPr>
          <a:xfrm>
            <a:off x="2590800" y="6248400"/>
            <a:ext cx="0" cy="0"/>
          </a:xfrm>
          <a:prstGeom prst="line">
            <a:avLst/>
          </a:prstGeom>
          <a:noFill/>
          <a:ln w="9525" cap="flat" cmpd="sng" algn="ctr">
            <a:solidFill>
              <a:schemeClr val="tx1"/>
            </a:solidFill>
            <a:prstDash val="solid"/>
            <a:headEnd type="none"/>
            <a:tailEnd type="triangle" w="med" len="med"/>
          </a:ln>
          <a:effectLst/>
        </p:spPr>
        <p:txBody>
          <a:bodyPr vert="horz" wrap="square" lIns="91440" tIns="45720" rIns="91440" bIns="45720" numCol="1" spcCol="215900" anchor="t"/>
          <a:lstStyle/>
          <a:p>
            <a:pPr/>
            <a:endParaRPr lang="en-us" cap="none"/>
          </a:p>
        </p:txBody>
      </p:sp>
      <p:grpSp>
        <p:nvGrpSpPr>
          <p:cNvPr id="63" name="Group 73"/>
          <p:cNvGrpSpPr>
            <a:extLst>
              <a:ext uri="smNativeData">
                <pr:smNativeData xmlns:pr="smNativeData" xmlns="smNativeData" val="SMDATA_6_VcZhaRMAAAAlAAAAAQAAAA8BAAAAkAAAAEgAAACQAAAASAAAAAAAAAAAAAAAAAAAABcAAAAUAAAAAAAAAAAAAAD/fwAA/38AAAAAAAAJAAAABAAAAL2FAQAfAAAAVAAAAAAAAAAAAAAAAAAAAAAAAAAAAAAAAAAAAAAAAAAAAAAAAAAAAAAAAAAAAAAAAAAAAAAAAAAAAAAAAAAAAAAAAAAAAAAAAAAAAAAAAAAAAAAAAAAAACEAAAAYAAAAFAAAAPAPAACoDAAAMCoAAGAnAAAQAAAAJgAAAAgAAAD/////AAAAAA=="/>
              </a:ext>
            </a:extLst>
          </p:cNvGrpSpPr>
          <p:nvPr/>
        </p:nvGrpSpPr>
        <p:grpSpPr>
          <a:xfrm>
            <a:off x="2590800" y="2057400"/>
            <a:ext cx="4267200" cy="4343400"/>
            <a:chOff x="2590800" y="2057400"/>
            <a:chExt cx="4267200" cy="4343400"/>
          </a:xfrm>
        </p:grpSpPr>
        <p:sp>
          <p:nvSpPr>
            <p:cNvPr id="67" name="Line 74"/>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BAAAIgdAAAwKgAAYCcAAAAAAAAmAAAACAAAAP//////////"/>
                </a:ext>
              </a:extLst>
            </p:cNvSpPr>
            <p:nvPr/>
          </p:nvSpPr>
          <p:spPr>
            <a:xfrm flipV="1">
              <a:off x="2667000" y="4800600"/>
              <a:ext cx="4191000" cy="16002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sp>
          <p:nvSpPr>
            <p:cNvPr id="66" name="Line 75"/>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0iPj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OgXAAC4KQAAwCEAAAAAAAAmAAAACAAAAP//////////"/>
                </a:ext>
              </a:extLst>
            </p:cNvSpPr>
            <p:nvPr/>
          </p:nvSpPr>
          <p:spPr>
            <a:xfrm flipV="1">
              <a:off x="2590800" y="3886200"/>
              <a:ext cx="4191000" cy="16002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sp>
          <p:nvSpPr>
            <p:cNvPr id="65" name="Line 76"/>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U5MD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NARAAC4KQAAqBsAAAAAAAAmAAAACAAAAP//////////"/>
                </a:ext>
              </a:extLst>
            </p:cNvSpPr>
            <p:nvPr/>
          </p:nvSpPr>
          <p:spPr>
            <a:xfrm flipV="1">
              <a:off x="2590800" y="2895600"/>
              <a:ext cx="4191000" cy="16002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sp>
          <p:nvSpPr>
            <p:cNvPr id="64" name="Line 77"/>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Z0Lm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KgMAAC4KQAAgBYAAAAAAAAmAAAACAAAAP//////////"/>
                </a:ext>
              </a:extLst>
            </p:cNvSpPr>
            <p:nvPr/>
          </p:nvSpPr>
          <p:spPr>
            <a:xfrm flipV="1">
              <a:off x="2590800" y="2057400"/>
              <a:ext cx="4191000" cy="1600200"/>
            </a:xfrm>
            <a:prstGeom prst="line">
              <a:avLst/>
            </a:prstGeom>
            <a:noFill/>
            <a:ln w="9525" cap="flat" cmpd="sng" algn="ctr">
              <a:solidFill>
                <a:schemeClr val="tx1"/>
              </a:solidFill>
              <a:prstDash val="solid"/>
              <a:headEnd type="none"/>
              <a:tailEnd type="triangle" w="med" len="med"/>
            </a:ln>
            <a:effectLst/>
          </p:spPr>
          <p:txBody>
            <a:bodyPr rot="10800000" vert="horz" wrap="square" lIns="91440" tIns="45720" rIns="91440" bIns="45720" numCol="1" spcCol="215900" anchor="t"/>
            <a:lstStyle/>
            <a:p>
              <a:pPr/>
              <a:endParaRPr lang="en-us" cap="none"/>
            </a:p>
          </p:txBody>
        </p:sp>
      </p:grpSp>
      <p:sp>
        <p:nvSpPr>
          <p:cNvPr id="68" name="Line 78"/>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P8AAAA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0+PG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P8AAAB/f38AH0l9A8zMzADAwP8Af39/AAAAAAAAAAAAAAAAAAAAAAAAAAAAIQAAABgAAAAUAAAAQCkAAMAhAABAKQAAwCEAABAAAAAmAAAACAAAAP//////////"/>
              </a:ext>
            </a:extLst>
          </p:cNvSpPr>
          <p:nvPr/>
        </p:nvSpPr>
        <p:spPr>
          <a:xfrm>
            <a:off x="6705600" y="5486400"/>
            <a:ext cx="0" cy="0"/>
          </a:xfrm>
          <a:prstGeom prst="line">
            <a:avLst/>
          </a:prstGeom>
          <a:noFill/>
          <a:ln w="9525" cap="flat" cmpd="sng" algn="ctr">
            <a:solidFill>
              <a:srgbClr val="FF0000"/>
            </a:solidFill>
            <a:prstDash val="solid"/>
            <a:headEnd type="none"/>
            <a:tailEnd type="triangle" w="med" len="med"/>
          </a:ln>
          <a:effectLst/>
        </p:spPr>
        <p:txBody>
          <a:bodyPr vert="horz" wrap="square" lIns="91440" tIns="45720" rIns="91440" bIns="45720" numCol="1" spcCol="215900" anchor="t"/>
          <a:lstStyle/>
          <a:p>
            <a:pPr/>
            <a:endParaRPr lang="en-us" cap="none"/>
          </a:p>
        </p:txBody>
      </p:sp>
      <p:sp>
        <p:nvSpPr>
          <p:cNvPr id="69" name="Line 80"/>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Rlbk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hAAALsLAABAKQAAkxUAABAAAAAmAAAACAAAAP//////////"/>
              </a:ext>
            </a:extLst>
          </p:cNvSpPr>
          <p:nvPr/>
        </p:nvSpPr>
        <p:spPr>
          <a:xfrm flipH="1">
            <a:off x="2665730" y="1906905"/>
            <a:ext cx="4039870" cy="1600200"/>
          </a:xfrm>
          <a:prstGeom prst="line">
            <a:avLst/>
          </a:prstGeom>
          <a:noFill/>
          <a:ln w="9525" cap="flat" cmpd="sng" algn="ctr">
            <a:solidFill>
              <a:schemeClr val="tx1"/>
            </a:solidFill>
            <a:prstDash val="solid"/>
            <a:headEnd type="none"/>
            <a:tailEnd type="triangle" w="med" len="med"/>
          </a:ln>
          <a:effectLst/>
        </p:spPr>
        <p:txBody>
          <a:bodyPr vert="horz" wrap="square" lIns="91440" tIns="45720" rIns="91440" bIns="45720" numCol="1" spcCol="215900" anchor="t"/>
          <a:lstStyle/>
          <a:p>
            <a:pPr/>
            <a:endParaRPr lang="en-us" cap="none"/>
          </a:p>
        </p:txBody>
      </p:sp>
      <p:sp>
        <p:nvSpPr>
          <p:cNvPr id="70" name="Line 81"/>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Rpcj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A8AAOAQAADLKAAAuBoAABAAAAAmAAAACAAAAP//////////"/>
              </a:ext>
            </a:extLst>
          </p:cNvSpPr>
          <p:nvPr/>
        </p:nvSpPr>
        <p:spPr>
          <a:xfrm flipH="1">
            <a:off x="2590800" y="2743200"/>
            <a:ext cx="4040505" cy="1600200"/>
          </a:xfrm>
          <a:prstGeom prst="line">
            <a:avLst/>
          </a:prstGeom>
          <a:noFill/>
          <a:ln w="9525" cap="flat" cmpd="sng" algn="ctr">
            <a:solidFill>
              <a:schemeClr val="tx1"/>
            </a:solidFill>
            <a:prstDash val="solid"/>
            <a:headEnd type="none"/>
            <a:tailEnd type="triangle" w="med" len="med"/>
          </a:ln>
          <a:effectLst/>
        </p:spPr>
        <p:txBody>
          <a:bodyPr vert="horz" wrap="square" lIns="91440" tIns="45720" rIns="91440" bIns="45720" numCol="1" spcCol="215900" anchor="t"/>
          <a:lstStyle/>
          <a:p>
            <a:pPr/>
            <a:endParaRPr lang="en-us" cap="none"/>
          </a:p>
        </p:txBody>
      </p:sp>
      <p:sp>
        <p:nvSpPr>
          <p:cNvPr id="71" name="Line 82"/>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xhOm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hAAAIAWAABAKQAAWCAAABAAAAAmAAAACAAAAP//////////"/>
              </a:ext>
            </a:extLst>
          </p:cNvSpPr>
          <p:nvPr/>
        </p:nvSpPr>
        <p:spPr>
          <a:xfrm flipH="1">
            <a:off x="2665730" y="3657600"/>
            <a:ext cx="4039870" cy="1600200"/>
          </a:xfrm>
          <a:prstGeom prst="line">
            <a:avLst/>
          </a:prstGeom>
          <a:noFill/>
          <a:ln w="9525" cap="flat" cmpd="sng" algn="ctr">
            <a:solidFill>
              <a:schemeClr val="tx1"/>
            </a:solidFill>
            <a:prstDash val="solid"/>
            <a:headEnd type="none"/>
            <a:tailEnd type="triangle" w="med" len="med"/>
          </a:ln>
          <a:effectLst/>
        </p:spPr>
        <p:txBody>
          <a:bodyPr vert="horz" wrap="square" lIns="91440" tIns="45720" rIns="91440" bIns="45720" numCol="1" spcCol="215900" anchor="t"/>
          <a:lstStyle/>
          <a:p>
            <a:pPr/>
            <a:endParaRPr lang="en-us" cap="none"/>
          </a:p>
        </p:txBody>
      </p:sp>
      <p:sp>
        <p:nvSpPr>
          <p:cNvPr id="72" name="Line 83"/>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I+PH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BAAACAcAABDKQAA+CUAABAAAAAmAAAACAAAAP//////////"/>
              </a:ext>
            </a:extLst>
          </p:cNvSpPr>
          <p:nvPr/>
        </p:nvSpPr>
        <p:spPr>
          <a:xfrm flipH="1">
            <a:off x="2667000" y="4572000"/>
            <a:ext cx="4040505" cy="1600200"/>
          </a:xfrm>
          <a:prstGeom prst="line">
            <a:avLst/>
          </a:prstGeom>
          <a:noFill/>
          <a:ln w="9525" cap="flat" cmpd="sng" algn="ctr">
            <a:solidFill>
              <a:schemeClr val="tx1"/>
            </a:solidFill>
            <a:prstDash val="solid"/>
            <a:headEnd type="none"/>
            <a:tailEnd type="triangle" w="med" len="med"/>
          </a:ln>
          <a:effectLst/>
        </p:spPr>
        <p:txBody>
          <a:bodyPr vert="horz" wrap="square" lIns="91440" tIns="45720" rIns="91440" bIns="45720" numCol="1" spcCol="215900" anchor="t"/>
          <a:lstStyle/>
          <a:p>
            <a:pPr/>
            <a:endParaRPr lang="en-us" cap="none"/>
          </a:p>
        </p:txBody>
      </p:sp>
      <p:sp>
        <p:nvSpPr>
          <p:cNvPr id="73" name="Line 8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P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poZW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B8AAEghAABAKQAAgCUAABAAAAAmAAAACAAAAP//////////"/>
              </a:ext>
            </a:extLst>
          </p:cNvSpPr>
          <p:nvPr/>
        </p:nvSpPr>
        <p:spPr>
          <a:xfrm flipH="1">
            <a:off x="5105400" y="5410200"/>
            <a:ext cx="1600200" cy="685800"/>
          </a:xfrm>
          <a:prstGeom prst="line">
            <a:avLst/>
          </a:prstGeom>
          <a:noFill/>
          <a:ln w="9525" cap="flat" cmpd="sng" algn="ctr">
            <a:solidFill>
              <a:schemeClr val="tx1"/>
            </a:solidFill>
            <a:prstDash val="solid"/>
            <a:headEnd type="none"/>
            <a:tailEnd type="triangle" w="med" len="med"/>
          </a:ln>
          <a:effectLst/>
        </p:spPr>
        <p:txBody>
          <a:bodyPr vert="horz" wrap="square" lIns="91440" tIns="45720" rIns="91440" bIns="45720" numCol="1" spcCol="215900" anchor="t"/>
          <a:lstStyle/>
          <a:p>
            <a:pPr/>
            <a:endParaRPr lang="en-us" cap="none"/>
          </a:p>
        </p:txBody>
      </p:sp>
      <p:sp>
        <p:nvSpPr>
          <p:cNvPr id="74" name="Rectangle 88"/>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A3ND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AQAAPAAAAAINAAAoAUAABAAAAAmAAAACAAAAP//////////"/>
              </a:ext>
            </a:extLst>
          </p:cNvSpPr>
          <p:nvPr/>
        </p:nvSpPr>
        <p:spPr>
          <a:xfrm>
            <a:off x="685800" y="152400"/>
            <a:ext cx="7772400" cy="762000"/>
          </a:xfrm>
          <a:prstGeom prst="rect">
            <a:avLst/>
          </a:prstGeom>
          <a:noFill/>
          <a:ln>
            <a:noFill/>
          </a:ln>
          <a:effectLst/>
        </p:spPr>
        <p:txBody>
          <a:bodyPr vert="horz" wrap="square" lIns="91440" tIns="45720" rIns="91440" bIns="45720" numCol="1" spcCol="215900" anchor="ctr"/>
          <a:lstStyle>
            <a:lvl1pPr algn="ctr">
              <a:defRPr sz="4000" b="1" cap="none">
                <a:solidFill>
                  <a:schemeClr val="tx2"/>
                </a:solidFill>
                <a:latin typeface="Times New Roman" pitchFamily="1" charset="0"/>
                <a:ea typeface="Arial" pitchFamily="1" charset="0"/>
                <a:cs typeface="Arial" pitchFamily="1" charset="0"/>
              </a:defRPr>
            </a:lvl1pPr>
            <a:lvl2pPr algn="ctr">
              <a:defRPr sz="4000" b="1" cap="none">
                <a:solidFill>
                  <a:schemeClr val="tx2"/>
                </a:solidFill>
                <a:latin typeface="Times New Roman" pitchFamily="1" charset="0"/>
                <a:ea typeface="Arial" pitchFamily="1" charset="0"/>
                <a:cs typeface="Arial" pitchFamily="1" charset="0"/>
              </a:defRPr>
            </a:lvl2pPr>
            <a:lvl3pPr algn="ctr">
              <a:defRPr sz="4000" b="1" cap="none">
                <a:solidFill>
                  <a:schemeClr val="tx2"/>
                </a:solidFill>
                <a:latin typeface="Times New Roman" pitchFamily="1" charset="0"/>
                <a:ea typeface="Arial" pitchFamily="1" charset="0"/>
                <a:cs typeface="Arial" pitchFamily="1" charset="0"/>
              </a:defRPr>
            </a:lvl3pPr>
            <a:lvl4pPr algn="ctr">
              <a:defRPr sz="4000" b="1" cap="none">
                <a:solidFill>
                  <a:schemeClr val="tx2"/>
                </a:solidFill>
                <a:latin typeface="Times New Roman" pitchFamily="1" charset="0"/>
                <a:ea typeface="Arial" pitchFamily="1" charset="0"/>
                <a:cs typeface="Arial" pitchFamily="1" charset="0"/>
              </a:defRPr>
            </a:lvl4pPr>
            <a:lvl5pPr algn="ctr">
              <a:defRPr sz="4000" b="1" cap="none">
                <a:solidFill>
                  <a:schemeClr val="tx2"/>
                </a:solidFill>
                <a:latin typeface="Times New Roman" pitchFamily="1" charset="0"/>
                <a:ea typeface="Arial" pitchFamily="1" charset="0"/>
                <a:cs typeface="Arial" pitchFamily="1" charset="0"/>
              </a:defRPr>
            </a:lvl5pPr>
            <a:lvl6pPr marL="457200" algn="ctr">
              <a:spcBef>
                <a:spcPts val="0"/>
              </a:spcBef>
              <a:spcAft>
                <a:spcPts val="0"/>
              </a:spcAft>
              <a:defRPr sz="4000" b="1" cap="none">
                <a:solidFill>
                  <a:schemeClr val="tx2"/>
                </a:solidFill>
                <a:latin typeface="Times New Roman" pitchFamily="1" charset="0"/>
                <a:ea typeface="Arial" pitchFamily="1" charset="0"/>
                <a:cs typeface="Arial" pitchFamily="1" charset="0"/>
              </a:defRPr>
            </a:lvl6pPr>
            <a:lvl7pPr marL="914400" algn="ctr">
              <a:spcBef>
                <a:spcPts val="0"/>
              </a:spcBef>
              <a:spcAft>
                <a:spcPts val="0"/>
              </a:spcAft>
              <a:defRPr sz="4000" b="1" cap="none">
                <a:solidFill>
                  <a:schemeClr val="tx2"/>
                </a:solidFill>
                <a:latin typeface="Times New Roman" pitchFamily="1" charset="0"/>
                <a:ea typeface="Arial" pitchFamily="1" charset="0"/>
                <a:cs typeface="Arial" pitchFamily="1" charset="0"/>
              </a:defRPr>
            </a:lvl7pPr>
            <a:lvl8pPr marL="1371600" algn="ctr">
              <a:spcBef>
                <a:spcPts val="0"/>
              </a:spcBef>
              <a:spcAft>
                <a:spcPts val="0"/>
              </a:spcAft>
              <a:defRPr sz="4000" b="1" cap="none">
                <a:solidFill>
                  <a:schemeClr val="tx2"/>
                </a:solidFill>
                <a:latin typeface="Times New Roman" pitchFamily="1" charset="0"/>
                <a:ea typeface="Arial" pitchFamily="1" charset="0"/>
                <a:cs typeface="Arial" pitchFamily="1" charset="0"/>
              </a:defRPr>
            </a:lvl8pPr>
            <a:lvl9pPr marL="1828800" algn="ctr">
              <a:spcBef>
                <a:spcPts val="0"/>
              </a:spcBef>
              <a:spcAft>
                <a:spcPts val="0"/>
              </a:spcAft>
              <a:defRPr sz="4000" b="1" cap="none">
                <a:solidFill>
                  <a:schemeClr val="tx2"/>
                </a:solidFill>
                <a:latin typeface="Times New Roman" pitchFamily="1" charset="0"/>
                <a:ea typeface="Arial" pitchFamily="1" charset="0"/>
                <a:cs typeface="Arial" pitchFamily="1" charset="0"/>
              </a:defRPr>
            </a:lvl9pPr>
          </a:lstStyle>
          <a:p>
            <a:pPr/>
            <a:r>
              <a:rPr lang="en-us" sz="3200" cap="none">
                <a:solidFill>
                  <a:schemeClr val="tx1"/>
                </a:solidFill>
              </a:rPr>
              <a:t>Water jug solution</a:t>
            </a:r>
            <a:endParaRPr lang="en-us" sz="3200" cap="none">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grpId="0" nodeType="clickEffect">
                                  <p:stCondLst>
                                    <p:cond delay="0"/>
                                  </p:stCondLst>
                                  <p:childTnLst>
                                    <p:animClr clrSpc="rgb">
                                      <p:cBhvr>
                                        <p:cTn id="6" dur="2000" fill="hold"/>
                                        <p:tgtEl>
                                          <p:spTgt spid="2"/>
                                        </p:tgtEl>
                                        <p:attrNameLst>
                                          <p:attrName>fillcolor</p:attrName>
                                        </p:attrNameLst>
                                      </p:cBhvr>
                                      <p:to>
                                        <a:srgbClr val="FF0000"/>
                                      </p:to>
                                    </p:animClr>
                                    <p:set>
                                      <p:cBhvr>
                                        <p:cTn id="7" dur="2000" fill="hold">
                                          <p:stCondLst>
                                            <p:cond delay="0"/>
                                          </p:stCondLst>
                                        </p:cTn>
                                        <p:tgtEl>
                                          <p:spTgt spid="2"/>
                                        </p:tgtEl>
                                        <p:attrNameLst>
                                          <p:attrName>fill.type</p:attrName>
                                        </p:attrNameLst>
                                      </p:cBhvr>
                                      <p:to>
                                        <p:strVal val="solid"/>
                                      </p:to>
                                    </p:set>
                                    <p:set>
                                      <p:cBhvr>
                                        <p:cTn id="8" dur="2000" fill="hold">
                                          <p:stCondLst>
                                            <p:cond delay="0"/>
                                          </p:stCondLst>
                                        </p:cTn>
                                        <p:tgtEl>
                                          <p:spTgt spid="2"/>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7" presetClass="emph" presetSubtype="2" fill="hold" grpId="0" nodeType="clickEffect">
                                  <p:stCondLst>
                                    <p:cond delay="0"/>
                                  </p:stCondLst>
                                  <p:childTnLst>
                                    <p:animClr clrSpc="rgb">
                                      <p:cBhvr>
                                        <p:cTn id="12" dur="2000" fill="hold"/>
                                        <p:tgtEl>
                                          <p:spTgt spid="20"/>
                                        </p:tgtEl>
                                        <p:attrNameLst>
                                          <p:attrName>stroke.color</p:attrName>
                                        </p:attrNameLst>
                                      </p:cBhvr>
                                      <p:to>
                                        <a:srgbClr val="FF0000"/>
                                      </p:to>
                                    </p:animClr>
                                    <p:set>
                                      <p:cBhvr>
                                        <p:cTn id="13" dur="2000" fill="hold">
                                          <p:stCondLst>
                                            <p:cond delay="0"/>
                                          </p:stCondLst>
                                        </p:cTn>
                                        <p:tgtEl>
                                          <p:spTgt spid="20"/>
                                        </p:tgtEl>
                                        <p:attrNameLst>
                                          <p:attrName>stroke.on</p:attrName>
                                        </p:attrNameLst>
                                      </p:cBhvr>
                                      <p:to>
                                        <p:strVal val="true"/>
                                      </p:to>
                                    </p:set>
                                  </p:childTnLst>
                                </p:cTn>
                              </p:par>
                              <p:par>
                                <p:cTn id="14" presetID="1" presetClass="emph" presetSubtype="2" fill="hold" grpId="0" nodeType="withEffect">
                                  <p:stCondLst>
                                    <p:cond delay="0"/>
                                  </p:stCondLst>
                                  <p:childTnLst>
                                    <p:animClr clrSpc="rgb">
                                      <p:cBhvr>
                                        <p:cTn id="15" dur="2000" fill="hold"/>
                                        <p:tgtEl>
                                          <p:spTgt spid="14"/>
                                        </p:tgtEl>
                                        <p:attrNameLst>
                                          <p:attrName>fillcolor</p:attrName>
                                        </p:attrNameLst>
                                      </p:cBhvr>
                                      <p:to>
                                        <a:srgbClr val="FF0000"/>
                                      </p:to>
                                    </p:animClr>
                                    <p:set>
                                      <p:cBhvr>
                                        <p:cTn id="16" dur="2000" fill="hold">
                                          <p:stCondLst>
                                            <p:cond delay="0"/>
                                          </p:stCondLst>
                                        </p:cTn>
                                        <p:tgtEl>
                                          <p:spTgt spid="14"/>
                                        </p:tgtEl>
                                        <p:attrNameLst>
                                          <p:attrName>fill.type</p:attrName>
                                        </p:attrNameLst>
                                      </p:cBhvr>
                                      <p:to>
                                        <p:strVal val="solid"/>
                                      </p:to>
                                    </p:set>
                                    <p:set>
                                      <p:cBhvr>
                                        <p:cTn id="17" dur="2000" fill="hold">
                                          <p:stCondLst>
                                            <p:cond delay="0"/>
                                          </p:stCondLst>
                                        </p:cTn>
                                        <p:tgtEl>
                                          <p:spTgt spid="14"/>
                                        </p:tgtEl>
                                        <p:attrNameLst>
                                          <p:attrName>fill.on</p:attrName>
                                        </p:attrNameLst>
                                      </p:cBhvr>
                                      <p:to>
                                        <p:strVal val="true"/>
                                      </p:to>
                                    </p:set>
                                  </p:childTnLst>
                                </p:cTn>
                              </p:par>
                            </p:childTnLst>
                          </p:cTn>
                        </p:par>
                      </p:childTnLst>
                    </p:cTn>
                  </p:par>
                  <p:par>
                    <p:cTn id="18" fill="hold">
                      <p:stCondLst>
                        <p:cond delay="indefinite"/>
                      </p:stCondLst>
                      <p:childTnLst>
                        <p:par>
                          <p:cTn id="19" fill="hold">
                            <p:stCondLst>
                              <p:cond delay="0"/>
                            </p:stCondLst>
                            <p:childTnLst>
                              <p:par>
                                <p:cTn id="20" presetID="7" presetClass="emph" presetSubtype="2" fill="hold" grpId="0" nodeType="clickEffect">
                                  <p:stCondLst>
                                    <p:cond delay="0"/>
                                  </p:stCondLst>
                                  <p:childTnLst>
                                    <p:animClr clrSpc="rgb">
                                      <p:cBhvr>
                                        <p:cTn id="21" dur="2000" fill="hold"/>
                                        <p:tgtEl>
                                          <p:spTgt spid="69"/>
                                        </p:tgtEl>
                                        <p:attrNameLst>
                                          <p:attrName>stroke.color</p:attrName>
                                        </p:attrNameLst>
                                      </p:cBhvr>
                                      <p:to>
                                        <a:srgbClr val="FF0000"/>
                                      </p:to>
                                    </p:animClr>
                                    <p:set>
                                      <p:cBhvr>
                                        <p:cTn id="22" dur="2000" fill="hold">
                                          <p:stCondLst>
                                            <p:cond delay="0"/>
                                          </p:stCondLst>
                                        </p:cTn>
                                        <p:tgtEl>
                                          <p:spTgt spid="69"/>
                                        </p:tgtEl>
                                        <p:attrNameLst>
                                          <p:attrName>stroke.on</p:attrName>
                                        </p:attrNameLst>
                                      </p:cBhvr>
                                      <p:to>
                                        <p:strVal val="true"/>
                                      </p:to>
                                    </p:set>
                                  </p:childTnLst>
                                </p:cTn>
                              </p:par>
                              <p:par>
                                <p:cTn id="23" presetID="1" presetClass="emph" presetSubtype="2" fill="hold" grpId="0" nodeType="withEffect">
                                  <p:stCondLst>
                                    <p:cond delay="0"/>
                                  </p:stCondLst>
                                  <p:childTnLst>
                                    <p:animClr clrSpc="rgb">
                                      <p:cBhvr>
                                        <p:cTn id="24" dur="2000" fill="hold"/>
                                        <p:tgtEl>
                                          <p:spTgt spid="3"/>
                                        </p:tgtEl>
                                        <p:attrNameLst>
                                          <p:attrName>fillcolor</p:attrName>
                                        </p:attrNameLst>
                                      </p:cBhvr>
                                      <p:to>
                                        <a:srgbClr val="FF0000"/>
                                      </p:to>
                                    </p:animClr>
                                    <p:set>
                                      <p:cBhvr>
                                        <p:cTn id="25" dur="2000" fill="hold">
                                          <p:stCondLst>
                                            <p:cond delay="0"/>
                                          </p:stCondLst>
                                        </p:cTn>
                                        <p:tgtEl>
                                          <p:spTgt spid="3"/>
                                        </p:tgtEl>
                                        <p:attrNameLst>
                                          <p:attrName>fill.type</p:attrName>
                                        </p:attrNameLst>
                                      </p:cBhvr>
                                      <p:to>
                                        <p:strVal val="solid"/>
                                      </p:to>
                                    </p:set>
                                    <p:set>
                                      <p:cBhvr>
                                        <p:cTn id="26" dur="2000" fill="hold">
                                          <p:stCondLst>
                                            <p:cond delay="0"/>
                                          </p:stCondLst>
                                        </p:cTn>
                                        <p:tgtEl>
                                          <p:spTgt spid="3"/>
                                        </p:tgtEl>
                                        <p:attrNameLst>
                                          <p:attrName>fill.on</p:attrName>
                                        </p:attrNameLst>
                                      </p:cBhvr>
                                      <p:to>
                                        <p:strVal val="true"/>
                                      </p:to>
                                    </p:set>
                                  </p:childTnLst>
                                </p:cTn>
                              </p:par>
                            </p:childTnLst>
                          </p:cTn>
                        </p:par>
                      </p:childTnLst>
                    </p:cTn>
                  </p:par>
                  <p:par>
                    <p:cTn id="27" fill="hold">
                      <p:stCondLst>
                        <p:cond delay="indefinite"/>
                      </p:stCondLst>
                      <p:childTnLst>
                        <p:par>
                          <p:cTn id="28" fill="hold">
                            <p:stCondLst>
                              <p:cond delay="0"/>
                            </p:stCondLst>
                            <p:childTnLst>
                              <p:par>
                                <p:cTn id="29" presetID="7" presetClass="emph" presetSubtype="2" fill="hold" grpId="0" nodeType="clickEffect">
                                  <p:stCondLst>
                                    <p:cond delay="0"/>
                                  </p:stCondLst>
                                  <p:childTnLst>
                                    <p:animClr clrSpc="rgb">
                                      <p:cBhvr>
                                        <p:cTn id="30" dur="2000" fill="hold"/>
                                        <p:tgtEl>
                                          <p:spTgt spid="22"/>
                                        </p:tgtEl>
                                        <p:attrNameLst>
                                          <p:attrName>stroke.color</p:attrName>
                                        </p:attrNameLst>
                                      </p:cBhvr>
                                      <p:to>
                                        <a:srgbClr val="FF0000"/>
                                      </p:to>
                                    </p:animClr>
                                    <p:set>
                                      <p:cBhvr>
                                        <p:cTn id="31" dur="2000" fill="hold">
                                          <p:stCondLst>
                                            <p:cond delay="0"/>
                                          </p:stCondLst>
                                        </p:cTn>
                                        <p:tgtEl>
                                          <p:spTgt spid="22"/>
                                        </p:tgtEl>
                                        <p:attrNameLst>
                                          <p:attrName>stroke.on</p:attrName>
                                        </p:attrNameLst>
                                      </p:cBhvr>
                                      <p:to>
                                        <p:strVal val="true"/>
                                      </p:to>
                                    </p:set>
                                  </p:childTnLst>
                                </p:cTn>
                              </p:par>
                              <p:par>
                                <p:cTn id="32" presetID="1" presetClass="emph" presetSubtype="2" fill="hold" grpId="0" nodeType="withEffect">
                                  <p:stCondLst>
                                    <p:cond delay="0"/>
                                  </p:stCondLst>
                                  <p:childTnLst>
                                    <p:animClr clrSpc="rgb">
                                      <p:cBhvr>
                                        <p:cTn id="33" dur="2000" fill="hold"/>
                                        <p:tgtEl>
                                          <p:spTgt spid="15"/>
                                        </p:tgtEl>
                                        <p:attrNameLst>
                                          <p:attrName>fillcolor</p:attrName>
                                        </p:attrNameLst>
                                      </p:cBhvr>
                                      <p:to>
                                        <a:srgbClr val="FF0000"/>
                                      </p:to>
                                    </p:animClr>
                                    <p:set>
                                      <p:cBhvr>
                                        <p:cTn id="34" dur="2000" fill="hold">
                                          <p:stCondLst>
                                            <p:cond delay="0"/>
                                          </p:stCondLst>
                                        </p:cTn>
                                        <p:tgtEl>
                                          <p:spTgt spid="15"/>
                                        </p:tgtEl>
                                        <p:attrNameLst>
                                          <p:attrName>fill.type</p:attrName>
                                        </p:attrNameLst>
                                      </p:cBhvr>
                                      <p:to>
                                        <p:strVal val="solid"/>
                                      </p:to>
                                    </p:set>
                                    <p:set>
                                      <p:cBhvr>
                                        <p:cTn id="35" dur="2000" fill="hold">
                                          <p:stCondLst>
                                            <p:cond delay="0"/>
                                          </p:stCondLst>
                                        </p:cTn>
                                        <p:tgtEl>
                                          <p:spTgt spid="15"/>
                                        </p:tgtEl>
                                        <p:attrNameLst>
                                          <p:attrName>fill.on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7" presetClass="emph" presetSubtype="2" fill="hold" grpId="0" nodeType="clickEffect">
                                  <p:stCondLst>
                                    <p:cond delay="0"/>
                                  </p:stCondLst>
                                  <p:childTnLst>
                                    <p:animClr clrSpc="rgb">
                                      <p:cBhvr>
                                        <p:cTn id="39" dur="2000" fill="hold"/>
                                        <p:tgtEl>
                                          <p:spTgt spid="71"/>
                                        </p:tgtEl>
                                        <p:attrNameLst>
                                          <p:attrName>stroke.color</p:attrName>
                                        </p:attrNameLst>
                                      </p:cBhvr>
                                      <p:to>
                                        <a:srgbClr val="FF0000"/>
                                      </p:to>
                                    </p:animClr>
                                    <p:set>
                                      <p:cBhvr>
                                        <p:cTn id="40" dur="2000" fill="hold">
                                          <p:stCondLst>
                                            <p:cond delay="0"/>
                                          </p:stCondLst>
                                        </p:cTn>
                                        <p:tgtEl>
                                          <p:spTgt spid="71"/>
                                        </p:tgtEl>
                                        <p:attrNameLst>
                                          <p:attrName>stroke.on</p:attrName>
                                        </p:attrNameLst>
                                      </p:cBhvr>
                                      <p:to>
                                        <p:strVal val="true"/>
                                      </p:to>
                                    </p:set>
                                  </p:childTnLst>
                                </p:cTn>
                              </p:par>
                              <p:par>
                                <p:cTn id="41" presetID="1" presetClass="emph" presetSubtype="2" fill="hold" grpId="0" nodeType="withEffect">
                                  <p:stCondLst>
                                    <p:cond delay="0"/>
                                  </p:stCondLst>
                                  <p:childTnLst>
                                    <p:animClr clrSpc="rgb">
                                      <p:cBhvr>
                                        <p:cTn id="42" dur="2000" fill="hold"/>
                                        <p:tgtEl>
                                          <p:spTgt spid="5"/>
                                        </p:tgtEl>
                                        <p:attrNameLst>
                                          <p:attrName>fillcolor</p:attrName>
                                        </p:attrNameLst>
                                      </p:cBhvr>
                                      <p:to>
                                        <a:srgbClr val="FF0000"/>
                                      </p:to>
                                    </p:animClr>
                                    <p:set>
                                      <p:cBhvr>
                                        <p:cTn id="43" dur="2000" fill="hold">
                                          <p:stCondLst>
                                            <p:cond delay="0"/>
                                          </p:stCondLst>
                                        </p:cTn>
                                        <p:tgtEl>
                                          <p:spTgt spid="5"/>
                                        </p:tgtEl>
                                        <p:attrNameLst>
                                          <p:attrName>fill.type</p:attrName>
                                        </p:attrNameLst>
                                      </p:cBhvr>
                                      <p:to>
                                        <p:strVal val="solid"/>
                                      </p:to>
                                    </p:set>
                                    <p:set>
                                      <p:cBhvr>
                                        <p:cTn id="44" dur="2000" fill="hold">
                                          <p:stCondLst>
                                            <p:cond delay="0"/>
                                          </p:stCondLst>
                                        </p:cTn>
                                        <p:tgtEl>
                                          <p:spTgt spid="5"/>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7" presetClass="emph" presetSubtype="2" fill="hold" grpId="0" nodeType="clickEffect">
                                  <p:stCondLst>
                                    <p:cond delay="0"/>
                                  </p:stCondLst>
                                  <p:childTnLst>
                                    <p:animClr clrSpc="rgb">
                                      <p:cBhvr>
                                        <p:cTn id="48" dur="2000" fill="hold"/>
                                        <p:tgtEl>
                                          <p:spTgt spid="24"/>
                                        </p:tgtEl>
                                        <p:attrNameLst>
                                          <p:attrName>stroke.color</p:attrName>
                                        </p:attrNameLst>
                                      </p:cBhvr>
                                      <p:to>
                                        <a:srgbClr val="FF0000"/>
                                      </p:to>
                                    </p:animClr>
                                    <p:set>
                                      <p:cBhvr>
                                        <p:cTn id="49" dur="2000" fill="hold">
                                          <p:stCondLst>
                                            <p:cond delay="0"/>
                                          </p:stCondLst>
                                        </p:cTn>
                                        <p:tgtEl>
                                          <p:spTgt spid="24"/>
                                        </p:tgtEl>
                                        <p:attrNameLst>
                                          <p:attrName>stroke.on</p:attrName>
                                        </p:attrNameLst>
                                      </p:cBhvr>
                                      <p:to>
                                        <p:strVal val="true"/>
                                      </p:to>
                                    </p:set>
                                  </p:childTnLst>
                                </p:cTn>
                              </p:par>
                              <p:par>
                                <p:cTn id="50" presetID="1" presetClass="emph" presetSubtype="2" fill="hold" grpId="0" nodeType="withEffect">
                                  <p:stCondLst>
                                    <p:cond delay="0"/>
                                  </p:stCondLst>
                                  <p:childTnLst>
                                    <p:animClr clrSpc="rgb">
                                      <p:cBhvr>
                                        <p:cTn id="51" dur="2000" fill="hold"/>
                                        <p:tgtEl>
                                          <p:spTgt spid="17"/>
                                        </p:tgtEl>
                                        <p:attrNameLst>
                                          <p:attrName>fillcolor</p:attrName>
                                        </p:attrNameLst>
                                      </p:cBhvr>
                                      <p:to>
                                        <a:srgbClr val="FF0000"/>
                                      </p:to>
                                    </p:animClr>
                                    <p:set>
                                      <p:cBhvr>
                                        <p:cTn id="52" dur="2000" fill="hold">
                                          <p:stCondLst>
                                            <p:cond delay="0"/>
                                          </p:stCondLst>
                                        </p:cTn>
                                        <p:tgtEl>
                                          <p:spTgt spid="17"/>
                                        </p:tgtEl>
                                        <p:attrNameLst>
                                          <p:attrName>fill.type</p:attrName>
                                        </p:attrNameLst>
                                      </p:cBhvr>
                                      <p:to>
                                        <p:strVal val="solid"/>
                                      </p:to>
                                    </p:set>
                                    <p:set>
                                      <p:cBhvr>
                                        <p:cTn id="53" dur="2000" fill="hold">
                                          <p:stCondLst>
                                            <p:cond delay="0"/>
                                          </p:stCondLst>
                                        </p:cTn>
                                        <p:tgtEl>
                                          <p:spTgt spid="17"/>
                                        </p:tgtEl>
                                        <p:attrNameLst>
                                          <p:attrName>fill.on</p:attrName>
                                        </p:attrNameLst>
                                      </p:cBhvr>
                                      <p:to>
                                        <p:strVal val="true"/>
                                      </p:to>
                                    </p:set>
                                  </p:childTnLst>
                                </p:cTn>
                              </p:par>
                            </p:childTnLst>
                          </p:cTn>
                        </p:par>
                      </p:childTnLst>
                    </p:cTn>
                  </p:par>
                  <p:par>
                    <p:cTn id="54" fill="hold">
                      <p:stCondLst>
                        <p:cond delay="indefinite"/>
                      </p:stCondLst>
                      <p:childTnLst>
                        <p:par>
                          <p:cTn id="55" fill="hold">
                            <p:stCondLst>
                              <p:cond delay="0"/>
                            </p:stCondLst>
                            <p:childTnLst>
                              <p:par>
                                <p:cTn id="56" presetID="7" presetClass="emph" presetSubtype="2" fill="hold" grpId="0" nodeType="clickEffect">
                                  <p:stCondLst>
                                    <p:cond delay="0"/>
                                  </p:stCondLst>
                                  <p:childTnLst>
                                    <p:animClr clrSpc="rgb">
                                      <p:cBhvr>
                                        <p:cTn id="57" dur="2000" fill="hold"/>
                                        <p:tgtEl>
                                          <p:spTgt spid="73"/>
                                        </p:tgtEl>
                                        <p:attrNameLst>
                                          <p:attrName>stroke.color</p:attrName>
                                        </p:attrNameLst>
                                      </p:cBhvr>
                                      <p:to>
                                        <a:srgbClr val="FF0000"/>
                                      </p:to>
                                    </p:animClr>
                                    <p:set>
                                      <p:cBhvr>
                                        <p:cTn id="58" dur="2000" fill="hold">
                                          <p:stCondLst>
                                            <p:cond delay="0"/>
                                          </p:stCondLst>
                                        </p:cTn>
                                        <p:tgtEl>
                                          <p:spTgt spid="73"/>
                                        </p:tgtEl>
                                        <p:attrNameLst>
                                          <p:attrName>stroke.on</p:attrName>
                                        </p:attrNameLst>
                                      </p:cBhvr>
                                      <p:to>
                                        <p:strVal val="true"/>
                                      </p:to>
                                    </p:set>
                                  </p:childTnLst>
                                </p:cTn>
                              </p:par>
                              <p:par>
                                <p:cTn id="59" presetID="1" presetClass="emph" presetSubtype="2" fill="hold" grpId="0" nodeType="withEffect">
                                  <p:stCondLst>
                                    <p:cond delay="0"/>
                                  </p:stCondLst>
                                  <p:childTnLst>
                                    <p:animClr clrSpc="rgb">
                                      <p:cBhvr>
                                        <p:cTn id="60" dur="2000" fill="hold"/>
                                        <p:tgtEl>
                                          <p:spTgt spid="13"/>
                                        </p:tgtEl>
                                        <p:attrNameLst>
                                          <p:attrName>fillcolor</p:attrName>
                                        </p:attrNameLst>
                                      </p:cBhvr>
                                      <p:to>
                                        <a:srgbClr val="FF0000"/>
                                      </p:to>
                                    </p:animClr>
                                    <p:set>
                                      <p:cBhvr>
                                        <p:cTn id="61" dur="2000" fill="hold">
                                          <p:stCondLst>
                                            <p:cond delay="0"/>
                                          </p:stCondLst>
                                        </p:cTn>
                                        <p:tgtEl>
                                          <p:spTgt spid="13"/>
                                        </p:tgtEl>
                                        <p:attrNameLst>
                                          <p:attrName>fill.type</p:attrName>
                                        </p:attrNameLst>
                                      </p:cBhvr>
                                      <p:to>
                                        <p:strVal val="solid"/>
                                      </p:to>
                                    </p:set>
                                    <p:set>
                                      <p:cBhvr>
                                        <p:cTn id="62" dur="2000" fill="hold">
                                          <p:stCondLst>
                                            <p:cond delay="0"/>
                                          </p:stCondLst>
                                        </p:cTn>
                                        <p:tgtEl>
                                          <p:spTgt spid="13"/>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dvAuto="0"/>
      <p:bldP spid="3" grpId="0" animBg="1" advAuto="0"/>
      <p:bldP spid="5" grpId="0" animBg="1" advAuto="0"/>
      <p:bldP spid="13" grpId="0" animBg="1" advAuto="0"/>
      <p:bldP spid="14" grpId="0" animBg="1" advAuto="0"/>
      <p:bldP spid="15" grpId="0" animBg="1" advAuto="0"/>
      <p:bldP spid="17" grpId="0" animBg="1" advAuto="0"/>
      <p:bldP spid="20" grpId="0" animBg="1" advAuto="0"/>
      <p:bldP spid="22" grpId="0" animBg="1" advAuto="0"/>
      <p:bldP spid="24" grpId="0" animBg="1" advAuto="0"/>
      <p:bldP spid="69" grpId="0" animBg="1" advAuto="0"/>
      <p:bldP spid="71" grpId="0" animBg="1" advAuto="0"/>
      <p:bldP spid="73" grpId="0" animBg="1" advAuto="0"/>
    </p:bldLst>
    <p:extLst>
      <p:ext uri="smNativeData">
        <pr:smNativeData xmlns:pr="smNativeData" xmlns="smNativeData" val="VcZhaQ0AAAAFAAAA/f///wMAAAABAAAAAgAAAAAAAAD/AAAAAAAAAAsAAAD9////AwAAAAcAAAACAAAAAAAAAP8AAAAAAAAADgAAAP3///8DAAAAAQAAAAIAAAAAAAAA/wAAAAAAAAAUAAAA/f///wMAAAAHAAAAAgAAAAAAAAD/AAAAAAAAABcAAAD9////AwAAAAEAAAACAAAAAAAAAP8AAAAAAAAAHQAAAP3///8DAAAABwAAAAIAAAAAAAAA/wAAAAAAAAAgAAAA/f///wMAAAABAAAAAgAAAAAAAAD/AAAAAAAAACYAAAD9////AwAAAAcAAAACAAAAAAAAAP8AAAAAAAAAKQAAAP3///8DAAAAAQAAAAIAAAAAAAAA/wAAAAAAAAAvAAAA/f///wMAAAAHAAAAAgAAAAAAAAD/AAAAAAAAADIAAAD9////AwAAAAEAAAACAAAAAAAAAP8AAAAAAAAAOAAAAP3///8DAAAABwAAAAIAAAAAAAAA/wAAAAAAAAA7AAAA/f///wMAAAABAAAAAgAAAAAAAAD/AAAAAAAAAA=="/>
      </p:ext>
    </p:extLst>
  </p:timing>
</p:sld>
</file>

<file path=ppt/slides/slide1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Y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us" sz="3200" cap="none"/>
              <a:t>Some more real-world problems</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AAAAAAAAA"/>
              </a:ext>
            </a:extLst>
          </p:cNvSpPr>
          <p:nvPr>
            <p:ph type="body" idx="1"/>
          </p:nvPr>
        </p:nvSpPr>
        <p:spPr/>
        <p:txBody>
          <a:bodyPr/>
          <a:lstStyle/>
          <a:p>
            <a:pPr/>
            <a:r>
              <a:rPr lang="en-us" cap="none"/>
              <a:t>Route finding</a:t>
            </a:r>
            <a:endParaRPr lang="en-us" cap="none"/>
          </a:p>
          <a:p>
            <a:pPr/>
            <a:r>
              <a:rPr lang="en-us" cap="none"/>
              <a:t>Touring (traveling salesman)</a:t>
            </a:r>
            <a:endParaRPr lang="en-us" cap="none"/>
          </a:p>
          <a:p>
            <a:pPr/>
            <a:r>
              <a:rPr lang="en-us" cap="none"/>
              <a:t>Logistics</a:t>
            </a:r>
            <a:endParaRPr lang="en-us" cap="none"/>
          </a:p>
          <a:p>
            <a:pPr/>
            <a:r>
              <a:rPr lang="en-us" cap="none"/>
              <a:t>VLSI layout</a:t>
            </a:r>
            <a:endParaRPr lang="en-us" cap="none"/>
          </a:p>
          <a:p>
            <a:pPr/>
            <a:r>
              <a:rPr lang="en-us" cap="none"/>
              <a:t>Robot navigation</a:t>
            </a:r>
            <a:endParaRPr lang="en-us" cap="none"/>
          </a:p>
          <a:p>
            <a:pPr/>
            <a:r>
              <a:rPr lang="en-us" cap="none"/>
              <a:t>Learning</a:t>
            </a:r>
            <a:endParaRPr lang="en-us" cap="none"/>
          </a:p>
        </p:txBody>
      </p:sp>
    </p:spTree>
  </p:cSld>
  <p:clrMapOvr>
    <a:masterClrMapping/>
  </p:clrMapOvr>
  <p:timing>
    <p:tnLst>
      <p:par>
        <p:cTn id="1" dur="indefinite" restart="never" nodeType="tmRoot"/>
      </p:par>
    </p:tnLst>
  </p:timing>
</p:sld>
</file>

<file path=ppt/slides/slide1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0">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EwAU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sAQAAIAAAACANAAACAcAABAAAAAmAAAACAAAAAEAAAAAAAAA"/>
              </a:ext>
            </a:extLst>
          </p:cNvSpPr>
          <p:nvPr>
            <p:ph type="title"/>
          </p:nvPr>
        </p:nvSpPr>
        <p:spPr>
          <a:xfrm>
            <a:off x="762000" y="81280"/>
            <a:ext cx="7772400" cy="1061720"/>
          </a:xfrm>
        </p:spPr>
        <p:txBody>
          <a:bodyPr/>
          <a:lstStyle/>
          <a:p>
            <a:pPr/>
            <a:r>
              <a:rPr lang="en-us" sz="3200" cap="none"/>
              <a:t>Knowledge representation issues</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uAMAANIJAADgNQAAvCYAABAAAAAmAAAACAAAAAEgAAAAAAAA"/>
              </a:ext>
            </a:extLst>
          </p:cNvSpPr>
          <p:nvPr>
            <p:ph type="body" idx="1"/>
          </p:nvPr>
        </p:nvSpPr>
        <p:spPr>
          <a:xfrm>
            <a:off x="604520" y="1596390"/>
            <a:ext cx="8153400" cy="4700270"/>
          </a:xfrm>
        </p:spPr>
        <p:txBody>
          <a:bodyPr vert="horz" wrap="square" lIns="0" tIns="0" rIns="0" bIns="0" numCol="1" spcCol="215900" anchor="t">
            <a:prstTxWarp prst="textNoShape">
              <a:avLst/>
            </a:prstTxWarp>
          </a:bodyPr>
          <a:lstStyle/>
          <a:p>
            <a:pPr/>
            <a:r>
              <a:rPr lang="en-us" cap="none"/>
              <a:t>What’s in a state ? </a:t>
            </a:r>
            <a:endParaRPr lang="en-us" cap="none"/>
          </a:p>
          <a:p>
            <a:pPr lvl="1"/>
            <a:r>
              <a:rPr lang="en-us" cap="none"/>
              <a:t>Is the color of the boat relevant to solving the Missionaries and Cannibals problem? Is sunspot activity relevant to predicting the stock market? What to represent is a very hard problem that is usually left to the system designer to specify. </a:t>
            </a:r>
            <a:endParaRPr lang="en-us" cap="none"/>
          </a:p>
          <a:p>
            <a:pPr lvl="1"/>
            <a:endParaRPr lang="en-us" cap="none"/>
          </a:p>
          <a:p>
            <a:pPr/>
            <a:r>
              <a:rPr lang="en-us" cap="none"/>
              <a:t>What </a:t>
            </a:r>
            <a:r>
              <a:rPr lang="en-us" b="1" cap="none"/>
              <a:t>level of abstraction</a:t>
            </a:r>
            <a:r>
              <a:rPr lang="en-us" cap="none"/>
              <a:t> or detail to describe the world.</a:t>
            </a:r>
            <a:endParaRPr lang="en-us" cap="none"/>
          </a:p>
          <a:p>
            <a:pPr lvl="1"/>
            <a:r>
              <a:rPr lang="en-us" cap="none"/>
              <a:t>Too fine-grained and we’ll “miss the forest for the trees.” Too coarse-grained and we’ll miss critical details for solving the problem.</a:t>
            </a:r>
            <a:endParaRPr lang="en-us" cap="none"/>
          </a:p>
          <a:p>
            <a:pPr lvl="1"/>
            <a:endParaRPr lang="en-us" cap="none"/>
          </a:p>
          <a:p>
            <a:pPr/>
            <a:r>
              <a:rPr lang="en-us" cap="none"/>
              <a:t>The number of states depends on the representation and level of abstraction chosen. </a:t>
            </a:r>
            <a:endParaRPr lang="en-us" cap="none"/>
          </a:p>
          <a:p>
            <a:pPr lvl="1"/>
            <a:r>
              <a:rPr lang="en-us" cap="none"/>
              <a:t>In the Remove-5-Sticks problem, if we represent the individual sticks, then there are 17-choose-5 possible ways of removing 5 sticks.</a:t>
            </a:r>
            <a:endParaRPr lang="en-us" cap="none"/>
          </a:p>
          <a:p>
            <a:pPr lvl="1"/>
            <a:r>
              <a:rPr lang="en-us" cap="none"/>
              <a:t>On the other hand, if we represent the “squares” defined by 4 sticks, then there are 6 squares initially and we must remove 3 squares, so only 6-choose-3 ways of removing 3 squares.</a:t>
            </a:r>
            <a:endParaRPr lang="en-us" cap="none"/>
          </a:p>
        </p:txBody>
      </p:sp>
    </p:spTree>
  </p:cSld>
  <p:clrMapOvr>
    <a:masterClrMapping/>
  </p:clrMapOvr>
  <p:timing>
    <p:tnLst>
      <p:par>
        <p:cTn id="1" dur="indefinite" restart="never" nodeType="tmRoot"/>
      </p:par>
    </p:tnLst>
  </p:timing>
</p:sld>
</file>

<file path=ppt/slides/slide1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0">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gAEAANYCAADMNQAAZAcAABAAAAAmAAAACAAAAAEAAAAAAAAA"/>
              </a:ext>
            </a:extLst>
          </p:cNvSpPr>
          <p:nvPr>
            <p:ph type="title"/>
          </p:nvPr>
        </p:nvSpPr>
        <p:spPr>
          <a:xfrm>
            <a:off x="243840" y="461010"/>
            <a:ext cx="8501380" cy="740410"/>
          </a:xfrm>
        </p:spPr>
        <p:txBody>
          <a:bodyPr/>
          <a:lstStyle/>
          <a:p>
            <a:pPr/>
            <a:r>
              <a:rPr lang="en-us" sz="3200" cap="none"/>
              <a:t>Formalizing search in a state space</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gAAAAAAAA"/>
              </a:ext>
            </a:extLst>
          </p:cNvSpPr>
          <p:nvPr>
            <p:ph type="body" idx="1"/>
          </p:nvPr>
        </p:nvSpPr>
        <p:spPr/>
        <p:txBody>
          <a:bodyPr vert="horz" wrap="square" lIns="0" tIns="0" rIns="0" bIns="0" numCol="1" spcCol="215900" anchor="t">
            <a:prstTxWarp prst="textNoShape">
              <a:avLst/>
            </a:prstTxWarp>
          </a:bodyPr>
          <a:lstStyle/>
          <a:p>
            <a:pPr/>
            <a:r>
              <a:rPr lang="en-us" cap="none"/>
              <a:t>A state space is a </a:t>
            </a:r>
            <a:r>
              <a:rPr lang="en-us" b="1" cap="none"/>
              <a:t>graph</a:t>
            </a:r>
            <a:r>
              <a:rPr lang="en-us" cap="none"/>
              <a:t> (V, E) where V is a set of </a:t>
            </a:r>
            <a:r>
              <a:rPr lang="en-us" b="1" cap="none"/>
              <a:t>nodes</a:t>
            </a:r>
            <a:r>
              <a:rPr lang="en-us" cap="none"/>
              <a:t> and E is a set of </a:t>
            </a:r>
            <a:r>
              <a:rPr lang="en-us" b="1" cap="none"/>
              <a:t>arcs</a:t>
            </a:r>
            <a:r>
              <a:rPr lang="en-us" cap="none"/>
              <a:t>, and each arc is directed from a node to another node</a:t>
            </a:r>
            <a:endParaRPr lang="en-us" cap="none"/>
          </a:p>
          <a:p>
            <a:pPr/>
            <a:endParaRPr lang="en-us" cap="none"/>
          </a:p>
          <a:p>
            <a:pPr/>
            <a:r>
              <a:rPr lang="en-us" cap="none"/>
              <a:t>Each </a:t>
            </a:r>
            <a:r>
              <a:rPr lang="en-us" b="1" cap="none"/>
              <a:t>node</a:t>
            </a:r>
            <a:r>
              <a:rPr lang="en-us" cap="none"/>
              <a:t> is a data structure that contains a state description plus other information such as the parent of the node, the name of the operator that generated the node from that parent, and other bookkeeping data</a:t>
            </a:r>
            <a:endParaRPr lang="en-us" cap="none"/>
          </a:p>
          <a:p>
            <a:pPr/>
            <a:endParaRPr lang="en-us" cap="none"/>
          </a:p>
          <a:p>
            <a:pPr/>
            <a:r>
              <a:rPr lang="en-us" cap="none"/>
              <a:t>Each </a:t>
            </a:r>
            <a:r>
              <a:rPr lang="en-us" b="1" cap="none"/>
              <a:t>arc</a:t>
            </a:r>
            <a:r>
              <a:rPr lang="en-us" cap="none"/>
              <a:t> corresponds to an instance of one of the operators. When the operator is applied to the state associated with the arc’s source node, then the resulting state is the state associated with the arc’s destination node</a:t>
            </a:r>
            <a:endParaRPr lang="en-us" cap="none"/>
          </a:p>
          <a:p>
            <a:pPr/>
            <a:endParaRPr lang="en-us" cap="none"/>
          </a:p>
        </p:txBody>
      </p:sp>
    </p:spTree>
  </p:cSld>
  <p:clrMapOvr>
    <a:masterClrMapping/>
  </p:clrMapOvr>
  <p:timing>
    <p:tnLst>
      <p:par>
        <p:cTn id="1" dur="indefinite" restart="never" nodeType="tmRoot"/>
      </p:par>
    </p:tnLst>
  </p:timing>
</p:sld>
</file>

<file path=ppt/slides/slide2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0">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us" sz="3200" cap="none"/>
              <a:t>Formalizing search II</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gAAAAAAAA"/>
              </a:ext>
            </a:extLst>
          </p:cNvSpPr>
          <p:nvPr>
            <p:ph type="body" idx="1"/>
          </p:nvPr>
        </p:nvSpPr>
        <p:spPr/>
        <p:txBody>
          <a:bodyPr vert="horz" wrap="square" lIns="0" tIns="0" rIns="0" bIns="0" numCol="1" spcCol="215900" anchor="t">
            <a:prstTxWarp prst="textNoShape">
              <a:avLst/>
            </a:prstTxWarp>
          </a:bodyPr>
          <a:lstStyle/>
          <a:p>
            <a:pPr/>
            <a:r>
              <a:rPr lang="en-us" cap="none"/>
              <a:t>Each arc has a fixed, positive </a:t>
            </a:r>
            <a:r>
              <a:rPr lang="en-us" b="1" cap="none"/>
              <a:t>cost </a:t>
            </a:r>
            <a:r>
              <a:rPr lang="en-us" cap="none"/>
              <a:t>associated with it corresponding to the cost of the operator.</a:t>
            </a:r>
            <a:endParaRPr lang="en-us" cap="none"/>
          </a:p>
          <a:p>
            <a:pPr/>
            <a:endParaRPr lang="en-us" cap="none"/>
          </a:p>
          <a:p>
            <a:pPr/>
            <a:r>
              <a:rPr lang="en-us" cap="none"/>
              <a:t>Each node has a set of </a:t>
            </a:r>
            <a:r>
              <a:rPr lang="en-us" b="1" cap="none"/>
              <a:t>successor nodes</a:t>
            </a:r>
            <a:r>
              <a:rPr lang="en-us" cap="none"/>
              <a:t> corresponding to all of the legal operators that can be applied at the source node’s state. </a:t>
            </a:r>
            <a:endParaRPr lang="en-us" cap="none"/>
          </a:p>
          <a:p>
            <a:pPr/>
            <a:endParaRPr lang="en-us" cap="none"/>
          </a:p>
          <a:p>
            <a:pPr lvl="1"/>
            <a:r>
              <a:rPr lang="en-us" cap="none"/>
              <a:t>The process of expanding a node means to generate all of the successor nodes and add them and their associated arcs to the state-space graph</a:t>
            </a:r>
            <a:endParaRPr lang="en-us" cap="none"/>
          </a:p>
          <a:p>
            <a:pPr lvl="1"/>
            <a:endParaRPr lang="en-us" cap="none"/>
          </a:p>
          <a:p>
            <a:pPr/>
            <a:r>
              <a:rPr lang="en-us" cap="none"/>
              <a:t>One or more nodes are designated as </a:t>
            </a:r>
            <a:r>
              <a:rPr lang="en-us" b="1" cap="none"/>
              <a:t>start nodes.</a:t>
            </a:r>
            <a:endParaRPr lang="en-us" b="1" cap="none"/>
          </a:p>
          <a:p>
            <a:pPr/>
            <a:endParaRPr lang="en-us" cap="none"/>
          </a:p>
          <a:p>
            <a:pPr/>
            <a:r>
              <a:rPr lang="en-us" cap="none"/>
              <a:t>A </a:t>
            </a:r>
            <a:r>
              <a:rPr lang="en-us" b="1" cap="none"/>
              <a:t>goal test</a:t>
            </a:r>
            <a:r>
              <a:rPr lang="en-us" cap="none"/>
              <a:t> predicate is applied to a state to determine if its associated node is a goal node.</a:t>
            </a:r>
            <a:endParaRPr lang="en-us" cap="none"/>
          </a:p>
        </p:txBody>
      </p:sp>
    </p:spTree>
  </p:cSld>
  <p:clrMapOvr>
    <a:masterClrMapping/>
  </p:clrMapOvr>
  <p:timing>
    <p:tnLst>
      <p:par>
        <p:cTn id="1" dur="indefinite" restart="never" nodeType="tmRoot"/>
      </p:par>
    </p:tnLst>
  </p:timing>
</p:sld>
</file>

<file path=ppt/slides/slide2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0">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us" sz="3200" cap="none"/>
              <a:t>Formalizing search III</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AAAAAAAAA"/>
              </a:ext>
            </a:extLst>
          </p:cNvSpPr>
          <p:nvPr>
            <p:ph type="body" idx="1"/>
          </p:nvPr>
        </p:nvSpPr>
        <p:spPr/>
        <p:txBody>
          <a:bodyPr/>
          <a:lstStyle/>
          <a:p>
            <a:pPr/>
            <a:r>
              <a:rPr lang="en-us" cap="none"/>
              <a:t>A </a:t>
            </a:r>
            <a:r>
              <a:rPr lang="en-us" b="1" cap="none"/>
              <a:t>solution</a:t>
            </a:r>
            <a:r>
              <a:rPr lang="en-us" cap="none"/>
              <a:t> is a sequence of operators that is associated with a path in a state space from a start node to a goal node.</a:t>
            </a:r>
            <a:endParaRPr lang="en-us" cap="none"/>
          </a:p>
          <a:p>
            <a:pPr/>
            <a:endParaRPr lang="en-us" cap="none"/>
          </a:p>
          <a:p>
            <a:pPr/>
            <a:r>
              <a:rPr lang="en-us" cap="none"/>
              <a:t>The </a:t>
            </a:r>
            <a:r>
              <a:rPr lang="en-us" b="1" cap="none"/>
              <a:t>cost of a solution</a:t>
            </a:r>
            <a:r>
              <a:rPr lang="en-us" cap="none"/>
              <a:t> is the sum of the arc costs on the solution path.</a:t>
            </a:r>
            <a:endParaRPr lang="en-us" cap="none"/>
          </a:p>
          <a:p>
            <a:pPr lvl="1"/>
            <a:r>
              <a:rPr lang="en-us" cap="none"/>
              <a:t>If all arcs have the same (unit) cost, then the solution cost is just the length of the solution (number of steps / state transitions)</a:t>
            </a:r>
            <a:endParaRPr lang="en-us" cap="none"/>
          </a:p>
          <a:p>
            <a:pPr/>
            <a:endParaRPr lang="en-us" cap="none"/>
          </a:p>
        </p:txBody>
      </p:sp>
    </p:spTree>
  </p:cSld>
  <p:clrMapOvr>
    <a:masterClrMapping/>
  </p:clrMapOvr>
  <p:timing>
    <p:tnLst>
      <p:par>
        <p:cTn id="1" dur="indefinite" restart="never" nodeType="tmRoot"/>
      </p:par>
    </p:tnLst>
  </p:timing>
</p:sld>
</file>

<file path=ppt/slides/slide2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0">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us" sz="3200" cap="none"/>
              <a:t>Formalizing search IV</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MgKAAAINAAAGCQAABAAAAAmAAAACAAAAAEgAAAAAAAA"/>
              </a:ext>
            </a:extLst>
          </p:cNvSpPr>
          <p:nvPr>
            <p:ph type="body" idx="1"/>
          </p:nvPr>
        </p:nvSpPr>
        <p:spPr>
          <a:xfrm>
            <a:off x="685800" y="1752600"/>
            <a:ext cx="7772400" cy="4114800"/>
          </a:xfrm>
        </p:spPr>
        <p:txBody>
          <a:bodyPr vert="horz" wrap="square" lIns="0" tIns="0" rIns="0" bIns="0" numCol="1" spcCol="215900" anchor="t">
            <a:prstTxWarp prst="textNoShape">
              <a:avLst/>
            </a:prstTxWarp>
          </a:bodyPr>
          <a:lstStyle/>
          <a:p>
            <a:pPr/>
            <a:r>
              <a:rPr lang="en-us" b="1" cap="none"/>
              <a:t>State-space search</a:t>
            </a:r>
            <a:r>
              <a:rPr lang="en-us" cap="none"/>
              <a:t> is the process of searching through a state space for a solution by </a:t>
            </a:r>
            <a:r>
              <a:rPr lang="en-us" b="1" cap="none"/>
              <a:t>making explicit</a:t>
            </a:r>
            <a:r>
              <a:rPr lang="en-us" cap="none"/>
              <a:t> a sufficient portion of an </a:t>
            </a:r>
            <a:r>
              <a:rPr lang="en-us" b="1" cap="none"/>
              <a:t>implicit</a:t>
            </a:r>
            <a:r>
              <a:rPr lang="en-us" cap="none"/>
              <a:t> state-space graph to find a goal node. </a:t>
            </a:r>
            <a:endParaRPr lang="en-us" cap="none"/>
          </a:p>
          <a:p>
            <a:pPr/>
            <a:endParaRPr lang="en-us" cap="none"/>
          </a:p>
          <a:p>
            <a:pPr lvl="1"/>
            <a:r>
              <a:rPr lang="en-us" cap="none"/>
              <a:t>For large state spaces, it isn’t practical to represent the whole space.</a:t>
            </a:r>
            <a:endParaRPr lang="en-us" cap="none"/>
          </a:p>
          <a:p>
            <a:pPr lvl="1"/>
            <a:r>
              <a:rPr lang="en-us" cap="none"/>
              <a:t>Initially V={S}, where S is the start node; when S is expanded, its successors are generated and those nodes are added to V and the associated arcs are added to E. This process continues until a goal node is found.</a:t>
            </a:r>
            <a:endParaRPr lang="en-us" cap="none"/>
          </a:p>
          <a:p>
            <a:pPr lvl="1"/>
            <a:endParaRPr lang="en-us" cap="none"/>
          </a:p>
          <a:p>
            <a:pPr/>
            <a:r>
              <a:rPr lang="en-us" cap="none"/>
              <a:t>Each node implicitly or explicitly represents a partial solution path (and cost of the partial solution path) from the start node to the given node. </a:t>
            </a:r>
            <a:endParaRPr lang="en-us" cap="none"/>
          </a:p>
          <a:p>
            <a:pPr lvl="1"/>
            <a:r>
              <a:rPr lang="en-us" cap="none"/>
              <a:t>In general, from this node there are many possible paths (and therefore solutions) that have this partial path as a prefix.</a:t>
            </a:r>
            <a:endParaRPr lang="en-us" cap="none"/>
          </a:p>
          <a:p>
            <a:pPr/>
            <a:endParaRPr lang="en-us" cap="none"/>
          </a:p>
        </p:txBody>
      </p:sp>
    </p:spTree>
  </p:cSld>
  <p:clrMapOvr>
    <a:masterClrMapping/>
  </p:clrMapOvr>
  <p:timing>
    <p:tnLst>
      <p:par>
        <p:cTn id="1" dur="indefinite" restart="never" nodeType="tmRoot"/>
      </p:par>
    </p:tnLst>
  </p:timing>
</p:sld>
</file>

<file path=ppt/slides/slide2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0">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NQ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sAQAAGgBAACANAAAcAgAABAAAAAmAAAACAAAAAEAAAAAAAAA"/>
              </a:ext>
            </a:extLst>
          </p:cNvSpPr>
          <p:nvPr>
            <p:ph type="title"/>
          </p:nvPr>
        </p:nvSpPr>
        <p:spPr>
          <a:xfrm>
            <a:off x="762000" y="228600"/>
            <a:ext cx="7772400" cy="1143000"/>
          </a:xfrm>
        </p:spPr>
        <p:txBody>
          <a:bodyPr/>
          <a:lstStyle/>
          <a:p>
            <a:pPr algn="ctr"/>
            <a:r>
              <a:rPr lang="en-us" sz="3200" cap="none"/>
              <a:t>State-space search algorithm</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OgIAAAINAAA+CUAABAAAAAmAAAACAAAAAEAAAAAAAAA"/>
              </a:ext>
            </a:extLst>
          </p:cNvSpPr>
          <p:nvPr>
            <p:ph type="body" idx="1"/>
          </p:nvPr>
        </p:nvSpPr>
        <p:spPr>
          <a:xfrm>
            <a:off x="685800" y="1447800"/>
            <a:ext cx="7772400" cy="4724400"/>
          </a:xfrm>
        </p:spPr>
        <p:txBody>
          <a:bodyPr/>
          <a:lstStyle/>
          <a:p>
            <a:pPr>
              <a:lnSpc>
                <a:spcPct val="90000"/>
              </a:lnSpc>
              <a:buNone/>
            </a:pPr>
            <a:r>
              <a:rPr lang="en-us" cap="none">
                <a:latin typeface="Courier New" pitchFamily="1" charset="0"/>
                <a:ea typeface="Arial" pitchFamily="1" charset="0"/>
                <a:cs typeface="Arial" pitchFamily="1" charset="0"/>
              </a:rPr>
              <a:t>function general-search (problem, QUEUEING-FUNCTION)</a:t>
            </a:r>
            <a:endParaRPr lang="en-us" cap="none">
              <a:latin typeface="Courier New" pitchFamily="1" charset="0"/>
              <a:ea typeface="Arial" pitchFamily="1" charset="0"/>
              <a:cs typeface="Arial" pitchFamily="1" charset="0"/>
            </a:endParaRPr>
          </a:p>
          <a:p>
            <a:pPr>
              <a:lnSpc>
                <a:spcPct val="90000"/>
              </a:lnSpc>
              <a:buNone/>
            </a:pPr>
            <a:r>
              <a:rPr lang="en-us" cap="none"/>
              <a:t>;; problem describes the start state, operators, goal test, and operator costs</a:t>
            </a:r>
            <a:endParaRPr lang="en-us" cap="none"/>
          </a:p>
          <a:p>
            <a:pPr>
              <a:lnSpc>
                <a:spcPct val="90000"/>
              </a:lnSpc>
              <a:buNone/>
            </a:pPr>
            <a:r>
              <a:rPr lang="en-us" cap="none"/>
              <a:t>;; queueing-function is a comparator function that ranks two states</a:t>
            </a:r>
            <a:endParaRPr lang="en-us" cap="none"/>
          </a:p>
          <a:p>
            <a:pPr>
              <a:lnSpc>
                <a:spcPct val="90000"/>
              </a:lnSpc>
              <a:buNone/>
            </a:pPr>
            <a:r>
              <a:rPr lang="en-us" cap="none"/>
              <a:t>;; general-search returns either a goal node or </a:t>
            </a:r>
            <a:r>
              <a:rPr lang="en-us" cap="none">
                <a:latin typeface="Courier" pitchFamily="0" charset="0"/>
                <a:ea typeface="Arial" pitchFamily="1" charset="0"/>
                <a:cs typeface="Arial" pitchFamily="1" charset="0"/>
              </a:rPr>
              <a:t>failure</a:t>
            </a:r>
            <a:endParaRPr lang="en-us" cap="none"/>
          </a:p>
          <a:p>
            <a:pPr>
              <a:lnSpc>
                <a:spcPct val="90000"/>
              </a:lnSpc>
              <a:buNone/>
            </a:pPr>
            <a:r>
              <a:rPr lang="en-us" cap="none">
                <a:latin typeface="Courier New" pitchFamily="1" charset="0"/>
                <a:ea typeface="Arial" pitchFamily="1" charset="0"/>
                <a:cs typeface="Arial" pitchFamily="1" charset="0"/>
              </a:rPr>
              <a:t>nodes = MAKE-QUEUE(MAKE-NODE(problem.INITIAL-STATE))</a:t>
            </a:r>
            <a:endParaRPr lang="en-us" cap="none">
              <a:latin typeface="Courier New" pitchFamily="1" charset="0"/>
              <a:ea typeface="Arial" pitchFamily="1" charset="0"/>
              <a:cs typeface="Arial" pitchFamily="1" charset="0"/>
            </a:endParaRPr>
          </a:p>
          <a:p>
            <a:pPr>
              <a:lnSpc>
                <a:spcPct val="90000"/>
              </a:lnSpc>
              <a:buNone/>
            </a:pPr>
            <a:r>
              <a:rPr lang="en-us" cap="none">
                <a:latin typeface="Courier New" pitchFamily="1" charset="0"/>
                <a:ea typeface="Arial" pitchFamily="1" charset="0"/>
                <a:cs typeface="Arial" pitchFamily="1" charset="0"/>
              </a:rPr>
              <a:t>  loop</a:t>
            </a:r>
            <a:endParaRPr lang="en-us" cap="none">
              <a:latin typeface="Courier New" pitchFamily="1" charset="0"/>
              <a:ea typeface="Arial" pitchFamily="1" charset="0"/>
              <a:cs typeface="Arial" pitchFamily="1" charset="0"/>
            </a:endParaRPr>
          </a:p>
          <a:p>
            <a:pPr>
              <a:lnSpc>
                <a:spcPct val="90000"/>
              </a:lnSpc>
              <a:buNone/>
            </a:pPr>
            <a:r>
              <a:rPr lang="en-us" cap="none">
                <a:latin typeface="Courier New" pitchFamily="1" charset="0"/>
                <a:ea typeface="Arial" pitchFamily="1" charset="0"/>
                <a:cs typeface="Arial" pitchFamily="1" charset="0"/>
              </a:rPr>
              <a:t>     if EMPTY(nodes) then return "failure"</a:t>
            </a:r>
            <a:endParaRPr lang="en-us" cap="none">
              <a:latin typeface="Courier New" pitchFamily="1" charset="0"/>
              <a:ea typeface="Arial" pitchFamily="1" charset="0"/>
              <a:cs typeface="Arial" pitchFamily="1" charset="0"/>
            </a:endParaRPr>
          </a:p>
          <a:p>
            <a:pPr>
              <a:lnSpc>
                <a:spcPct val="90000"/>
              </a:lnSpc>
              <a:buNone/>
            </a:pPr>
            <a:r>
              <a:rPr lang="en-us" cap="none">
                <a:latin typeface="Courier New" pitchFamily="1" charset="0"/>
                <a:ea typeface="Arial" pitchFamily="1" charset="0"/>
                <a:cs typeface="Arial" pitchFamily="1" charset="0"/>
              </a:rPr>
              <a:t>     node = REMOVE-FRONT(nodes)</a:t>
            </a:r>
            <a:endParaRPr lang="en-us" cap="none">
              <a:latin typeface="Courier New" pitchFamily="1" charset="0"/>
              <a:ea typeface="Arial" pitchFamily="1" charset="0"/>
              <a:cs typeface="Arial" pitchFamily="1" charset="0"/>
            </a:endParaRPr>
          </a:p>
          <a:p>
            <a:pPr>
              <a:lnSpc>
                <a:spcPct val="90000"/>
              </a:lnSpc>
              <a:buNone/>
            </a:pPr>
            <a:r>
              <a:rPr lang="en-us" cap="none">
                <a:latin typeface="Courier New" pitchFamily="1" charset="0"/>
                <a:ea typeface="Arial" pitchFamily="1" charset="0"/>
                <a:cs typeface="Arial" pitchFamily="1" charset="0"/>
              </a:rPr>
              <a:t>     if problem.GOAL-TEST(node.STATE) succeeds</a:t>
            </a:r>
            <a:endParaRPr lang="en-us" cap="none">
              <a:latin typeface="Courier New" pitchFamily="1" charset="0"/>
              <a:ea typeface="Arial" pitchFamily="1" charset="0"/>
              <a:cs typeface="Arial" pitchFamily="1" charset="0"/>
            </a:endParaRPr>
          </a:p>
          <a:p>
            <a:pPr>
              <a:lnSpc>
                <a:spcPct val="90000"/>
              </a:lnSpc>
              <a:buNone/>
            </a:pPr>
            <a:r>
              <a:rPr lang="en-us" cap="none">
                <a:latin typeface="Courier New" pitchFamily="1" charset="0"/>
                <a:ea typeface="Arial" pitchFamily="1" charset="0"/>
                <a:cs typeface="Arial" pitchFamily="1" charset="0"/>
              </a:rPr>
              <a:t>        then return node</a:t>
            </a:r>
            <a:endParaRPr lang="en-us" cap="none">
              <a:latin typeface="Courier New" pitchFamily="1" charset="0"/>
              <a:ea typeface="Arial" pitchFamily="1" charset="0"/>
              <a:cs typeface="Arial" pitchFamily="1" charset="0"/>
            </a:endParaRPr>
          </a:p>
          <a:p>
            <a:pPr>
              <a:lnSpc>
                <a:spcPct val="90000"/>
              </a:lnSpc>
              <a:buNone/>
            </a:pPr>
            <a:r>
              <a:rPr lang="en-us" cap="none">
                <a:latin typeface="Courier New" pitchFamily="1" charset="0"/>
                <a:ea typeface="Arial" pitchFamily="1" charset="0"/>
                <a:cs typeface="Arial" pitchFamily="1" charset="0"/>
              </a:rPr>
              <a:t>     nodes = QUEUEING-FUNCTION(nodes, EXPAND(node,</a:t>
            </a:r>
            <a:endParaRPr lang="en-us" cap="none">
              <a:latin typeface="Courier New" pitchFamily="1" charset="0"/>
              <a:ea typeface="Arial" pitchFamily="1" charset="0"/>
              <a:cs typeface="Arial" pitchFamily="1" charset="0"/>
            </a:endParaRPr>
          </a:p>
          <a:p>
            <a:pPr>
              <a:lnSpc>
                <a:spcPct val="90000"/>
              </a:lnSpc>
              <a:buNone/>
            </a:pPr>
            <a:r>
              <a:rPr lang="en-us" cap="none">
                <a:latin typeface="Courier New" pitchFamily="1" charset="0"/>
                <a:ea typeface="Arial" pitchFamily="1" charset="0"/>
                <a:cs typeface="Arial" pitchFamily="1" charset="0"/>
              </a:rPr>
              <a:t>             problem.OPERATORS))</a:t>
            </a:r>
            <a:endParaRPr lang="en-us" cap="none">
              <a:latin typeface="Courier New" pitchFamily="1" charset="0"/>
              <a:ea typeface="Arial" pitchFamily="1" charset="0"/>
              <a:cs typeface="Arial" pitchFamily="1" charset="0"/>
            </a:endParaRPr>
          </a:p>
          <a:p>
            <a:pPr>
              <a:lnSpc>
                <a:spcPct val="90000"/>
              </a:lnSpc>
              <a:buNone/>
            </a:pPr>
            <a:r>
              <a:rPr lang="en-us" cap="none">
                <a:latin typeface="Courier New" pitchFamily="1" charset="0"/>
                <a:ea typeface="Arial" pitchFamily="1" charset="0"/>
                <a:cs typeface="Arial" pitchFamily="1" charset="0"/>
              </a:rPr>
              <a:t> end</a:t>
            </a:r>
            <a:endParaRPr lang="en-us" cap="none">
              <a:latin typeface="Courier New" pitchFamily="1" charset="0"/>
              <a:ea typeface="Arial" pitchFamily="1" charset="0"/>
              <a:cs typeface="Arial" pitchFamily="1" charset="0"/>
            </a:endParaRPr>
          </a:p>
          <a:p>
            <a:pPr>
              <a:lnSpc>
                <a:spcPct val="90000"/>
              </a:lnSpc>
              <a:buNone/>
            </a:pPr>
            <a:r>
              <a:rPr lang="en-us" cap="none"/>
              <a:t>     ;; Note: The goal test is NOT done when nodes are generated</a:t>
            </a:r>
            <a:endParaRPr lang="en-us" cap="none"/>
          </a:p>
          <a:p>
            <a:pPr>
              <a:lnSpc>
                <a:spcPct val="90000"/>
              </a:lnSpc>
              <a:buNone/>
            </a:pPr>
            <a:r>
              <a:rPr lang="en-us" cap="none"/>
              <a:t>     ;; Note: This algorithm does not detect loops</a:t>
            </a:r>
            <a:endParaRPr lang="en-us" cap="none">
              <a:latin typeface="Courier New" pitchFamily="1" charset="0"/>
              <a:ea typeface="Arial" pitchFamily="1" charset="0"/>
              <a:cs typeface="Arial" pitchFamily="1" charset="0"/>
            </a:endParaRPr>
          </a:p>
        </p:txBody>
      </p:sp>
    </p:spTree>
  </p:cSld>
  <p:clrMapOvr>
    <a:masterClrMapping/>
  </p:clrMapOvr>
  <p:timing>
    <p:tnLst>
      <p:par>
        <p:cTn id="1" dur="indefinite" restart="never" nodeType="tmRoot"/>
      </p:par>
    </p:tnLst>
  </p:timing>
</p:sld>
</file>

<file path=ppt/slides/slide2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0">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lgn="ctr"/>
            <a:r>
              <a:rPr lang="en-us" sz="3200" cap="none"/>
              <a:t>Key procedures to be defined</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AAAAAAAAA"/>
              </a:ext>
            </a:extLst>
          </p:cNvSpPr>
          <p:nvPr>
            <p:ph type="body" idx="1"/>
          </p:nvPr>
        </p:nvSpPr>
        <p:spPr/>
        <p:txBody>
          <a:bodyPr/>
          <a:lstStyle/>
          <a:p>
            <a:pPr/>
            <a:r>
              <a:rPr lang="en-us" sz="2800" cap="none"/>
              <a:t>EXPAND</a:t>
            </a:r>
            <a:endParaRPr lang="en-us" sz="2800" cap="none"/>
          </a:p>
          <a:p>
            <a:pPr lvl="1"/>
            <a:r>
              <a:rPr lang="en-us" sz="2400" cap="none"/>
              <a:t>Generate all successor nodes of a given node</a:t>
            </a:r>
            <a:endParaRPr lang="en-us" sz="2400" cap="none"/>
          </a:p>
          <a:p>
            <a:pPr/>
            <a:r>
              <a:rPr lang="en-us" sz="2800" cap="none"/>
              <a:t>GOAL-TEST</a:t>
            </a:r>
            <a:endParaRPr lang="en-us" sz="2800" cap="none"/>
          </a:p>
          <a:p>
            <a:pPr lvl="1"/>
            <a:r>
              <a:rPr lang="en-us" sz="2400" cap="none"/>
              <a:t>Test if state satisfies all goal conditions</a:t>
            </a:r>
            <a:endParaRPr lang="en-us" sz="2400" cap="none"/>
          </a:p>
          <a:p>
            <a:pPr/>
            <a:r>
              <a:rPr lang="en-us" sz="2800" cap="none"/>
              <a:t>QUEUEING-FUNCTION</a:t>
            </a:r>
            <a:endParaRPr lang="en-us" sz="2800" cap="none"/>
          </a:p>
          <a:p>
            <a:pPr lvl="1"/>
            <a:r>
              <a:rPr lang="en-us" sz="2400" cap="none"/>
              <a:t>Used to maintain a ranked list of nodes that are candidates for expansion</a:t>
            </a:r>
            <a:endParaRPr lang="en-us" sz="2400" cap="none"/>
          </a:p>
          <a:p>
            <a:pPr/>
            <a:endParaRPr lang="en-us" sz="2800" cap="none"/>
          </a:p>
        </p:txBody>
      </p:sp>
    </p:spTree>
  </p:cSld>
  <p:clrMapOvr>
    <a:masterClrMapping/>
  </p:clrMapOvr>
  <p:timing>
    <p:tnLst>
      <p:par>
        <p:cTn id="1" dur="indefinite" restart="never" nodeType="tmRoot"/>
      </p:par>
    </p:tnLst>
  </p:timing>
</p:sld>
</file>

<file path=ppt/slides/slide2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0">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lgn="ctr"/>
            <a:r>
              <a:rPr lang="en-us" sz="3200" cap="none"/>
              <a:t>Bookkeeping</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AAAAAAAAA"/>
              </a:ext>
            </a:extLst>
          </p:cNvSpPr>
          <p:nvPr>
            <p:ph type="body" idx="1"/>
          </p:nvPr>
        </p:nvSpPr>
        <p:spPr/>
        <p:txBody>
          <a:bodyPr/>
          <a:lstStyle/>
          <a:p>
            <a:pPr/>
            <a:r>
              <a:rPr lang="en-us" cap="none"/>
              <a:t>Typical node data structure includes:</a:t>
            </a:r>
            <a:endParaRPr lang="en-us" cap="none"/>
          </a:p>
          <a:p>
            <a:pPr lvl="1"/>
            <a:r>
              <a:rPr lang="en-us" cap="none"/>
              <a:t>State at this node</a:t>
            </a:r>
            <a:endParaRPr lang="en-us" cap="none"/>
          </a:p>
          <a:p>
            <a:pPr lvl="1"/>
            <a:r>
              <a:rPr lang="en-us" cap="none"/>
              <a:t>Parent node</a:t>
            </a:r>
            <a:endParaRPr lang="en-us" cap="none"/>
          </a:p>
          <a:p>
            <a:pPr lvl="1"/>
            <a:r>
              <a:rPr lang="en-us" cap="none"/>
              <a:t>Operator applied to get to this node</a:t>
            </a:r>
            <a:endParaRPr lang="en-us" cap="none"/>
          </a:p>
          <a:p>
            <a:pPr lvl="1"/>
            <a:r>
              <a:rPr lang="en-us" cap="none"/>
              <a:t>Depth of this node (number of operator applications since initial state)</a:t>
            </a:r>
            <a:endParaRPr lang="en-us" cap="none"/>
          </a:p>
          <a:p>
            <a:pPr lvl="1"/>
            <a:r>
              <a:rPr lang="en-us" cap="none"/>
              <a:t>Cost of the path (sum of each operator application so far)</a:t>
            </a:r>
            <a:endParaRPr lang="en-us" cap="none"/>
          </a:p>
        </p:txBody>
      </p:sp>
    </p:spTree>
  </p:cSld>
  <p:clrMapOvr>
    <a:masterClrMapping/>
  </p:clrMapOvr>
  <p:timing>
    <p:tnLst>
      <p:par>
        <p:cTn id="1" dur="indefinite" restart="never" nodeType="tmRoot"/>
      </p:par>
    </p:tnLst>
  </p:timing>
</p:sld>
</file>

<file path=ppt/slides/slide2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0">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yQQAANsBAADRJwAAPAcAABAAAAAmAAAACAAAAAEAAAAAAAAA"/>
              </a:ext>
            </a:extLst>
          </p:cNvSpPr>
          <p:nvPr>
            <p:ph type="title"/>
          </p:nvPr>
        </p:nvSpPr>
        <p:spPr>
          <a:xfrm>
            <a:off x="777875" y="301625"/>
            <a:ext cx="5694680" cy="874395"/>
          </a:xfrm>
        </p:spPr>
        <p:txBody>
          <a:bodyPr/>
          <a:lstStyle/>
          <a:p>
            <a:pPr algn="ctr"/>
            <a:r>
              <a:rPr lang="en-us" sz="3200" cap="none"/>
              <a:t>Some issues</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Y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FAKAAAINAAAoCMAABAAAAAmAAAACAAAAAEgAAAAAAAA"/>
              </a:ext>
            </a:extLst>
          </p:cNvSpPr>
          <p:nvPr>
            <p:ph type="body" idx="1"/>
          </p:nvPr>
        </p:nvSpPr>
        <p:spPr>
          <a:xfrm>
            <a:off x="685800" y="1676400"/>
            <a:ext cx="7772400" cy="4114800"/>
          </a:xfrm>
        </p:spPr>
        <p:txBody>
          <a:bodyPr vert="horz" wrap="square" lIns="0" tIns="0" rIns="0" bIns="0" numCol="1" spcCol="215900" anchor="t">
            <a:prstTxWarp prst="textNoShape">
              <a:avLst/>
            </a:prstTxWarp>
          </a:bodyPr>
          <a:lstStyle/>
          <a:p>
            <a:pPr/>
            <a:r>
              <a:rPr lang="en-us" cap="none"/>
              <a:t>Search process constructs a search tree, where </a:t>
            </a:r>
            <a:endParaRPr lang="en-us" cap="none"/>
          </a:p>
          <a:p>
            <a:pPr lvl="1"/>
            <a:r>
              <a:rPr lang="en-us" sz="2400" b="1" cap="none"/>
              <a:t>root</a:t>
            </a:r>
            <a:r>
              <a:rPr lang="en-us" sz="2400" cap="none"/>
              <a:t> is the initial state and </a:t>
            </a:r>
            <a:endParaRPr lang="en-us" sz="2400" cap="none"/>
          </a:p>
          <a:p>
            <a:pPr lvl="1"/>
            <a:r>
              <a:rPr lang="en-us" sz="2400" b="1" cap="none"/>
              <a:t>leaf nodes</a:t>
            </a:r>
            <a:r>
              <a:rPr lang="en-us" sz="2400" cap="none"/>
              <a:t> are nodes</a:t>
            </a:r>
            <a:endParaRPr lang="en-us" sz="2400" cap="none"/>
          </a:p>
          <a:p>
            <a:pPr lvl="2"/>
            <a:r>
              <a:rPr lang="en-us" sz="2000" cap="none"/>
              <a:t>not yet expanded (i.e., they are in the list “nodes”) or </a:t>
            </a:r>
            <a:endParaRPr lang="en-us" sz="2000" cap="none"/>
          </a:p>
          <a:p>
            <a:pPr lvl="2"/>
            <a:r>
              <a:rPr lang="en-us" sz="2000" cap="none"/>
              <a:t>having no successors (i.e., they’re “deadends” because no operators were applicable and yet they are not goals)</a:t>
            </a:r>
            <a:endParaRPr lang="en-us" cap="none"/>
          </a:p>
          <a:p>
            <a:pPr/>
            <a:r>
              <a:rPr lang="en-us" cap="none"/>
              <a:t>Search tree may be infinite because of loops even if state space is small</a:t>
            </a:r>
            <a:endParaRPr lang="en-us" cap="none"/>
          </a:p>
          <a:p>
            <a:pPr/>
            <a:r>
              <a:rPr lang="en-us" cap="none"/>
              <a:t>Return a path or a node depending on problem. </a:t>
            </a:r>
            <a:endParaRPr lang="en-us" cap="none"/>
          </a:p>
          <a:p>
            <a:pPr lvl="1"/>
            <a:r>
              <a:rPr lang="en-us" cap="none"/>
              <a:t>E.g., in cryptarithmetic return a node; in 8-puzzle return a path</a:t>
            </a:r>
            <a:endParaRPr lang="en-us" cap="none"/>
          </a:p>
          <a:p>
            <a:pPr/>
            <a:r>
              <a:rPr lang="en-us" cap="none"/>
              <a:t>Changing definition of the QUEUEING-FUNCTION leads to different search strategies</a:t>
            </a:r>
            <a:endParaRPr lang="en-us" cap="none"/>
          </a:p>
          <a:p>
            <a:pPr/>
            <a:endParaRPr lang="en-us" cap="none"/>
          </a:p>
        </p:txBody>
      </p:sp>
    </p:spTree>
  </p:cSld>
  <p:clrMapOvr>
    <a:masterClrMapping/>
  </p:clrMapOvr>
  <p:timing>
    <p:tnLst>
      <p:par>
        <p:cTn id="1" dur="indefinite" restart="never" nodeType="tmRoot"/>
      </p:par>
    </p:tnLst>
  </p:timing>
</p:sld>
</file>

<file path=ppt/slides/slide2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0">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XYCb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lgn="ctr"/>
            <a:r>
              <a:rPr lang="en-us" sz="3200" cap="none"/>
              <a:t>Evaluating Search Strategies</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gAAAAAAAA"/>
              </a:ext>
            </a:extLst>
          </p:cNvSpPr>
          <p:nvPr>
            <p:ph type="body" idx="1"/>
          </p:nvPr>
        </p:nvSpPr>
        <p:spPr/>
        <p:txBody>
          <a:bodyPr vert="horz" wrap="square" lIns="0" tIns="0" rIns="0" bIns="0" numCol="1" spcCol="215900" anchor="t">
            <a:prstTxWarp prst="textNoShape">
              <a:avLst/>
            </a:prstTxWarp>
          </a:bodyPr>
          <a:lstStyle/>
          <a:p>
            <a:pPr/>
            <a:r>
              <a:rPr lang="en-us" b="1" cap="none"/>
              <a:t>Completeness</a:t>
            </a:r>
            <a:endParaRPr lang="en-us" b="1" cap="none"/>
          </a:p>
          <a:p>
            <a:pPr lvl="1"/>
            <a:r>
              <a:rPr lang="en-us" cap="none"/>
              <a:t>Guarantees finding a solution whenever one exists</a:t>
            </a:r>
            <a:endParaRPr lang="en-us" cap="none"/>
          </a:p>
          <a:p>
            <a:pPr/>
            <a:r>
              <a:rPr lang="en-us" b="1" cap="none"/>
              <a:t>Time complexity</a:t>
            </a:r>
            <a:endParaRPr lang="en-us" cap="none"/>
          </a:p>
          <a:p>
            <a:pPr lvl="1"/>
            <a:r>
              <a:rPr lang="en-us" cap="none"/>
              <a:t>How long (worst or average case) does it take to find a solution? Usually measured in terms of the number of nodes expanded</a:t>
            </a:r>
            <a:endParaRPr lang="en-us" cap="none"/>
          </a:p>
          <a:p>
            <a:pPr/>
            <a:r>
              <a:rPr lang="en-us" b="1" cap="none"/>
              <a:t>Space complexity</a:t>
            </a:r>
            <a:endParaRPr lang="en-us" cap="none"/>
          </a:p>
          <a:p>
            <a:pPr lvl="1"/>
            <a:r>
              <a:rPr lang="en-us" cap="none"/>
              <a:t>How much space is used by the algorithm? Usually measured in terms of the maximum size of the “nodes” list during the search</a:t>
            </a:r>
            <a:endParaRPr lang="en-us" cap="none"/>
          </a:p>
          <a:p>
            <a:pPr/>
            <a:r>
              <a:rPr lang="en-us" b="1" cap="none"/>
              <a:t>Optimality/Admissibility</a:t>
            </a:r>
            <a:endParaRPr lang="en-us" cap="none"/>
          </a:p>
          <a:p>
            <a:pPr lvl="1"/>
            <a:r>
              <a:rPr lang="en-us" cap="none"/>
              <a:t>If a solution is found, is it guaranteed to be an optimal one? That is, is it the one with minimum cost?</a:t>
            </a:r>
            <a:endParaRPr lang="en-us" cap="none"/>
          </a:p>
          <a:p>
            <a:pPr/>
            <a:endParaRPr lang="en-us" cap="none"/>
          </a:p>
        </p:txBody>
      </p:sp>
    </p:spTree>
  </p:cSld>
  <p:clrMapOvr>
    <a:masterClrMapping/>
  </p:clrMapOvr>
  <p:timing>
    <p:tnLst>
      <p:par>
        <p:cTn id="1" dur="indefinite" restart="never" nodeType="tmRoot"/>
      </p:par>
    </p:tnLst>
  </p:timing>
</p:sld>
</file>

<file path=ppt/slides/slide2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Mgf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us" sz="3200" cap="none"/>
              <a:t>Uninformed vs. informed search</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BD31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gAAAAAAAA"/>
              </a:ext>
            </a:extLst>
          </p:cNvSpPr>
          <p:nvPr>
            <p:ph type="body" idx="1"/>
          </p:nvPr>
        </p:nvSpPr>
        <p:spPr/>
        <p:txBody>
          <a:bodyPr vert="horz" wrap="square" lIns="0" tIns="0" rIns="0" bIns="0" numCol="1" spcCol="215900" anchor="t">
            <a:prstTxWarp prst="textNoShape">
              <a:avLst/>
            </a:prstTxWarp>
          </a:bodyPr>
          <a:lstStyle/>
          <a:p>
            <a:pPr/>
            <a:r>
              <a:rPr lang="en-us" b="1" cap="none"/>
              <a:t>Uninformed search strategies</a:t>
            </a:r>
            <a:endParaRPr lang="en-us" b="1" cap="none"/>
          </a:p>
          <a:p>
            <a:pPr lvl="1"/>
            <a:r>
              <a:rPr lang="en-us" cap="none"/>
              <a:t>Also known as “blind search,” uninformed search strategies use no information about the likely “direction” of the goal node(s) </a:t>
            </a:r>
            <a:endParaRPr lang="en-us" cap="none"/>
          </a:p>
          <a:p>
            <a:pPr lvl="1"/>
            <a:r>
              <a:rPr lang="en-us" cap="none"/>
              <a:t>Uninformed search methods: Breadth-first, depth-first, depth-limited, uniform-cost, depth-first iterative deepening, bidirectional</a:t>
            </a:r>
            <a:endParaRPr lang="en-us" cap="none"/>
          </a:p>
          <a:p>
            <a:pPr lvl="1"/>
            <a:endParaRPr lang="en-us" cap="none"/>
          </a:p>
          <a:p>
            <a:pPr/>
            <a:r>
              <a:rPr lang="en-us" b="1" cap="none"/>
              <a:t>Informed search strategies</a:t>
            </a:r>
            <a:endParaRPr lang="en-us" cap="none"/>
          </a:p>
          <a:p>
            <a:pPr lvl="1"/>
            <a:r>
              <a:rPr lang="en-us" cap="none"/>
              <a:t>Also known as “heuristic search,” informed search strategies use information about the domain to (try to) (usually) head in the general direction of the goal node(s)</a:t>
            </a:r>
            <a:endParaRPr lang="en-us" cap="none"/>
          </a:p>
          <a:p>
            <a:pPr lvl="1"/>
            <a:r>
              <a:rPr lang="en-us" cap="none"/>
              <a:t>Informed search methods: Hill climbing, best-first, greedy search, beam search, A, A*</a:t>
            </a:r>
            <a:endParaRPr lang="en-us" cap="none"/>
          </a:p>
        </p:txBody>
      </p:sp>
    </p:spTree>
  </p:cSld>
  <p:clrMapOvr>
    <a:masterClrMapping/>
  </p:clrMapOvr>
  <p:timing>
    <p:tnLst>
      <p:par>
        <p:cTn id="1" dur="indefinite" restart="never" nodeType="tmRoot"/>
      </p:par>
    </p:tnLst>
  </p:timing>
</p:sld>
</file>

<file path=ppt/slides/slide2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wAMAAMADAACQMwAAyAoAABAAAAAmAAAACAAAAAEAAAAAAAAA"/>
              </a:ext>
            </a:extLst>
          </p:cNvSpPr>
          <p:nvPr>
            <p:ph type="title"/>
          </p:nvPr>
        </p:nvSpPr>
        <p:spPr>
          <a:xfrm>
            <a:off x="609600" y="609600"/>
            <a:ext cx="7772400" cy="1143000"/>
          </a:xfrm>
        </p:spPr>
        <p:txBody>
          <a:bodyPr/>
          <a:lstStyle/>
          <a:p>
            <a:pPr/>
            <a:r>
              <a:rPr lang="en-us" sz="2400" cap="none"/>
              <a:t>Example for illustrating uninformed search strategies</a:t>
            </a:r>
            <a:endParaRPr lang="en-us" sz="2400" cap="none"/>
          </a:p>
        </p:txBody>
      </p:sp>
      <p:grpSp>
        <p:nvGrpSpPr>
          <p:cNvPr id="3" name="Group 44"/>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PgHAACoDAAAiCwAABogAAAQAAAAJgAAAAgAAAD/////AAAAAA=="/>
              </a:ext>
            </a:extLst>
          </p:cNvGrpSpPr>
          <p:nvPr/>
        </p:nvGrpSpPr>
        <p:grpSpPr>
          <a:xfrm>
            <a:off x="1295400" y="2057400"/>
            <a:ext cx="5943600" cy="3161030"/>
            <a:chOff x="1295400" y="2057400"/>
            <a:chExt cx="5943600" cy="3161030"/>
          </a:xfrm>
        </p:grpSpPr>
        <p:grpSp>
          <p:nvGrpSpPr>
            <p:cNvPr id="38" name="Group 6"/>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MYaAACoDAAA8x4AAB0QAAAAAAAAJgAAAAgAAAD/////AAAAAA=="/>
                </a:ext>
              </a:extLst>
            </p:cNvGrpSpPr>
            <p:nvPr/>
          </p:nvGrpSpPr>
          <p:grpSpPr>
            <a:xfrm>
              <a:off x="4352290" y="2057400"/>
              <a:ext cx="678815" cy="561975"/>
              <a:chOff x="4352290" y="2057400"/>
              <a:chExt cx="678815" cy="561975"/>
            </a:xfrm>
          </p:grpSpPr>
          <p:sp>
            <p:nvSpPr>
              <p:cNvPr id="40" name="Oval 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hoAAKgMAADzHgAAHRAAAAAgAAAmAAAACAAAAP//////////"/>
                  </a:ext>
                </a:extLst>
              </p:cNvSpPr>
              <p:nvPr/>
            </p:nvSpPr>
            <p:spPr>
              <a:xfrm>
                <a:off x="4352290" y="2057400"/>
                <a:ext cx="678815" cy="56197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39" name="Text Box 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TBsAAKgMAADrHQAAmg8AAAAgAAAmAAAACAAAAP//////////"/>
                  </a:ext>
                </a:extLst>
              </p:cNvSpPr>
              <p:nvPr/>
            </p:nvSpPr>
            <p:spPr>
              <a:xfrm>
                <a:off x="4437380" y="2057400"/>
                <a:ext cx="426085" cy="478790"/>
              </a:xfrm>
              <a:prstGeom prst="rect">
                <a:avLst/>
              </a:prstGeom>
              <a:noFill/>
              <a:ln>
                <a:noFill/>
              </a:ln>
              <a:effectLst/>
            </p:spPr>
            <p:txBody>
              <a:bodyPr vert="horz" wrap="none" lIns="91440" tIns="45720" rIns="91440" bIns="45720" numCol="1" spcCol="215900" anchor="t"/>
              <a:lstStyle/>
              <a:p>
                <a:pPr/>
                <a:r>
                  <a:rPr lang="en-us" sz="2800" b="1" cap="none"/>
                  <a:t>S</a:t>
                </a:r>
                <a:endParaRPr lang="en-us" sz="2800" b="1" cap="none"/>
              </a:p>
            </p:txBody>
          </p:sp>
        </p:grpSp>
        <p:grpSp>
          <p:nvGrpSpPr>
            <p:cNvPr id="35" name="Group 7"/>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FooAABvFAAAiCwAAOQXAAAAAAAAJgAAAAgAAAD/////AAAAAA=="/>
                </a:ext>
              </a:extLst>
            </p:cNvGrpSpPr>
            <p:nvPr/>
          </p:nvGrpSpPr>
          <p:grpSpPr>
            <a:xfrm>
              <a:off x="6559550" y="3321685"/>
              <a:ext cx="679450" cy="561975"/>
              <a:chOff x="6559550" y="3321685"/>
              <a:chExt cx="679450" cy="561975"/>
            </a:xfrm>
          </p:grpSpPr>
          <p:sp>
            <p:nvSpPr>
              <p:cNvPr id="37" name="Oval 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igAAG8UAACILAAA5BcAAAAgAAAmAAAACAAAAP//////////"/>
                  </a:ext>
                </a:extLst>
              </p:cNvSpPr>
              <p:nvPr/>
            </p:nvSpPr>
            <p:spPr>
              <a:xfrm>
                <a:off x="6559550" y="3321685"/>
                <a:ext cx="679450" cy="56197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36" name="Text Box 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wQPF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4CgAAG8UAADmKwAAYRcAAAAgAAAmAAAACAAAAP//////////"/>
                  </a:ext>
                </a:extLst>
              </p:cNvSpPr>
              <p:nvPr/>
            </p:nvSpPr>
            <p:spPr>
              <a:xfrm>
                <a:off x="6644640" y="3321685"/>
                <a:ext cx="491490" cy="478790"/>
              </a:xfrm>
              <a:prstGeom prst="rect">
                <a:avLst/>
              </a:prstGeom>
              <a:noFill/>
              <a:ln>
                <a:noFill/>
              </a:ln>
              <a:effectLst/>
            </p:spPr>
            <p:txBody>
              <a:bodyPr vert="horz" wrap="none" lIns="91440" tIns="45720" rIns="91440" bIns="45720" numCol="1" spcCol="215900" anchor="t"/>
              <a:lstStyle/>
              <a:p>
                <a:pPr/>
                <a:r>
                  <a:rPr lang="en-us" sz="2800" b="1" cap="none"/>
                  <a:t>C</a:t>
                </a:r>
                <a:endParaRPr lang="en-us" sz="2800" b="1" cap="none"/>
              </a:p>
            </p:txBody>
          </p:sp>
        </p:grpSp>
        <p:grpSp>
          <p:nvGrpSpPr>
            <p:cNvPr id="32" name="Group 10"/>
            <p:cNvGrpSpPr>
              <a:extLst>
                <a:ext uri="smNativeData">
                  <pr:smNativeData xmlns:pr="smNativeData" xmlns="smNativeData" val="SMDATA_6_VcZhaRMAAAAlAAAAAQAAAA8BAAAAkAAAAEgAAACQAAAASAAAAAAAAAAAAAAAAAAAABcAAAAUAAAAAAAAAAAAAAD/fwAA/38AAAAAAAAJAAAABAAAACtOEPQfAAAAVAAAAAAAAAAAAAAAAAAAAAAAAAAAAAAAAAAAAAAAAAAAAAAAAAAAAAAAAAAAAAAAAAAAAAAAAAAAAAAAAAAAAAAAAAAAAAAAAAAAAAAAAAAAAAAAAAAAACEAAAAYAAAAFAAAAFccAABvFAAAhSAAAOQXAAAAAAAAJgAAAAgAAAD/////AAAAAA=="/>
                </a:ext>
              </a:extLst>
            </p:cNvGrpSpPr>
            <p:nvPr/>
          </p:nvGrpSpPr>
          <p:grpSpPr>
            <a:xfrm>
              <a:off x="4606925" y="3321685"/>
              <a:ext cx="679450" cy="561975"/>
              <a:chOff x="4606925" y="3321685"/>
              <a:chExt cx="679450" cy="561975"/>
            </a:xfrm>
          </p:grpSpPr>
          <p:sp>
            <p:nvSpPr>
              <p:cNvPr id="34" name="Oval 11"/>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srKy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VxwAAG8UAACFIAAA5BcAAAAgAAAmAAAACAAAAP//////////"/>
                  </a:ext>
                </a:extLst>
              </p:cNvSpPr>
              <p:nvPr/>
            </p:nvSpPr>
            <p:spPr>
              <a:xfrm>
                <a:off x="4606925" y="3321685"/>
                <a:ext cx="679450" cy="56197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33" name="Text Box 12"/>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3RwAAG8UAADAHwAAYRcAAAAgAAAmAAAACAAAAP//////////"/>
                  </a:ext>
                </a:extLst>
              </p:cNvSpPr>
              <p:nvPr/>
            </p:nvSpPr>
            <p:spPr>
              <a:xfrm>
                <a:off x="4692015" y="3321685"/>
                <a:ext cx="469265" cy="478790"/>
              </a:xfrm>
              <a:prstGeom prst="rect">
                <a:avLst/>
              </a:prstGeom>
              <a:noFill/>
              <a:ln>
                <a:noFill/>
              </a:ln>
              <a:effectLst/>
            </p:spPr>
            <p:txBody>
              <a:bodyPr vert="horz" wrap="none" lIns="91440" tIns="45720" rIns="91440" bIns="45720" numCol="1" spcCol="215900" anchor="t"/>
              <a:lstStyle/>
              <a:p>
                <a:pPr/>
                <a:r>
                  <a:rPr lang="en-us" sz="2800" b="1" cap="none"/>
                  <a:t>B</a:t>
                </a:r>
                <a:endParaRPr lang="en-us" sz="2800" b="1" cap="none"/>
              </a:p>
            </p:txBody>
          </p:sp>
        </p:grpSp>
        <p:grpSp>
          <p:nvGrpSpPr>
            <p:cNvPr id="29" name="Group 13"/>
            <p:cNvGrpSpPr>
              <a:extLst>
                <a:ext uri="smNativeData">
                  <pr:smNativeData xmlns:pr="smNativeData" xmlns="smNativeData" val="SMDATA_6_VcZhaRMAAAAlAAAAAQAAAA8BAAAAkAAAAEgAAACQAAAASAAAAAAAAAAAAAAAAAAAABcAAAAUAAAAAAAAAAAAAAD/fwAA/38AAAAAAAAJAAAABAAAALACAAAfAAAAVAAAAAAAAAAAAAAAAAAAAAAAAAAAAAAAAAAAAAAAAAAAAAAAAAAAAAAAAAAAAAAAAAAAAAAAAAAAAAAAAAAAAAAAAAAAAAAAAAAAAAAAAAAAAAAAAAAAACEAAAAYAAAAFAAAAF8RAABvFAAAjRUAAOQXAAAAAAAAJgAAAAgAAAD/////AAAAAA=="/>
                </a:ext>
              </a:extLst>
            </p:cNvGrpSpPr>
            <p:nvPr/>
          </p:nvGrpSpPr>
          <p:grpSpPr>
            <a:xfrm>
              <a:off x="2823845" y="3321685"/>
              <a:ext cx="679450" cy="561975"/>
              <a:chOff x="2823845" y="3321685"/>
              <a:chExt cx="679450" cy="561975"/>
            </a:xfrm>
          </p:grpSpPr>
          <p:sp>
            <p:nvSpPr>
              <p:cNvPr id="31" name="Oval 1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xEAAG8UAACNFQAA5BcAAAAgAAAmAAAACAAAAP//////////"/>
                  </a:ext>
                </a:extLst>
              </p:cNvSpPr>
              <p:nvPr/>
            </p:nvSpPr>
            <p:spPr>
              <a:xfrm>
                <a:off x="2823845" y="3321685"/>
                <a:ext cx="679450" cy="56197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30" name="Text Box 1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5REAAG8UAADrFAAAYRcAAAAgAAAmAAAACAAAAP//////////"/>
                  </a:ext>
                </a:extLst>
              </p:cNvSpPr>
              <p:nvPr/>
            </p:nvSpPr>
            <p:spPr>
              <a:xfrm>
                <a:off x="2908935" y="3321685"/>
                <a:ext cx="491490" cy="478790"/>
              </a:xfrm>
              <a:prstGeom prst="rect">
                <a:avLst/>
              </a:prstGeom>
              <a:noFill/>
              <a:ln>
                <a:noFill/>
              </a:ln>
              <a:effectLst/>
            </p:spPr>
            <p:txBody>
              <a:bodyPr vert="horz" wrap="none" lIns="91440" tIns="45720" rIns="91440" bIns="45720" numCol="1" spcCol="215900" anchor="t"/>
              <a:lstStyle/>
              <a:p>
                <a:pPr/>
                <a:r>
                  <a:rPr lang="en-us" sz="2800" b="1" cap="none"/>
                  <a:t>A</a:t>
                </a:r>
                <a:endParaRPr lang="en-us" sz="2800" b="1" cap="none"/>
              </a:p>
            </p:txBody>
          </p:sp>
        </p:grpSp>
        <p:grpSp>
          <p:nvGrpSpPr>
            <p:cNvPr id="26" name="Group 16"/>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PgHAAA2HAAAJgwAAKsfAAAAAAAAJgAAAAgAAAD/////AAAAAA=="/>
                </a:ext>
              </a:extLst>
            </p:cNvGrpSpPr>
            <p:nvPr/>
          </p:nvGrpSpPr>
          <p:grpSpPr>
            <a:xfrm>
              <a:off x="1295400" y="4585970"/>
              <a:ext cx="679450" cy="561975"/>
              <a:chOff x="1295400" y="4585970"/>
              <a:chExt cx="679450" cy="561975"/>
            </a:xfrm>
          </p:grpSpPr>
          <p:sp>
            <p:nvSpPr>
              <p:cNvPr id="28" name="Oval 1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cAADYcAAAmDAAAqx8AAAAgAAAmAAAACAAAAP//////////"/>
                  </a:ext>
                </a:extLst>
              </p:cNvSpPr>
              <p:nvPr/>
            </p:nvSpPr>
            <p:spPr>
              <a:xfrm>
                <a:off x="1295400" y="4585970"/>
                <a:ext cx="679450" cy="56197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27" name="Text Box 18"/>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N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fggAADYcAACECwAAKB8AAAAgAAAmAAAACAAAAP//////////"/>
                  </a:ext>
                </a:extLst>
              </p:cNvSpPr>
              <p:nvPr/>
            </p:nvSpPr>
            <p:spPr>
              <a:xfrm>
                <a:off x="1380490" y="4585970"/>
                <a:ext cx="491490" cy="478790"/>
              </a:xfrm>
              <a:prstGeom prst="rect">
                <a:avLst/>
              </a:prstGeom>
              <a:noFill/>
              <a:ln>
                <a:noFill/>
              </a:ln>
              <a:effectLst/>
            </p:spPr>
            <p:txBody>
              <a:bodyPr vert="horz" wrap="none" lIns="91440" tIns="45720" rIns="91440" bIns="45720" numCol="1" spcCol="215900" anchor="t"/>
              <a:lstStyle/>
              <a:p>
                <a:pPr/>
                <a:r>
                  <a:rPr lang="en-us" sz="2800" b="1" cap="none"/>
                  <a:t>D</a:t>
                </a:r>
                <a:endParaRPr lang="en-us" sz="2800" b="1" cap="none"/>
              </a:p>
            </p:txBody>
          </p:sp>
        </p:grpSp>
        <p:grpSp>
          <p:nvGrpSpPr>
            <p:cNvPr id="23" name="Group 19"/>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FccAAClHAAAhSAAABogAAAAAAAAJgAAAAgAAAD/////AAAAAA=="/>
                </a:ext>
              </a:extLst>
            </p:cNvGrpSpPr>
            <p:nvPr/>
          </p:nvGrpSpPr>
          <p:grpSpPr>
            <a:xfrm>
              <a:off x="4606925" y="4656455"/>
              <a:ext cx="679450" cy="561975"/>
              <a:chOff x="4606925" y="4656455"/>
              <a:chExt cx="679450" cy="561975"/>
            </a:xfrm>
          </p:grpSpPr>
          <p:sp>
            <p:nvSpPr>
              <p:cNvPr id="25" name="Oval 20"/>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N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VxwAAKUcAACFIAAAGiAAAAAgAAAmAAAACAAAAP//////////"/>
                  </a:ext>
                </a:extLst>
              </p:cNvSpPr>
              <p:nvPr/>
            </p:nvSpPr>
            <p:spPr>
              <a:xfrm>
                <a:off x="4606925" y="4656455"/>
                <a:ext cx="679450" cy="56197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24" name="Text Box 2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CQ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3RwAAKUcAAAFIAAAlx8AAAAgAAAmAAAACAAAAP//////////"/>
                  </a:ext>
                </a:extLst>
              </p:cNvSpPr>
              <p:nvPr/>
            </p:nvSpPr>
            <p:spPr>
              <a:xfrm>
                <a:off x="4692015" y="4656455"/>
                <a:ext cx="513080" cy="478790"/>
              </a:xfrm>
              <a:prstGeom prst="rect">
                <a:avLst/>
              </a:prstGeom>
              <a:noFill/>
              <a:ln>
                <a:noFill/>
              </a:ln>
              <a:effectLst/>
            </p:spPr>
            <p:txBody>
              <a:bodyPr vert="horz" wrap="none" lIns="91440" tIns="45720" rIns="91440" bIns="45720" numCol="1" spcCol="215900" anchor="t"/>
              <a:lstStyle/>
              <a:p>
                <a:pPr/>
                <a:r>
                  <a:rPr lang="en-us" sz="2800" b="1" cap="none"/>
                  <a:t>G</a:t>
                </a:r>
                <a:endParaRPr lang="en-us" sz="2800" b="1" cap="none"/>
              </a:p>
            </p:txBody>
          </p:sp>
        </p:grpSp>
        <p:grpSp>
          <p:nvGrpSpPr>
            <p:cNvPr id="20" name="Group 22"/>
            <p:cNvGrpSpPr>
              <a:extLst>
                <a:ext uri="smNativeData">
                  <pr:smNativeData xmlns:pr="smNativeData" xmlns="smNativeData" val="SMDATA_6_VcZhaRMAAAAlAAAAAQAAAA8BAAAAkAAAAEgAAACQAAAASAAAAAAAAAAAAAAAAAAAABcAAAAUAAAAAAAAAAAAAAD/fwAA/38AAAAAAAAJAAAABAAAAL2FAQAfAAAAVAAAAAAAAAAAAAAAAAAAAAAAAAAAAAAAAAAAAAAAAAAAAAAAAAAAAAAAAAAAAAAAAAAAAAAAAAAAAAAAAAAAAAAAAAAAAAAAAAAAAAAAAAAAAAAAAAAAACEAAAAYAAAAFAAAAOURAAA2HAAAEhYAAKsfAAAAAAAAJgAAAAgAAAD/////AAAAAA=="/>
                </a:ext>
              </a:extLst>
            </p:cNvGrpSpPr>
            <p:nvPr/>
          </p:nvGrpSpPr>
          <p:grpSpPr>
            <a:xfrm>
              <a:off x="2908935" y="4585970"/>
              <a:ext cx="678815" cy="561975"/>
              <a:chOff x="2908935" y="4585970"/>
              <a:chExt cx="678815" cy="561975"/>
            </a:xfrm>
          </p:grpSpPr>
          <p:sp>
            <p:nvSpPr>
              <p:cNvPr id="22" name="Oval 23"/>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NvZn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5REAADYcAAASFgAAqx8AAAAgAAAmAAAACAAAAP//////////"/>
                  </a:ext>
                </a:extLst>
              </p:cNvSpPr>
              <p:nvPr/>
            </p:nvSpPr>
            <p:spPr>
              <a:xfrm>
                <a:off x="2908935" y="4585970"/>
                <a:ext cx="678815" cy="56197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21" name="Text Box 2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xIAADYcAABNFQAAKB8AAAAgAAAmAAAACAAAAP//////////"/>
                  </a:ext>
                </a:extLst>
              </p:cNvSpPr>
              <p:nvPr/>
            </p:nvSpPr>
            <p:spPr>
              <a:xfrm>
                <a:off x="2994025" y="4585970"/>
                <a:ext cx="468630" cy="478790"/>
              </a:xfrm>
              <a:prstGeom prst="rect">
                <a:avLst/>
              </a:prstGeom>
              <a:noFill/>
              <a:ln>
                <a:noFill/>
              </a:ln>
              <a:effectLst/>
            </p:spPr>
            <p:txBody>
              <a:bodyPr vert="horz" wrap="none" lIns="91440" tIns="45720" rIns="91440" bIns="45720" numCol="1" spcCol="215900" anchor="t"/>
              <a:lstStyle/>
              <a:p>
                <a:pPr/>
                <a:r>
                  <a:rPr lang="en-us" sz="2800" b="1" cap="none"/>
                  <a:t>E</a:t>
                </a:r>
                <a:endParaRPr lang="en-us" sz="2800" b="1" cap="none"/>
              </a:p>
            </p:txBody>
          </p:sp>
        </p:grpSp>
        <p:sp>
          <p:nvSpPr>
            <p:cNvPr id="19" name="Line 25"/>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xUAAK4PAADGGgAAbxQAAAAgAAAmAAAACAAAAP//////////"/>
                </a:ext>
              </a:extLst>
            </p:cNvSpPr>
            <p:nvPr/>
          </p:nvSpPr>
          <p:spPr>
            <a:xfrm flipH="1">
              <a:off x="3418205" y="2548890"/>
              <a:ext cx="934085" cy="77279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8" name="Line 26"/>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jGcD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dhMAAFMYAAB2EwAANhwAAAAgAAAmAAAACAAAAP//////////"/>
                </a:ext>
              </a:extLst>
            </p:cNvSpPr>
            <p:nvPr/>
          </p:nvSpPr>
          <p:spPr>
            <a:xfrm flipH="1">
              <a:off x="3163570" y="3954145"/>
              <a:ext cx="0" cy="63182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7" name="Line 27"/>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luZm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EhYAAOQXAADdHAAANhwAAAAgAAAmAAAACAAAAP//////////"/>
                </a:ext>
              </a:extLst>
            </p:cNvSpPr>
            <p:nvPr/>
          </p:nvSpPr>
          <p:spPr>
            <a:xfrm>
              <a:off x="3587750" y="3883660"/>
              <a:ext cx="1104265" cy="70231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6" name="Line 28"/>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3RwAAIwQAADoHQAAbxQAAAAgAAAmAAAACAAAAP//////////"/>
                </a:ext>
              </a:extLst>
            </p:cNvSpPr>
            <p:nvPr/>
          </p:nvSpPr>
          <p:spPr>
            <a:xfrm>
              <a:off x="4692015" y="2689860"/>
              <a:ext cx="169545" cy="63182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5" name="Line 29"/>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pleH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h4AAEAPAABaKAAAbxQAAAAgAAAmAAAACAAAAP//////////"/>
                </a:ext>
              </a:extLst>
            </p:cNvSpPr>
            <p:nvPr/>
          </p:nvSpPr>
          <p:spPr>
            <a:xfrm>
              <a:off x="4946650" y="2479040"/>
              <a:ext cx="1612900" cy="84264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4" name="Line 31"/>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FzLm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h4AAMEYAABuHgAApRwAAAAgAAAmAAAACAAAAP//////////"/>
                </a:ext>
              </a:extLst>
            </p:cNvSpPr>
            <p:nvPr/>
          </p:nvSpPr>
          <p:spPr>
            <a:xfrm flipH="1">
              <a:off x="4946650" y="4023995"/>
              <a:ext cx="0" cy="63246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3" name="Line 32"/>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iEAAOQXAABaKAAAFB0AAAAgAAAmAAAACAAAAP//////////"/>
                </a:ext>
              </a:extLst>
            </p:cNvSpPr>
            <p:nvPr/>
          </p:nvSpPr>
          <p:spPr>
            <a:xfrm flipH="1">
              <a:off x="5370830" y="3883660"/>
              <a:ext cx="1188720" cy="84328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2" name="Line 33"/>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AsAAHYXAABfEQAANhwAAAAgAAAmAAAACAAAAP//////////"/>
                </a:ext>
              </a:extLst>
            </p:cNvSpPr>
            <p:nvPr/>
          </p:nvSpPr>
          <p:spPr>
            <a:xfrm flipH="1">
              <a:off x="1889760" y="3813810"/>
              <a:ext cx="934085" cy="77216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1" name="Text Box 3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EhYAANMPAACNGAAAxBIAAAAgAAAmAAAACAAAAP//////////"/>
                </a:ext>
              </a:extLst>
            </p:cNvSpPr>
            <p:nvPr/>
          </p:nvSpPr>
          <p:spPr>
            <a:xfrm>
              <a:off x="3587750" y="2572385"/>
              <a:ext cx="403225" cy="47815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3</a:t>
              </a:r>
              <a:endParaRPr lang="en-us" sz="2800" b="1" cap="none">
                <a:solidFill>
                  <a:srgbClr val="FF0000"/>
                </a:solidFill>
              </a:endParaRPr>
            </a:p>
          </p:txBody>
        </p:sp>
        <p:sp>
          <p:nvSpPr>
            <p:cNvPr id="10" name="Text Box 3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Yh0AAEIQAADdHwAANBMAAAAgAAAmAAAACAAAAP//////////"/>
                </a:ext>
              </a:extLst>
            </p:cNvSpPr>
            <p:nvPr/>
          </p:nvSpPr>
          <p:spPr>
            <a:xfrm>
              <a:off x="4776470" y="2642870"/>
              <a:ext cx="403225" cy="47879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1</a:t>
              </a:r>
              <a:endParaRPr lang="en-us" sz="2800" b="1" cap="none">
                <a:solidFill>
                  <a:srgbClr val="FF0000"/>
                </a:solidFill>
              </a:endParaRPr>
            </a:p>
          </p:txBody>
        </p:sp>
        <p:sp>
          <p:nvSpPr>
            <p:cNvPr id="9" name="Text Box 3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ISMAAGUPAACcJQAAVxIAAAAgAAAmAAAACAAAAP//////////"/>
                </a:ext>
              </a:extLst>
            </p:cNvSpPr>
            <p:nvPr/>
          </p:nvSpPr>
          <p:spPr>
            <a:xfrm>
              <a:off x="5710555" y="2502535"/>
              <a:ext cx="403225" cy="47879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8</a:t>
              </a:r>
              <a:endParaRPr lang="en-us" sz="2800" b="1" cap="none">
                <a:solidFill>
                  <a:srgbClr val="FF0000"/>
                </a:solidFill>
              </a:endParaRPr>
            </a:p>
          </p:txBody>
        </p:sp>
        <p:sp>
          <p:nvSpPr>
            <p:cNvPr id="8" name="Text Box 37"/>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KRgAACwXAADcGwAAHhoAAAAgAAAmAAAACAAAAP//////////"/>
                </a:ext>
              </a:extLst>
            </p:cNvSpPr>
            <p:nvPr/>
          </p:nvSpPr>
          <p:spPr>
            <a:xfrm>
              <a:off x="3927475" y="3766820"/>
              <a:ext cx="601345" cy="47879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15</a:t>
              </a:r>
              <a:endParaRPr lang="en-us" sz="2800" b="1" cap="none">
                <a:solidFill>
                  <a:srgbClr val="FF0000"/>
                </a:solidFill>
              </a:endParaRPr>
            </a:p>
          </p:txBody>
        </p:sp>
        <p:sp>
          <p:nvSpPr>
            <p:cNvPr id="7" name="Text Box 38"/>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8x4AAHgYAACnIgAAahsAAAAgAAAmAAAACAAAAP//////////"/>
                </a:ext>
              </a:extLst>
            </p:cNvSpPr>
            <p:nvPr/>
          </p:nvSpPr>
          <p:spPr>
            <a:xfrm>
              <a:off x="5031105" y="3977640"/>
              <a:ext cx="601980" cy="47879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20</a:t>
              </a:r>
              <a:endParaRPr lang="en-us" sz="2800" b="1" cap="none">
                <a:solidFill>
                  <a:srgbClr val="FF0000"/>
                </a:solidFill>
              </a:endParaRPr>
            </a:p>
          </p:txBody>
        </p:sp>
        <p:sp>
          <p:nvSpPr>
            <p:cNvPr id="6" name="Text Box 3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CUAAFUZAACzJwAARxwAAAAgAAAmAAAACAAAAP//////////"/>
                </a:ext>
              </a:extLst>
            </p:cNvSpPr>
            <p:nvPr/>
          </p:nvSpPr>
          <p:spPr>
            <a:xfrm>
              <a:off x="6050280" y="4117975"/>
              <a:ext cx="403225" cy="47879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5</a:t>
              </a:r>
              <a:endParaRPr lang="en-us" sz="2800" b="1" cap="none">
                <a:solidFill>
                  <a:srgbClr val="FF0000"/>
                </a:solidFill>
              </a:endParaRPr>
            </a:p>
          </p:txBody>
        </p:sp>
        <p:sp>
          <p:nvSpPr>
            <p:cNvPr id="5" name="Text Box 40"/>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Mw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MQ0AAJgWAACsDwAAihkAAAAgAAAmAAAACAAAAP//////////"/>
                </a:ext>
              </a:extLst>
            </p:cNvSpPr>
            <p:nvPr/>
          </p:nvSpPr>
          <p:spPr>
            <a:xfrm>
              <a:off x="2144395" y="3672840"/>
              <a:ext cx="403225" cy="47879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3</a:t>
              </a:r>
              <a:endParaRPr lang="en-us" sz="2800" b="1" cap="none">
                <a:solidFill>
                  <a:srgbClr val="FF0000"/>
                </a:solidFill>
              </a:endParaRPr>
            </a:p>
          </p:txBody>
        </p:sp>
        <p:sp>
          <p:nvSpPr>
            <p:cNvPr id="4" name="Text Box 4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Js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xAAAHgYAADPEgAAahsAAAAgAAAmAAAACAAAAP//////////"/>
                </a:ext>
              </a:extLst>
            </p:cNvSpPr>
            <p:nvPr/>
          </p:nvSpPr>
          <p:spPr>
            <a:xfrm>
              <a:off x="2653665" y="3977640"/>
              <a:ext cx="403860" cy="47879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7</a:t>
              </a:r>
              <a:endParaRPr lang="en-us" sz="2800" b="1" cap="none">
                <a:solidFill>
                  <a:srgbClr val="FF0000"/>
                </a:solidFill>
              </a:endParaRPr>
            </a:p>
          </p:txBody>
        </p:sp>
      </p:grpSp>
    </p:spTree>
  </p:cSld>
  <p:clrMapOvr>
    <a:masterClrMapping/>
  </p:clrMapOvr>
  <p:timing>
    <p:tnLst>
      <p:par>
        <p:cTn id="1" dur="indefinite" restart="never" nodeType="tmRoot"/>
      </p:par>
    </p:tnLst>
  </p:timing>
</p:sld>
</file>

<file path=ppt/slides/slide3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4"/>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BsNAAAINAAAJhYAABAAAAAmAAAACAAAAAAAAAAAAAAA"/>
              </a:ext>
            </a:extLst>
          </p:cNvSpPr>
          <p:nvPr>
            <p:ph type="ctrTitle"/>
          </p:nvPr>
        </p:nvSpPr>
        <p:spPr/>
        <p:txBody>
          <a:bodyPr/>
          <a:lstStyle/>
          <a:p>
            <a:pPr/>
            <a:r>
              <a:rPr lang="en-us" sz="4000" cap="none"/>
              <a:t>Uninformed Search Methods</a:t>
            </a:r>
            <a:endParaRPr lang="en-us" sz="4000" cap="none"/>
          </a:p>
        </p:txBody>
      </p:sp>
      <p:sp>
        <p:nvSpPr>
          <p:cNvPr id="3" name="Rectangle 5"/>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0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cAgAAOgXAADQLwAAsCIAABAAAAAmAAAACAAAAAAAAAAAAAAA"/>
              </a:ext>
            </a:extLst>
          </p:cNvSpPr>
          <p:nvPr>
            <p:ph type="subTitle" idx="1"/>
          </p:nvPr>
        </p:nvSpPr>
        <p:spPr/>
        <p:txBody>
          <a:bodyPr/>
          <a:lstStyle/>
          <a:p>
            <a:pPr/>
          </a:p>
        </p:txBody>
      </p:sp>
    </p:spTree>
  </p:cSld>
  <p:clrMapOvr>
    <a:masterClrMapping/>
  </p:clrMapOvr>
  <p:timing>
    <p:tnLst>
      <p:par>
        <p:cTn id="1" dur="indefinite" restart="never" nodeType="tmRoot"/>
      </p:par>
    </p:tnLst>
  </p:timing>
</p:sld>
</file>

<file path=ppt/slides/slide3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GgBAABAJwAA6QYAABAAAAAmAAAACAAAAAEAAAAAAAAA"/>
              </a:ext>
            </a:extLst>
          </p:cNvSpPr>
          <p:nvPr>
            <p:ph type="title"/>
          </p:nvPr>
        </p:nvSpPr>
        <p:spPr>
          <a:xfrm>
            <a:off x="685800" y="228600"/>
            <a:ext cx="5694680" cy="894715"/>
          </a:xfrm>
        </p:spPr>
        <p:txBody>
          <a:bodyPr/>
          <a:lstStyle/>
          <a:p>
            <a:pPr algn="ctr"/>
            <a:r>
              <a:rPr lang="en-us" sz="3200" cap="none"/>
              <a:t>Breadth-First</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HAIAAAkKAAAkNgAAFycAABAAAAAmAAAACAAAAAEgAAAAAAAA"/>
              </a:ext>
            </a:extLst>
          </p:cNvSpPr>
          <p:nvPr>
            <p:ph type="body" idx="1"/>
          </p:nvPr>
        </p:nvSpPr>
        <p:spPr>
          <a:xfrm>
            <a:off x="342900" y="1631315"/>
            <a:ext cx="8458200" cy="4723130"/>
          </a:xfrm>
        </p:spPr>
        <p:txBody>
          <a:bodyPr vert="horz" wrap="square" lIns="0" tIns="0" rIns="0" bIns="0" numCol="1" spcCol="215900" anchor="t">
            <a:prstTxWarp prst="textNoShape">
              <a:avLst/>
            </a:prstTxWarp>
          </a:bodyPr>
          <a:lstStyle/>
          <a:p>
            <a:pPr>
              <a:lnSpc>
                <a:spcPct val="90000"/>
              </a:lnSpc>
            </a:pPr>
            <a:r>
              <a:rPr lang="en-us" sz="2000" cap="none"/>
              <a:t>Enqueue nodes on nodes in </a:t>
            </a:r>
            <a:r>
              <a:rPr lang="en-us" sz="2000" b="1" cap="none"/>
              <a:t>FIFO</a:t>
            </a:r>
            <a:r>
              <a:rPr lang="en-us" sz="2000" cap="none"/>
              <a:t> (first-in, first-out) order. </a:t>
            </a:r>
            <a:endParaRPr lang="en-us" sz="2000" cap="none"/>
          </a:p>
          <a:p>
            <a:pPr>
              <a:lnSpc>
                <a:spcPct val="90000"/>
              </a:lnSpc>
            </a:pPr>
            <a:r>
              <a:rPr lang="en-us" sz="2000" b="1" cap="none"/>
              <a:t>Complete</a:t>
            </a:r>
            <a:r>
              <a:rPr lang="en-us" sz="2000" cap="none"/>
              <a:t> </a:t>
            </a:r>
            <a:endParaRPr lang="en-us" sz="2000" cap="none"/>
          </a:p>
          <a:p>
            <a:pPr>
              <a:lnSpc>
                <a:spcPct val="90000"/>
              </a:lnSpc>
            </a:pPr>
            <a:r>
              <a:rPr lang="en-us" sz="2000" b="1" cap="none"/>
              <a:t>Optimal</a:t>
            </a:r>
            <a:r>
              <a:rPr lang="en-us" sz="2000" cap="none"/>
              <a:t> (i.e., admissible) if all operators have the same cost. Otherwise, not optimal but finds solution with shortest path length. </a:t>
            </a:r>
            <a:endParaRPr lang="en-us" sz="2000" cap="none"/>
          </a:p>
          <a:p>
            <a:pPr>
              <a:lnSpc>
                <a:spcPct val="90000"/>
              </a:lnSpc>
            </a:pPr>
            <a:r>
              <a:rPr lang="en-us" sz="2000" b="1" cap="none"/>
              <a:t>Exponential time and space complexity</a:t>
            </a:r>
            <a:r>
              <a:rPr lang="en-us" sz="2000" cap="none"/>
              <a:t>, O(b</a:t>
            </a:r>
            <a:r>
              <a:rPr lang="en-us" sz="2000" cap="none" baseline="30000"/>
              <a:t>d</a:t>
            </a:r>
            <a:r>
              <a:rPr lang="en-us" sz="2000" cap="none"/>
              <a:t>), where d is the depth of the solution and b is the branching factor (i.e., number of children) at each node </a:t>
            </a:r>
            <a:endParaRPr lang="en-us" sz="2000" cap="none"/>
          </a:p>
          <a:p>
            <a:pPr>
              <a:lnSpc>
                <a:spcPct val="90000"/>
              </a:lnSpc>
            </a:pPr>
            <a:r>
              <a:rPr lang="en-us" sz="2000" cap="none"/>
              <a:t>Will take a </a:t>
            </a:r>
            <a:r>
              <a:rPr lang="en-us" sz="2000" b="1" cap="none"/>
              <a:t>long time to find solutions</a:t>
            </a:r>
            <a:r>
              <a:rPr lang="en-us" sz="2000" cap="none"/>
              <a:t> with a large number of steps because must look at all shorter length possibilities first </a:t>
            </a:r>
            <a:endParaRPr lang="en-us" sz="2000" cap="none"/>
          </a:p>
          <a:p>
            <a:pPr lvl="1">
              <a:lnSpc>
                <a:spcPct val="90000"/>
              </a:lnSpc>
            </a:pPr>
            <a:r>
              <a:rPr lang="en-us" cap="none"/>
              <a:t>A complete search tree of depth d where each non-leaf node has b children, has a total of 1 + b + b</a:t>
            </a:r>
            <a:r>
              <a:rPr lang="en-us" cap="none" baseline="30000"/>
              <a:t>2</a:t>
            </a:r>
            <a:r>
              <a:rPr lang="en-us" cap="none"/>
              <a:t> + ... + b</a:t>
            </a:r>
            <a:r>
              <a:rPr lang="en-us" cap="none" baseline="30000"/>
              <a:t>d</a:t>
            </a:r>
            <a:r>
              <a:rPr lang="en-us" cap="none"/>
              <a:t> = (b</a:t>
            </a:r>
            <a:r>
              <a:rPr lang="en-us" cap="none" baseline="30000"/>
              <a:t>(d+1)</a:t>
            </a:r>
            <a:r>
              <a:rPr lang="en-us" cap="none"/>
              <a:t> - 1)/(b-1) nodes </a:t>
            </a:r>
            <a:endParaRPr lang="en-us" cap="none"/>
          </a:p>
          <a:p>
            <a:pPr lvl="1">
              <a:lnSpc>
                <a:spcPct val="90000"/>
              </a:lnSpc>
            </a:pPr>
            <a:r>
              <a:rPr lang="en-us" cap="none"/>
              <a:t>For a complete search tree of depth 12, where every node at depths 0, ..., 11 has 10 children and every node at depth 12 has 0 children, there are 1 + 10 + 100 + 1000 + ... + 10</a:t>
            </a:r>
            <a:r>
              <a:rPr lang="en-us" cap="none" baseline="30000"/>
              <a:t>12</a:t>
            </a:r>
            <a:r>
              <a:rPr lang="en-us" cap="none"/>
              <a:t> = (10</a:t>
            </a:r>
            <a:r>
              <a:rPr lang="en-us" cap="none" baseline="30000"/>
              <a:t>13</a:t>
            </a:r>
            <a:r>
              <a:rPr lang="en-us" cap="none"/>
              <a:t> - 1)/9 = O(10</a:t>
            </a:r>
            <a:r>
              <a:rPr lang="en-us" cap="none" baseline="30000"/>
              <a:t>12</a:t>
            </a:r>
            <a:r>
              <a:rPr lang="en-us" cap="none"/>
              <a:t>) nodes in the complete search tree. If BFS expands 1000 nodes/sec and each node uses 100 bytes of storage, then BFS will take 35 years to run in the worst case, and it will use 111 terabytes of memory!</a:t>
            </a:r>
            <a:endParaRPr lang="en-us" cap="none"/>
          </a:p>
        </p:txBody>
      </p:sp>
    </p:spTree>
  </p:cSld>
  <p:clrMapOvr>
    <a:masterClrMapping/>
  </p:clrMapOvr>
  <p:timing>
    <p:tnLst>
      <p:par>
        <p:cTn id="1" dur="indefinite" restart="never" nodeType="tmRoot"/>
      </p:par>
    </p:tnLst>
  </p:timing>
</p:sld>
</file>

<file path=ppt/slides/slide3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OABAAAINAAA6AgAABAAAAAmAAAACAAAAAEAAAAAAAAA"/>
              </a:ext>
            </a:extLst>
          </p:cNvSpPr>
          <p:nvPr>
            <p:ph type="title"/>
          </p:nvPr>
        </p:nvSpPr>
        <p:spPr>
          <a:xfrm>
            <a:off x="685800" y="304800"/>
            <a:ext cx="7772400" cy="1143000"/>
          </a:xfrm>
        </p:spPr>
        <p:txBody>
          <a:bodyPr/>
          <a:lstStyle/>
          <a:p>
            <a:pPr/>
            <a:r>
              <a:rPr lang="en-us" cap="none"/>
              <a:t> </a:t>
            </a:r>
            <a:r>
              <a:rPr lang="en-us" sz="3200" cap="none"/>
              <a:t>Depth-First (DFS)</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OgIAAAINAAABScAABAAAAAmAAAACAAAAAEgAAAAAAAA"/>
              </a:ext>
            </a:extLst>
          </p:cNvSpPr>
          <p:nvPr>
            <p:ph type="body" idx="1"/>
          </p:nvPr>
        </p:nvSpPr>
        <p:spPr>
          <a:xfrm>
            <a:off x="685800" y="1447800"/>
            <a:ext cx="7772400" cy="4895215"/>
          </a:xfrm>
        </p:spPr>
        <p:txBody>
          <a:bodyPr vert="horz" wrap="square" lIns="0" tIns="0" rIns="0" bIns="0" numCol="1" spcCol="215900" anchor="t">
            <a:prstTxWarp prst="textNoShape">
              <a:avLst/>
            </a:prstTxWarp>
          </a:bodyPr>
          <a:lstStyle/>
          <a:p>
            <a:pPr/>
            <a:r>
              <a:rPr lang="en-us" cap="none"/>
              <a:t>Enqueue nodes on nodes in </a:t>
            </a:r>
            <a:r>
              <a:rPr lang="en-us" b="1" cap="none"/>
              <a:t>LIFO</a:t>
            </a:r>
            <a:r>
              <a:rPr lang="en-us" cap="none"/>
              <a:t> (last-in, first-out) order. That is, nodes used as a stack data structure to order nodes. </a:t>
            </a:r>
            <a:endParaRPr lang="en-us" cap="none"/>
          </a:p>
          <a:p>
            <a:pPr/>
            <a:r>
              <a:rPr lang="en-us" b="1" cap="none"/>
              <a:t>May not terminate</a:t>
            </a:r>
            <a:r>
              <a:rPr lang="en-us" cap="none"/>
              <a:t> without a “depth bound,” i.e., cutting off search below a fixed depth D ( “depth-limited search”)</a:t>
            </a:r>
            <a:endParaRPr lang="en-us" cap="none"/>
          </a:p>
          <a:p>
            <a:pPr/>
            <a:r>
              <a:rPr lang="en-us" b="1" cap="none"/>
              <a:t>Not complete</a:t>
            </a:r>
            <a:r>
              <a:rPr lang="en-us" cap="none"/>
              <a:t> (with or without cycle detection, and with or without a cutoff depth) </a:t>
            </a:r>
            <a:endParaRPr lang="en-us" cap="none"/>
          </a:p>
          <a:p>
            <a:pPr/>
            <a:r>
              <a:rPr lang="en-us" b="1" cap="none"/>
              <a:t>Exponential time</a:t>
            </a:r>
            <a:r>
              <a:rPr lang="en-us" cap="none"/>
              <a:t>, O(b</a:t>
            </a:r>
            <a:r>
              <a:rPr lang="en-us" cap="none" baseline="30000"/>
              <a:t>d</a:t>
            </a:r>
            <a:r>
              <a:rPr lang="en-us" cap="none"/>
              <a:t>), but only </a:t>
            </a:r>
            <a:r>
              <a:rPr lang="en-us" b="1" cap="none"/>
              <a:t>linear space</a:t>
            </a:r>
            <a:r>
              <a:rPr lang="en-us" cap="none"/>
              <a:t>, O(bd)</a:t>
            </a:r>
            <a:endParaRPr lang="en-us" cap="none"/>
          </a:p>
          <a:p>
            <a:pPr/>
            <a:r>
              <a:rPr lang="en-us" cap="none"/>
              <a:t>Can find </a:t>
            </a:r>
            <a:r>
              <a:rPr lang="en-us" b="1" cap="none"/>
              <a:t>long solutions quickly</a:t>
            </a:r>
            <a:r>
              <a:rPr lang="en-us" cap="none"/>
              <a:t> if lucky (and </a:t>
            </a:r>
            <a:r>
              <a:rPr lang="en-us" b="1" cap="none"/>
              <a:t>short solutions slowly</a:t>
            </a:r>
            <a:r>
              <a:rPr lang="en-us" cap="none"/>
              <a:t> if unlucky!)</a:t>
            </a:r>
            <a:endParaRPr lang="en-us" cap="none"/>
          </a:p>
          <a:p>
            <a:pPr/>
            <a:r>
              <a:rPr lang="en-us" cap="none"/>
              <a:t>When search hits a dead-end, can only back up one level at a time even if the “problem” occurs because of a bad operator choice near the top of the tree. Hence, only does “chronological backtracking”</a:t>
            </a:r>
            <a:endParaRPr lang="en-us" cap="none"/>
          </a:p>
        </p:txBody>
      </p:sp>
    </p:spTree>
  </p:cSld>
  <p:clrMapOvr>
    <a:masterClrMapping/>
  </p:clrMapOvr>
  <p:timing>
    <p:tnLst>
      <p:par>
        <p:cTn id="1" dur="indefinite" restart="never" nodeType="tmRoot"/>
      </p:par>
    </p:tnLst>
  </p:timing>
</p:sld>
</file>

<file path=ppt/slides/slide3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PAAAAAINAAA+AcAABAAAAAmAAAACAAAAAEAAAAAAAAA"/>
              </a:ext>
            </a:extLst>
          </p:cNvSpPr>
          <p:nvPr>
            <p:ph type="title"/>
          </p:nvPr>
        </p:nvSpPr>
        <p:spPr>
          <a:xfrm>
            <a:off x="685800" y="152400"/>
            <a:ext cx="7772400" cy="1143000"/>
          </a:xfrm>
        </p:spPr>
        <p:txBody>
          <a:bodyPr/>
          <a:lstStyle/>
          <a:p>
            <a:pPr/>
            <a:r>
              <a:rPr lang="en-us" sz="3200" cap="none"/>
              <a:t>Uniform-Cost (UCS)</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KAUAAHAIAAD4NAAAwCEAABAAAAAmAAAACAAAAAEgAAAAAAAA"/>
              </a:ext>
            </a:extLst>
          </p:cNvSpPr>
          <p:nvPr>
            <p:ph type="body" idx="1"/>
          </p:nvPr>
        </p:nvSpPr>
        <p:spPr>
          <a:xfrm>
            <a:off x="838200" y="1371600"/>
            <a:ext cx="7772400" cy="4114800"/>
          </a:xfrm>
        </p:spPr>
        <p:txBody>
          <a:bodyPr vert="horz" wrap="square" lIns="0" tIns="0" rIns="0" bIns="0" numCol="1" spcCol="215900" anchor="t">
            <a:prstTxWarp prst="textNoShape">
              <a:avLst/>
            </a:prstTxWarp>
          </a:bodyPr>
          <a:lstStyle/>
          <a:p>
            <a:pPr/>
            <a:r>
              <a:rPr lang="en-us" cap="none"/>
              <a:t>Enqueue nodes by </a:t>
            </a:r>
            <a:r>
              <a:rPr lang="en-us" b="1" cap="none"/>
              <a:t>path cost</a:t>
            </a:r>
            <a:r>
              <a:rPr lang="en-us" cap="none"/>
              <a:t>. That is, let g(n) = cost of the path from the start node to the current node n. Sort nodes by increasing value of g. </a:t>
            </a:r>
            <a:endParaRPr lang="en-us" cap="none"/>
          </a:p>
          <a:p>
            <a:pPr/>
            <a:r>
              <a:rPr lang="en-us" cap="none"/>
              <a:t>Called </a:t>
            </a:r>
            <a:r>
              <a:rPr lang="en-us" i="1" cap="none"/>
              <a:t>“Dijkstra’s Algorithm”</a:t>
            </a:r>
            <a:r>
              <a:rPr lang="en-us" cap="none"/>
              <a:t> in the algorithms literature and similar to </a:t>
            </a:r>
            <a:r>
              <a:rPr lang="en-us" i="1" cap="none"/>
              <a:t>“Branch and Bound Algorithm”</a:t>
            </a:r>
            <a:r>
              <a:rPr lang="en-us" cap="none"/>
              <a:t> in operations research literature </a:t>
            </a:r>
            <a:endParaRPr lang="en-us" cap="none"/>
          </a:p>
          <a:p>
            <a:pPr/>
            <a:r>
              <a:rPr lang="en-us" b="1" cap="none"/>
              <a:t>Complete (*)</a:t>
            </a:r>
            <a:endParaRPr lang="en-us" b="1" cap="none"/>
          </a:p>
          <a:p>
            <a:pPr/>
            <a:r>
              <a:rPr lang="en-us" b="1" cap="none"/>
              <a:t>Optimal/Admissible</a:t>
            </a:r>
            <a:r>
              <a:rPr lang="en-us" cap="none"/>
              <a:t> (*)</a:t>
            </a:r>
            <a:endParaRPr lang="en-us" cap="none"/>
          </a:p>
          <a:p>
            <a:pPr/>
            <a:r>
              <a:rPr lang="en-us" cap="none"/>
              <a:t>Admissibility depends on the goal test being applied </a:t>
            </a:r>
            <a:r>
              <a:rPr lang="en-us" i="1" cap="none"/>
              <a:t>when a node is removed from the nodes list</a:t>
            </a:r>
            <a:r>
              <a:rPr lang="en-us" cap="none"/>
              <a:t>, not when its parent node is expanded and the node is first generated </a:t>
            </a:r>
            <a:endParaRPr lang="en-us" cap="none"/>
          </a:p>
          <a:p>
            <a:pPr/>
            <a:r>
              <a:rPr lang="en-us" b="1" cap="none"/>
              <a:t>Exponential time and space complexity</a:t>
            </a:r>
            <a:r>
              <a:rPr lang="en-us" cap="none"/>
              <a:t>, O(b</a:t>
            </a:r>
            <a:r>
              <a:rPr lang="en-us" cap="none" baseline="30000"/>
              <a:t>d</a:t>
            </a:r>
            <a:r>
              <a:rPr lang="en-us" cap="none"/>
              <a:t>) </a:t>
            </a:r>
            <a:endParaRPr lang="en-us" cap="none"/>
          </a:p>
          <a:p>
            <a:pPr/>
            <a:endParaRPr lang="en-us" cap="none"/>
          </a:p>
        </p:txBody>
      </p:sp>
    </p:spTree>
  </p:cSld>
  <p:clrMapOvr>
    <a:masterClrMapping/>
  </p:clrMapOvr>
  <p:timing>
    <p:tnLst>
      <p:par>
        <p:cTn id="1" dur="indefinite" restart="never" nodeType="tmRoot"/>
      </p:par>
    </p:tnLst>
  </p:timing>
</p:sld>
</file>

<file path=ppt/slides/slide3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ks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cAIAALEBAAAZLgAA+QYAABAAAAAmAAAACAAAAAEAAAAAAAAA"/>
              </a:ext>
            </a:extLst>
          </p:cNvSpPr>
          <p:nvPr>
            <p:ph type="title"/>
          </p:nvPr>
        </p:nvSpPr>
        <p:spPr>
          <a:xfrm>
            <a:off x="396240" y="274955"/>
            <a:ext cx="7097395" cy="858520"/>
          </a:xfrm>
        </p:spPr>
        <p:txBody>
          <a:bodyPr/>
          <a:lstStyle/>
          <a:p>
            <a:pPr/>
            <a:r>
              <a:rPr lang="en-us" sz="3000" cap="none"/>
              <a:t>Depth-First Iterative Deepening (DFID)</a:t>
            </a:r>
            <a:endParaRPr lang="en-us" sz="30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NgJAAAINAAA2CcAABAAAAAmAAAACAAAAAEAAAAAAAAA"/>
              </a:ext>
            </a:extLst>
          </p:cNvSpPr>
          <p:nvPr>
            <p:ph type="body" idx="1"/>
          </p:nvPr>
        </p:nvSpPr>
        <p:spPr>
          <a:xfrm>
            <a:off x="685800" y="1600200"/>
            <a:ext cx="7772400" cy="4876800"/>
          </a:xfrm>
        </p:spPr>
        <p:txBody>
          <a:bodyPr/>
          <a:lstStyle/>
          <a:p>
            <a:pPr/>
            <a:r>
              <a:rPr lang="en-us" sz="2000" cap="none"/>
              <a:t>First do DFS to depth 0 (i.e., treat start node as having no successors), then, if no solution found, do DFS to depth 1, etc. </a:t>
            </a:r>
            <a:endParaRPr lang="en-us" sz="2000" cap="none"/>
          </a:p>
          <a:p>
            <a:pPr lvl="2">
              <a:buNone/>
            </a:pPr>
            <a:r>
              <a:rPr lang="en-us" sz="2000" i="1" cap="none"/>
              <a:t>until solution found do</a:t>
            </a:r>
            <a:endParaRPr lang="en-us" sz="2000" i="1" cap="none"/>
          </a:p>
          <a:p>
            <a:pPr lvl="2">
              <a:buNone/>
            </a:pPr>
            <a:r>
              <a:rPr lang="en-us" sz="2000" i="1" cap="none"/>
              <a:t>   DFS with depth cutoff c</a:t>
            </a:r>
            <a:endParaRPr lang="en-us" sz="2000" i="1" cap="none"/>
          </a:p>
          <a:p>
            <a:pPr lvl="2">
              <a:buNone/>
            </a:pPr>
            <a:r>
              <a:rPr lang="en-us" sz="2000" i="1" cap="none"/>
              <a:t>   c = c+1</a:t>
            </a:r>
            <a:endParaRPr lang="en-us" sz="1600" i="1" cap="none"/>
          </a:p>
          <a:p>
            <a:pPr/>
            <a:r>
              <a:rPr lang="en-us" sz="2000" b="1" cap="none"/>
              <a:t>Complete </a:t>
            </a:r>
            <a:endParaRPr lang="en-us" sz="2000" cap="none"/>
          </a:p>
          <a:p>
            <a:pPr/>
            <a:r>
              <a:rPr lang="en-us" sz="2000" b="1" cap="none"/>
              <a:t>Optimal/Admissible</a:t>
            </a:r>
            <a:r>
              <a:rPr lang="en-us" sz="2000" cap="none"/>
              <a:t> if all operators have the same cost. Otherwise, not optimal but guarantees finding solution of shortest length (like BFS). </a:t>
            </a:r>
            <a:endParaRPr lang="en-us" sz="2000" cap="none"/>
          </a:p>
          <a:p>
            <a:pPr/>
            <a:r>
              <a:rPr lang="en-us" sz="2000" cap="none"/>
              <a:t>Time complexity seems worse than BFS or DFS because nodes near the top of the search tree are generated multiple times, but because almost all of the nodes are near the bottom of a tree, the worst case time complexity is still exponential, O(b</a:t>
            </a:r>
            <a:r>
              <a:rPr lang="en-us" sz="2000" cap="none" baseline="30000"/>
              <a:t>d</a:t>
            </a:r>
            <a:r>
              <a:rPr lang="en-us" sz="2000" cap="none"/>
              <a:t>).</a:t>
            </a:r>
            <a:endParaRPr lang="en-us" sz="2000" cap="none"/>
          </a:p>
        </p:txBody>
      </p:sp>
    </p:spTree>
  </p:cSld>
  <p:clrMapOvr>
    <a:masterClrMapping/>
  </p:clrMapOvr>
  <p:timing>
    <p:tnLst>
      <p:par>
        <p:cTn id="1" dur="indefinite" restart="never" nodeType="tmRoot"/>
      </p:par>
    </p:tnLst>
  </p:timing>
</p:sld>
</file>

<file path=ppt/slides/slide3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C3Hy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AAAAAAINAAAoAUAABAAAAAmAAAACAAAAAEAAAAAAAAA"/>
              </a:ext>
            </a:extLst>
          </p:cNvSpPr>
          <p:nvPr>
            <p:ph type="title"/>
          </p:nvPr>
        </p:nvSpPr>
        <p:spPr>
          <a:xfrm>
            <a:off x="685800" y="0"/>
            <a:ext cx="7772400" cy="914400"/>
          </a:xfrm>
        </p:spPr>
        <p:txBody>
          <a:bodyPr/>
          <a:lstStyle/>
          <a:p>
            <a:pPr/>
            <a:r>
              <a:rPr lang="en-us" sz="3200" cap="none"/>
              <a:t>Depth-First Iterative Deepening</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4F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sAQAAJ4IAACLNQAAUCgAABAAAAAmAAAACAAAAAEgAAAAAAAA"/>
              </a:ext>
            </a:extLst>
          </p:cNvSpPr>
          <p:nvPr>
            <p:ph type="body" idx="1"/>
          </p:nvPr>
        </p:nvSpPr>
        <p:spPr>
          <a:xfrm>
            <a:off x="762000" y="1400810"/>
            <a:ext cx="7941945" cy="5152390"/>
          </a:xfrm>
        </p:spPr>
        <p:txBody>
          <a:bodyPr vert="horz" wrap="square" lIns="0" tIns="0" rIns="0" bIns="0" numCol="1" spcCol="215900" anchor="t">
            <a:prstTxWarp prst="textNoShape">
              <a:avLst/>
            </a:prstTxWarp>
          </a:bodyPr>
          <a:lstStyle/>
          <a:p>
            <a:pPr>
              <a:lnSpc>
                <a:spcPct val="80000"/>
              </a:lnSpc>
            </a:pPr>
            <a:r>
              <a:rPr lang="en-us" cap="none"/>
              <a:t>If branching factor is b and solution is at depth d, then nodes at depth d are generated once, nodes at depth d-1 are generated twice, etc. </a:t>
            </a:r>
            <a:endParaRPr lang="en-us" cap="none"/>
          </a:p>
          <a:p>
            <a:pPr lvl="1">
              <a:lnSpc>
                <a:spcPct val="80000"/>
              </a:lnSpc>
            </a:pPr>
            <a:r>
              <a:rPr lang="en-us" sz="2400" cap="none"/>
              <a:t>IDS : (d) b + (d-1) b</a:t>
            </a:r>
            <a:r>
              <a:rPr lang="en-us" sz="2400" cap="none" baseline="30000"/>
              <a:t>2</a:t>
            </a:r>
            <a:r>
              <a:rPr lang="en-us" sz="2400" cap="none"/>
              <a:t> + … + (2) b</a:t>
            </a:r>
            <a:r>
              <a:rPr lang="en-us" sz="2400" cap="none" baseline="30000"/>
              <a:t>(d-1)</a:t>
            </a:r>
            <a:r>
              <a:rPr lang="en-us" sz="2400" cap="none"/>
              <a:t> + b</a:t>
            </a:r>
            <a:r>
              <a:rPr lang="en-us" sz="2400" cap="none" baseline="30000"/>
              <a:t>d</a:t>
            </a:r>
            <a:r>
              <a:rPr lang="en-us" sz="2400" cap="none"/>
              <a:t> = O(b</a:t>
            </a:r>
            <a:r>
              <a:rPr lang="en-us" sz="2400" cap="none" baseline="30000"/>
              <a:t>d</a:t>
            </a:r>
            <a:r>
              <a:rPr lang="en-us" sz="2400" cap="none"/>
              <a:t>). </a:t>
            </a:r>
            <a:endParaRPr lang="en-us" sz="2400" cap="none"/>
          </a:p>
          <a:p>
            <a:pPr lvl="1">
              <a:lnSpc>
                <a:spcPct val="80000"/>
              </a:lnSpc>
            </a:pPr>
            <a:r>
              <a:rPr lang="en-us" sz="2400" cap="none"/>
              <a:t>If b=4, then worst case is 1.78 * 4</a:t>
            </a:r>
            <a:r>
              <a:rPr lang="en-us" sz="2400" cap="none" baseline="30000"/>
              <a:t>d</a:t>
            </a:r>
            <a:r>
              <a:rPr lang="en-us" sz="2400" cap="none"/>
              <a:t>, i.e., 78% more nodes searched than exist at depth d (in the worst case).</a:t>
            </a:r>
            <a:r>
              <a:rPr lang="en-us" cap="none"/>
              <a:t> </a:t>
            </a:r>
            <a:endParaRPr lang="en-us" cap="none"/>
          </a:p>
          <a:p>
            <a:pPr>
              <a:lnSpc>
                <a:spcPct val="80000"/>
              </a:lnSpc>
            </a:pPr>
            <a:r>
              <a:rPr lang="en-us" cap="none"/>
              <a:t>However, let’s compare this to the time spent on BFS:</a:t>
            </a:r>
            <a:endParaRPr lang="en-us" cap="none"/>
          </a:p>
          <a:p>
            <a:pPr lvl="1">
              <a:lnSpc>
                <a:spcPct val="80000"/>
              </a:lnSpc>
            </a:pPr>
            <a:r>
              <a:rPr lang="en-us" sz="2400" cap="none"/>
              <a:t>BFS : b + b</a:t>
            </a:r>
            <a:r>
              <a:rPr lang="en-us" sz="2400" cap="none" baseline="30000"/>
              <a:t>2</a:t>
            </a:r>
            <a:r>
              <a:rPr lang="en-us" sz="2400" cap="none"/>
              <a:t> + … + b</a:t>
            </a:r>
            <a:r>
              <a:rPr lang="en-us" sz="2400" cap="none" baseline="30000"/>
              <a:t>d </a:t>
            </a:r>
            <a:r>
              <a:rPr lang="en-us" sz="2400" cap="none"/>
              <a:t>+ (b</a:t>
            </a:r>
            <a:r>
              <a:rPr lang="en-us" sz="2400" cap="none" baseline="30000"/>
              <a:t>(d+1)</a:t>
            </a:r>
            <a:r>
              <a:rPr lang="en-us" sz="2400" cap="none"/>
              <a:t> – b) = O(b</a:t>
            </a:r>
            <a:r>
              <a:rPr lang="en-us" sz="2400" cap="none" baseline="30000"/>
              <a:t>d</a:t>
            </a:r>
            <a:r>
              <a:rPr lang="en-us" sz="2400" cap="none"/>
              <a:t>).</a:t>
            </a:r>
            <a:endParaRPr lang="en-us" sz="2400" cap="none"/>
          </a:p>
          <a:p>
            <a:pPr lvl="1">
              <a:lnSpc>
                <a:spcPct val="80000"/>
              </a:lnSpc>
            </a:pPr>
            <a:r>
              <a:rPr lang="en-us" sz="2400" cap="none"/>
              <a:t>Same time complexity of O(b</a:t>
            </a:r>
            <a:r>
              <a:rPr lang="en-us" sz="2400" cap="none" baseline="30000"/>
              <a:t>d</a:t>
            </a:r>
            <a:r>
              <a:rPr lang="en-us" sz="2400" cap="none"/>
              <a:t>), but BFS expands some nodes at depth d+1, which can make a HUGE difference:</a:t>
            </a:r>
            <a:endParaRPr lang="en-us" sz="2400" cap="none"/>
          </a:p>
          <a:p>
            <a:pPr lvl="2">
              <a:lnSpc>
                <a:spcPct val="80000"/>
              </a:lnSpc>
            </a:pPr>
            <a:r>
              <a:rPr lang="en-us" sz="2000" cap="none"/>
              <a:t>With b = 10, d = 5,</a:t>
            </a:r>
            <a:endParaRPr lang="en-us" sz="2000" cap="none"/>
          </a:p>
          <a:p>
            <a:pPr lvl="2">
              <a:lnSpc>
                <a:spcPct val="80000"/>
              </a:lnSpc>
            </a:pPr>
            <a:r>
              <a:rPr lang="en-us" sz="2000" cap="none"/>
              <a:t>BFS: 10 + 100 + 1,000 + 10,000 + 100,000 + 999,990 = 1,111,100</a:t>
            </a:r>
            <a:endParaRPr lang="en-us" sz="2000" cap="none"/>
          </a:p>
          <a:p>
            <a:pPr lvl="2">
              <a:lnSpc>
                <a:spcPct val="80000"/>
              </a:lnSpc>
            </a:pPr>
            <a:r>
              <a:rPr lang="en-us" sz="2000" cap="none"/>
              <a:t>IDS: 50 + 400 + 3,000 + 20,000 + 100,000 = 123,450</a:t>
            </a:r>
            <a:endParaRPr lang="en-us" sz="2000" cap="none"/>
          </a:p>
          <a:p>
            <a:pPr>
              <a:lnSpc>
                <a:spcPct val="80000"/>
              </a:lnSpc>
            </a:pPr>
            <a:r>
              <a:rPr lang="en-us" sz="2800" cap="none"/>
              <a:t>IDS can actually be quicker in-practice than BFS, even though it regenerates early states.</a:t>
            </a:r>
            <a:endParaRPr lang="en-us" sz="2800" cap="none"/>
          </a:p>
        </p:txBody>
      </p:sp>
    </p:spTree>
  </p:cSld>
  <p:clrMapOvr>
    <a:masterClrMapping/>
  </p:clrMapOvr>
  <p:timing>
    <p:tnLst>
      <p:par>
        <p:cTn id="1" dur="indefinite" restart="never" nodeType="tmRoot"/>
      </p:par>
    </p:tnLst>
  </p:timing>
</p:sld>
</file>

<file path=ppt/slides/slide3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OABAAAINAAA6AgAABAAAAAmAAAACAAAAAEAAAAAAAAA"/>
              </a:ext>
            </a:extLst>
          </p:cNvSpPr>
          <p:nvPr>
            <p:ph type="title"/>
          </p:nvPr>
        </p:nvSpPr>
        <p:spPr>
          <a:xfrm>
            <a:off x="685800" y="304800"/>
            <a:ext cx="7772400" cy="1143000"/>
          </a:xfrm>
        </p:spPr>
        <p:txBody>
          <a:bodyPr/>
          <a:lstStyle/>
          <a:p>
            <a:pPr/>
            <a:r>
              <a:rPr lang="en-us" sz="3200" cap="none"/>
              <a:t>Depth-First Iterative Deepening</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sAQAAOgIAABgNgAAYCcAABAAAAAmAAAACAAAAAEAAAAAAAAA"/>
              </a:ext>
            </a:extLst>
          </p:cNvSpPr>
          <p:nvPr>
            <p:ph type="body" idx="1"/>
          </p:nvPr>
        </p:nvSpPr>
        <p:spPr>
          <a:xfrm>
            <a:off x="762000" y="1447800"/>
            <a:ext cx="8077200" cy="4953000"/>
          </a:xfrm>
        </p:spPr>
        <p:txBody>
          <a:bodyPr/>
          <a:lstStyle/>
          <a:p>
            <a:pPr/>
            <a:r>
              <a:rPr lang="en-us" sz="2800" b="1" cap="none"/>
              <a:t>Exponential time complexity, </a:t>
            </a:r>
            <a:r>
              <a:rPr lang="en-us" sz="2800" cap="none"/>
              <a:t>O(b</a:t>
            </a:r>
            <a:r>
              <a:rPr lang="en-us" sz="2800" cap="none" baseline="30000"/>
              <a:t>d</a:t>
            </a:r>
            <a:r>
              <a:rPr lang="en-us" sz="2800" cap="none"/>
              <a:t>), like BFS </a:t>
            </a:r>
            <a:endParaRPr lang="en-us" sz="2800" cap="none"/>
          </a:p>
          <a:p>
            <a:pPr/>
            <a:r>
              <a:rPr lang="en-us" sz="2800" b="1" cap="none"/>
              <a:t>Linear space complexity</a:t>
            </a:r>
            <a:r>
              <a:rPr lang="en-us" sz="2800" cap="none"/>
              <a:t>, O(bd), like DFS </a:t>
            </a:r>
            <a:endParaRPr lang="en-us" sz="2800" cap="none"/>
          </a:p>
          <a:p>
            <a:pPr/>
            <a:endParaRPr lang="en-us" sz="2800" cap="none"/>
          </a:p>
          <a:p>
            <a:pPr/>
            <a:r>
              <a:rPr lang="en-us" sz="2800" cap="none"/>
              <a:t>Has advantage of BFS (i.e., completeness) and also advantages of DFS (i.e., limited space and finds longer paths more quickly) </a:t>
            </a:r>
            <a:endParaRPr lang="en-us" sz="2800" cap="none"/>
          </a:p>
          <a:p>
            <a:pPr/>
            <a:r>
              <a:rPr lang="en-us" sz="2800" cap="none"/>
              <a:t>Generally preferred for </a:t>
            </a:r>
            <a:r>
              <a:rPr lang="en-us" sz="2800" b="1" cap="none"/>
              <a:t>large state spaces</a:t>
            </a:r>
            <a:r>
              <a:rPr lang="en-us" sz="2800" cap="none"/>
              <a:t> where </a:t>
            </a:r>
            <a:r>
              <a:rPr lang="en-us" sz="2800" b="1" cap="none"/>
              <a:t>solution depth is unknown</a:t>
            </a:r>
            <a:endParaRPr lang="en-us" sz="2800" b="1" cap="none"/>
          </a:p>
          <a:p>
            <a:pPr/>
            <a:endParaRPr lang="en-us" sz="3600" cap="none"/>
          </a:p>
        </p:txBody>
      </p:sp>
    </p:spTree>
  </p:cSld>
  <p:clrMapOvr>
    <a:masterClrMapping/>
  </p:clrMapOvr>
  <p:timing>
    <p:tnLst>
      <p:par>
        <p:cTn id="1" dur="indefinite" restart="never" nodeType="tmRoot"/>
      </p:par>
    </p:tnLst>
  </p:timing>
</p:sld>
</file>

<file path=ppt/slides/slide3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4"/>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BsNAAAINAAAJhYAABAAAAAmAAAACAAAAAAAAAAAAAAA"/>
              </a:ext>
            </a:extLst>
          </p:cNvSpPr>
          <p:nvPr>
            <p:ph type="ctrTitle"/>
          </p:nvPr>
        </p:nvSpPr>
        <p:spPr/>
        <p:txBody>
          <a:bodyPr/>
          <a:lstStyle/>
          <a:p>
            <a:pPr/>
            <a:r>
              <a:rPr lang="en-us" sz="4000" cap="none"/>
              <a:t>Uninformed Search Results</a:t>
            </a:r>
            <a:endParaRPr lang="en-us" sz="4000" cap="none"/>
          </a:p>
        </p:txBody>
      </p:sp>
      <p:sp>
        <p:nvSpPr>
          <p:cNvPr id="3" name="Rectangle 5"/>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c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cAgAAOgXAADQLwAAsCIAABAAAAAmAAAACAAAAAAAAAAAAAAA"/>
              </a:ext>
            </a:extLst>
          </p:cNvSpPr>
          <p:nvPr>
            <p:ph type="subTitle" idx="1"/>
          </p:nvPr>
        </p:nvSpPr>
        <p:spPr/>
        <p:txBody>
          <a:bodyPr/>
          <a:lstStyle/>
          <a:p>
            <a:pPr/>
          </a:p>
        </p:txBody>
      </p:sp>
    </p:spTree>
  </p:cSld>
  <p:clrMapOvr>
    <a:masterClrMapping/>
  </p:clrMapOvr>
  <p:timing>
    <p:tnLst>
      <p:par>
        <p:cTn id="1" dur="indefinite" restart="never" nodeType="tmRoot"/>
      </p:par>
    </p:tnLst>
  </p:timing>
</p:sld>
</file>

<file path=ppt/slides/slide3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kk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GgBAACTJwAA/gYAABAAAAAmAAAACAAAAAEAAAAAAAAA"/>
              </a:ext>
            </a:extLst>
          </p:cNvSpPr>
          <p:nvPr>
            <p:ph type="title"/>
          </p:nvPr>
        </p:nvSpPr>
        <p:spPr>
          <a:xfrm>
            <a:off x="685800" y="228600"/>
            <a:ext cx="5747385" cy="908050"/>
          </a:xfrm>
        </p:spPr>
        <p:txBody>
          <a:bodyPr/>
          <a:lstStyle/>
          <a:p>
            <a:pPr algn="ctr"/>
            <a:r>
              <a:rPr lang="en-us" sz="3200" cap="none"/>
              <a:t>Breadth-First Search</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KAUAAHAIAAD4NAAA6CYAABAAAAAmAAAACAAAAAEgAAAAAAAA"/>
              </a:ext>
            </a:extLst>
          </p:cNvSpPr>
          <p:nvPr>
            <p:ph type="body" idx="1"/>
          </p:nvPr>
        </p:nvSpPr>
        <p:spPr>
          <a:xfrm>
            <a:off x="838200" y="1371600"/>
            <a:ext cx="7772400" cy="4953000"/>
          </a:xfrm>
        </p:spPr>
        <p:txBody>
          <a:bodyPr vert="horz" wrap="square" lIns="0" tIns="0" rIns="0" bIns="0" numCol="1" spcCol="215900" anchor="t">
            <a:prstTxWarp prst="textNoShape">
              <a:avLst/>
            </a:prstTxWarp>
          </a:bodyPr>
          <a:lstStyle/>
          <a:p>
            <a:pPr defTabSz="914400">
              <a:buNone/>
              <a:tabLst>
                <a:tab pos="914400" algn="l"/>
                <a:tab pos="1828800" algn="l"/>
                <a:tab pos="3657600" algn="l"/>
              </a:tabLst>
            </a:pPr>
            <a:r>
              <a:rPr lang="en-us" b="1" cap="none"/>
              <a:t>		Expanded node  	Nodes list</a:t>
            </a:r>
            <a:endParaRPr lang="en-us" cap="none"/>
          </a:p>
          <a:p>
            <a:pPr defTabSz="914400">
              <a:buNone/>
              <a:tabLst>
                <a:tab pos="914400" algn="l"/>
                <a:tab pos="1828800" algn="l"/>
                <a:tab pos="3657600" algn="l"/>
              </a:tabLst>
            </a:pPr>
            <a:r>
              <a:rPr lang="en-us" cap="none"/>
              <a:t>				{ S</a:t>
            </a:r>
            <a:r>
              <a:rPr lang="en-us" cap="none" baseline="30000"/>
              <a:t>0</a:t>
            </a:r>
            <a:r>
              <a:rPr lang="en-us" cap="none"/>
              <a:t> }</a:t>
            </a:r>
            <a:endParaRPr lang="en-us" cap="none"/>
          </a:p>
          <a:p>
            <a:pPr defTabSz="914400">
              <a:buNone/>
              <a:tabLst>
                <a:tab pos="914400" algn="l"/>
                <a:tab pos="1828800" algn="l"/>
                <a:tab pos="3657600" algn="l"/>
              </a:tabLst>
            </a:pPr>
            <a:r>
              <a:rPr lang="en-us" cap="none"/>
              <a:t>			S</a:t>
            </a:r>
            <a:r>
              <a:rPr lang="en-us" cap="none" baseline="30000"/>
              <a:t>0</a:t>
            </a:r>
            <a:r>
              <a:rPr lang="en-us" cap="none"/>
              <a:t>	{ A</a:t>
            </a:r>
            <a:r>
              <a:rPr lang="en-us" cap="none" baseline="30000"/>
              <a:t>3</a:t>
            </a:r>
            <a:r>
              <a:rPr lang="en-us" cap="none"/>
              <a:t> B</a:t>
            </a:r>
            <a:r>
              <a:rPr lang="en-us" cap="none" baseline="30000"/>
              <a:t>1</a:t>
            </a:r>
            <a:r>
              <a:rPr lang="en-us" cap="none"/>
              <a:t> C</a:t>
            </a:r>
            <a:r>
              <a:rPr lang="en-us" cap="none" baseline="30000"/>
              <a:t>8</a:t>
            </a:r>
            <a:r>
              <a:rPr lang="en-us" cap="none"/>
              <a:t> }</a:t>
            </a:r>
            <a:endParaRPr lang="en-us" cap="none"/>
          </a:p>
          <a:p>
            <a:pPr defTabSz="914400">
              <a:buNone/>
              <a:tabLst>
                <a:tab pos="914400" algn="l"/>
                <a:tab pos="1828800" algn="l"/>
                <a:tab pos="3657600" algn="l"/>
              </a:tabLst>
            </a:pPr>
            <a:r>
              <a:rPr lang="en-us" cap="none"/>
              <a:t>			A</a:t>
            </a:r>
            <a:r>
              <a:rPr lang="en-us" cap="none" baseline="30000"/>
              <a:t>3</a:t>
            </a:r>
            <a:r>
              <a:rPr lang="en-us" cap="none"/>
              <a:t>	{ B</a:t>
            </a:r>
            <a:r>
              <a:rPr lang="en-us" cap="none" baseline="30000"/>
              <a:t>1</a:t>
            </a:r>
            <a:r>
              <a:rPr lang="en-us" cap="none"/>
              <a:t> C</a:t>
            </a:r>
            <a:r>
              <a:rPr lang="en-us" cap="none" baseline="30000"/>
              <a:t>8</a:t>
            </a:r>
            <a:r>
              <a:rPr lang="en-us" cap="none"/>
              <a:t> D</a:t>
            </a:r>
            <a:r>
              <a:rPr lang="en-us" cap="none" baseline="30000"/>
              <a:t>6</a:t>
            </a:r>
            <a:r>
              <a:rPr lang="en-us" cap="none"/>
              <a:t> E</a:t>
            </a:r>
            <a:r>
              <a:rPr lang="en-us" cap="none" baseline="30000"/>
              <a:t>10</a:t>
            </a:r>
            <a:r>
              <a:rPr lang="en-us" cap="none"/>
              <a:t> G</a:t>
            </a:r>
            <a:r>
              <a:rPr lang="en-us" cap="none" baseline="30000"/>
              <a:t>18</a:t>
            </a:r>
            <a:r>
              <a:rPr lang="en-us" cap="none"/>
              <a:t> }   </a:t>
            </a:r>
            <a:endParaRPr lang="en-us" cap="none"/>
          </a:p>
          <a:p>
            <a:pPr defTabSz="914400">
              <a:buNone/>
              <a:tabLst>
                <a:tab pos="914400" algn="l"/>
                <a:tab pos="1828800" algn="l"/>
                <a:tab pos="3657600" algn="l"/>
              </a:tabLst>
            </a:pPr>
            <a:r>
              <a:rPr lang="en-us" cap="none"/>
              <a:t>			B</a:t>
            </a:r>
            <a:r>
              <a:rPr lang="en-us" cap="none" baseline="30000"/>
              <a:t>1</a:t>
            </a:r>
            <a:r>
              <a:rPr lang="en-us" cap="none"/>
              <a:t>	{ C</a:t>
            </a:r>
            <a:r>
              <a:rPr lang="en-us" cap="none" baseline="30000"/>
              <a:t>8</a:t>
            </a:r>
            <a:r>
              <a:rPr lang="en-us" cap="none"/>
              <a:t> D</a:t>
            </a:r>
            <a:r>
              <a:rPr lang="en-us" cap="none" baseline="30000"/>
              <a:t>6</a:t>
            </a:r>
            <a:r>
              <a:rPr lang="en-us" cap="none"/>
              <a:t> E</a:t>
            </a:r>
            <a:r>
              <a:rPr lang="en-us" cap="none" baseline="30000"/>
              <a:t>10</a:t>
            </a:r>
            <a:r>
              <a:rPr lang="en-us" cap="none"/>
              <a:t> G</a:t>
            </a:r>
            <a:r>
              <a:rPr lang="en-us" cap="none" baseline="30000"/>
              <a:t>18</a:t>
            </a:r>
            <a:r>
              <a:rPr lang="en-us" cap="none"/>
              <a:t> G</a:t>
            </a:r>
            <a:r>
              <a:rPr lang="en-us" cap="none" baseline="30000"/>
              <a:t>21</a:t>
            </a:r>
            <a:r>
              <a:rPr lang="en-us" cap="none"/>
              <a:t> }</a:t>
            </a:r>
            <a:endParaRPr lang="en-us" cap="none"/>
          </a:p>
          <a:p>
            <a:pPr defTabSz="914400">
              <a:buNone/>
              <a:tabLst>
                <a:tab pos="914400" algn="l"/>
                <a:tab pos="1828800" algn="l"/>
                <a:tab pos="3657600" algn="l"/>
              </a:tabLst>
            </a:pPr>
            <a:r>
              <a:rPr lang="en-us" cap="none"/>
              <a:t>			C</a:t>
            </a:r>
            <a:r>
              <a:rPr lang="en-us" cap="none" baseline="30000"/>
              <a:t>8</a:t>
            </a:r>
            <a:r>
              <a:rPr lang="en-us" cap="none"/>
              <a:t>	{ D</a:t>
            </a:r>
            <a:r>
              <a:rPr lang="en-us" cap="none" baseline="30000"/>
              <a:t>6</a:t>
            </a:r>
            <a:r>
              <a:rPr lang="en-us" cap="none"/>
              <a:t> E</a:t>
            </a:r>
            <a:r>
              <a:rPr lang="en-us" cap="none" baseline="30000"/>
              <a:t>10</a:t>
            </a:r>
            <a:r>
              <a:rPr lang="en-us" cap="none"/>
              <a:t> G</a:t>
            </a:r>
            <a:r>
              <a:rPr lang="en-us" cap="none" baseline="30000"/>
              <a:t>18</a:t>
            </a:r>
            <a:r>
              <a:rPr lang="en-us" cap="none"/>
              <a:t> G</a:t>
            </a:r>
            <a:r>
              <a:rPr lang="en-us" cap="none" baseline="30000"/>
              <a:t>21</a:t>
            </a:r>
            <a:r>
              <a:rPr lang="en-us" cap="none"/>
              <a:t> G</a:t>
            </a:r>
            <a:r>
              <a:rPr lang="en-us" cap="none" baseline="30000"/>
              <a:t>13</a:t>
            </a:r>
            <a:r>
              <a:rPr lang="en-us" cap="none"/>
              <a:t> }         </a:t>
            </a:r>
            <a:endParaRPr lang="en-us" cap="none"/>
          </a:p>
          <a:p>
            <a:pPr defTabSz="914400">
              <a:buNone/>
              <a:tabLst>
                <a:tab pos="914400" algn="l"/>
                <a:tab pos="1828800" algn="l"/>
                <a:tab pos="3657600" algn="l"/>
              </a:tabLst>
            </a:pPr>
            <a:r>
              <a:rPr lang="en-us" cap="none"/>
              <a:t>			D</a:t>
            </a:r>
            <a:r>
              <a:rPr lang="en-us" cap="none" baseline="30000"/>
              <a:t>6</a:t>
            </a:r>
            <a:r>
              <a:rPr lang="en-us" cap="none"/>
              <a:t>	{ E</a:t>
            </a:r>
            <a:r>
              <a:rPr lang="en-us" cap="none" baseline="30000"/>
              <a:t>10</a:t>
            </a:r>
            <a:r>
              <a:rPr lang="en-us" cap="none"/>
              <a:t> G</a:t>
            </a:r>
            <a:r>
              <a:rPr lang="en-us" cap="none" baseline="30000"/>
              <a:t>18</a:t>
            </a:r>
            <a:r>
              <a:rPr lang="en-us" cap="none"/>
              <a:t> G</a:t>
            </a:r>
            <a:r>
              <a:rPr lang="en-us" cap="none" baseline="30000"/>
              <a:t>21</a:t>
            </a:r>
            <a:r>
              <a:rPr lang="en-us" cap="none"/>
              <a:t> G</a:t>
            </a:r>
            <a:r>
              <a:rPr lang="en-us" cap="none" baseline="30000"/>
              <a:t>13</a:t>
            </a:r>
            <a:r>
              <a:rPr lang="en-us" cap="none"/>
              <a:t> }   </a:t>
            </a:r>
            <a:endParaRPr lang="en-us" cap="none"/>
          </a:p>
          <a:p>
            <a:pPr defTabSz="914400">
              <a:buNone/>
              <a:tabLst>
                <a:tab pos="914400" algn="l"/>
                <a:tab pos="1828800" algn="l"/>
                <a:tab pos="3657600" algn="l"/>
              </a:tabLst>
            </a:pPr>
            <a:r>
              <a:rPr lang="en-us" cap="none"/>
              <a:t>			E</a:t>
            </a:r>
            <a:r>
              <a:rPr lang="en-us" cap="none" baseline="30000"/>
              <a:t>10</a:t>
            </a:r>
            <a:r>
              <a:rPr lang="en-us" cap="none"/>
              <a:t>	{ G</a:t>
            </a:r>
            <a:r>
              <a:rPr lang="en-us" cap="none" baseline="30000"/>
              <a:t>18</a:t>
            </a:r>
            <a:r>
              <a:rPr lang="en-us" cap="none"/>
              <a:t> G</a:t>
            </a:r>
            <a:r>
              <a:rPr lang="en-us" cap="none" baseline="30000"/>
              <a:t>21</a:t>
            </a:r>
            <a:r>
              <a:rPr lang="en-us" cap="none"/>
              <a:t> G</a:t>
            </a:r>
            <a:r>
              <a:rPr lang="en-us" cap="none" baseline="30000"/>
              <a:t>13</a:t>
            </a:r>
            <a:r>
              <a:rPr lang="en-us" cap="none"/>
              <a:t> }     </a:t>
            </a:r>
            <a:endParaRPr lang="en-us" cap="none"/>
          </a:p>
          <a:p>
            <a:pPr defTabSz="914400">
              <a:buNone/>
              <a:tabLst>
                <a:tab pos="914400" algn="l"/>
                <a:tab pos="1828800" algn="l"/>
                <a:tab pos="3657600" algn="l"/>
              </a:tabLst>
            </a:pPr>
            <a:r>
              <a:rPr lang="en-us" cap="none"/>
              <a:t>			G</a:t>
            </a:r>
            <a:r>
              <a:rPr lang="en-us" cap="none" baseline="30000"/>
              <a:t>18</a:t>
            </a:r>
            <a:r>
              <a:rPr lang="en-us" cap="none"/>
              <a:t>	{ G</a:t>
            </a:r>
            <a:r>
              <a:rPr lang="en-us" cap="none" baseline="30000"/>
              <a:t>21</a:t>
            </a:r>
            <a:r>
              <a:rPr lang="en-us" cap="none"/>
              <a:t> G</a:t>
            </a:r>
            <a:r>
              <a:rPr lang="en-us" cap="none" baseline="30000"/>
              <a:t>13</a:t>
            </a:r>
            <a:r>
              <a:rPr lang="en-us" cap="none"/>
              <a:t> }</a:t>
            </a:r>
            <a:endParaRPr lang="en-us" cap="none"/>
          </a:p>
          <a:p>
            <a:pPr defTabSz="914400">
              <a:buNone/>
              <a:tabLst>
                <a:tab pos="914400" algn="l"/>
                <a:tab pos="1828800" algn="l"/>
                <a:tab pos="3657600" algn="l"/>
              </a:tabLst>
            </a:pPr>
            <a:r>
              <a:rPr lang="en-us" cap="none"/>
              <a:t>    Solution path found is S A G , cost 18</a:t>
            </a:r>
            <a:endParaRPr lang="en-us" cap="none"/>
          </a:p>
          <a:p>
            <a:pPr defTabSz="914400">
              <a:buNone/>
              <a:tabLst>
                <a:tab pos="914400" algn="l"/>
                <a:tab pos="1828800" algn="l"/>
                <a:tab pos="3657600" algn="l"/>
              </a:tabLst>
            </a:pPr>
          </a:p>
          <a:p>
            <a:pPr defTabSz="914400">
              <a:buNone/>
              <a:tabLst>
                <a:tab pos="914400" algn="l"/>
                <a:tab pos="1828800" algn="l"/>
                <a:tab pos="3657600" algn="l"/>
              </a:tabLst>
            </a:pPr>
            <a:r>
              <a:rPr lang="en-us" cap="none"/>
              <a:t>Number of nodes expanded </a:t>
            </a:r>
            <a:endParaRPr lang="en-us" cap="none"/>
          </a:p>
          <a:p>
            <a:pPr defTabSz="914400">
              <a:buNone/>
              <a:tabLst>
                <a:tab pos="914400" algn="l"/>
                <a:tab pos="1828800" algn="l"/>
                <a:tab pos="3657600" algn="l"/>
              </a:tabLst>
            </a:pPr>
            <a:r>
              <a:rPr lang="en-us" cap="none"/>
              <a:t>(including goal node) = 7</a:t>
            </a:r>
            <a:endParaRPr lang="en-us" cap="none"/>
          </a:p>
        </p:txBody>
      </p:sp>
      <p:grpSp>
        <p:nvGrpSpPr>
          <p:cNvPr id="4" name="Group1"/>
          <p:cNvGrpSpPr>
            <a:extLst>
              <a:ext uri="smNativeData">
                <pr:smNativeData xmlns:pr="smNativeData" xmlns="smNativeData" val="SMDATA_6_VcZhaRMAAAAlAAAAAQAAAA8BAAAAkAAAAEgAAACQAAAASAAAAAAAAAAAAAAAAAAAABcAAAAUAAAAAAAAAAAAAAD/fwAA/38AAAAAAAAJAAAABAAAABYPDwYfAAAAVAAAAAAAAAAAAAAAAAAAAAAAAAAAAAAAAAAAAAAAAAAAAAAAAAAAAAAAAAAAAAAAAAAAAAAAAAAAAAAAAAAAAAAAAAAAAAAAAAAAAAAAAAAAAAAAAAAAACEAAAAYAAAAFAAAABkTAAAUGQAACjcAAKInAAAQAAAAJgAAAAgAAAD/////AAAAAA=="/>
              </a:ext>
            </a:extLst>
          </p:cNvGrpSpPr>
          <p:nvPr/>
        </p:nvGrpSpPr>
        <p:grpSpPr>
          <a:xfrm>
            <a:off x="3104515" y="4076700"/>
            <a:ext cx="5842635" cy="2366010"/>
            <a:chOff x="3104515" y="4076700"/>
            <a:chExt cx="5842635" cy="2366010"/>
          </a:xfrm>
        </p:grpSpPr>
        <p:grpSp>
          <p:nvGrpSpPr>
            <p:cNvPr id="39" name="Group 6"/>
            <p:cNvGrpSpPr>
              <a:extLst>
                <a:ext uri="smNativeData">
                  <pr:smNativeData xmlns:pr="smNativeData" xmlns="smNativeData" val="SMDATA_6_VcZhaRMAAAAlAAAAAQAAAA8BAAAAkAAAAEgAAACQAAAASAAAAAAAAAAAAAAAAAAAABcAAAAUAAAAAAAAAAAAAAD/fwAA/38AAAAAAAAJAAAABAAAAMAIAAAfAAAAVAAAAAAAAAAAAAAAAAAAAAAAAAAAAAAAAAAAAAAAAAAAAAAAAAAAAAAAAAAAAAAAAAAAAAAAAAAAAAAAAAAAAAAAAAAAAAAAAAAAAAAAAAAAAAAAAAAAACEAAAAYAAAAFAAAAJUlAAAUGQAAsCkAAKobAAAAAAAAJgAAAAgAAAD/////AAAAAA=="/>
                </a:ext>
              </a:extLst>
            </p:cNvGrpSpPr>
            <p:nvPr/>
          </p:nvGrpSpPr>
          <p:grpSpPr>
            <a:xfrm>
              <a:off x="6109335" y="4076700"/>
              <a:ext cx="667385" cy="420370"/>
              <a:chOff x="6109335" y="4076700"/>
              <a:chExt cx="667385" cy="420370"/>
            </a:xfrm>
          </p:grpSpPr>
          <p:sp>
            <p:nvSpPr>
              <p:cNvPr id="41" name="Oval 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Vjb2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SUAABQZAACwKQAAqhsAAAAgAAAmAAAACAAAAP//////////"/>
                  </a:ext>
                </a:extLst>
              </p:cNvSpPr>
              <p:nvPr/>
            </p:nvSpPr>
            <p:spPr>
              <a:xfrm>
                <a:off x="6109335" y="4076700"/>
                <a:ext cx="667385" cy="420370"/>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40" name="Text Box 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GCYAABQZAACtKAAASBsAAAAgAAAmAAAACAAAAP//////////"/>
                  </a:ext>
                </a:extLst>
              </p:cNvSpPr>
              <p:nvPr/>
            </p:nvSpPr>
            <p:spPr>
              <a:xfrm>
                <a:off x="6192520" y="4076700"/>
                <a:ext cx="419735" cy="358140"/>
              </a:xfrm>
              <a:prstGeom prst="rect">
                <a:avLst/>
              </a:prstGeom>
              <a:noFill/>
              <a:ln>
                <a:noFill/>
              </a:ln>
              <a:effectLst/>
            </p:spPr>
            <p:txBody>
              <a:bodyPr vert="horz" wrap="none" lIns="91440" tIns="45720" rIns="91440" bIns="45720" numCol="1" spcCol="215900" anchor="t"/>
              <a:lstStyle/>
              <a:p>
                <a:pPr/>
                <a:r>
                  <a:rPr lang="en-us" sz="2800" b="1" cap="none"/>
                  <a:t>S</a:t>
                </a:r>
                <a:endParaRPr lang="en-us" sz="2800" b="1" cap="none"/>
              </a:p>
            </p:txBody>
          </p:sp>
        </p:grpSp>
        <p:grpSp>
          <p:nvGrpSpPr>
            <p:cNvPr id="36" name="Group 7"/>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O4yAADmHgAACjcAAH0hAAAAAAAAJgAAAAgAAAD/////AAAAAA=="/>
                </a:ext>
              </a:extLst>
            </p:cNvGrpSpPr>
            <p:nvPr/>
          </p:nvGrpSpPr>
          <p:grpSpPr>
            <a:xfrm>
              <a:off x="8279130" y="5022850"/>
              <a:ext cx="668020" cy="421005"/>
              <a:chOff x="8279130" y="5022850"/>
              <a:chExt cx="668020" cy="421005"/>
            </a:xfrm>
          </p:grpSpPr>
          <p:sp>
            <p:nvSpPr>
              <p:cNvPr id="38" name="Oval 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7jIAAOYeAAAKNwAAfSEAAAAgAAAmAAAACAAAAP//////////"/>
                  </a:ext>
                </a:extLst>
              </p:cNvSpPr>
              <p:nvPr/>
            </p:nvSpPr>
            <p:spPr>
              <a:xfrm>
                <a:off x="8279130" y="5022850"/>
                <a:ext cx="668020" cy="42100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37" name="Text Box 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TMAAOYeAABqNgAAGyEAAAAgAAAmAAAACAAAAP//////////"/>
                  </a:ext>
                </a:extLst>
              </p:cNvSpPr>
              <p:nvPr/>
            </p:nvSpPr>
            <p:spPr>
              <a:xfrm>
                <a:off x="8362315" y="5022850"/>
                <a:ext cx="483235" cy="358775"/>
              </a:xfrm>
              <a:prstGeom prst="rect">
                <a:avLst/>
              </a:prstGeom>
              <a:noFill/>
              <a:ln>
                <a:noFill/>
              </a:ln>
              <a:effectLst/>
            </p:spPr>
            <p:txBody>
              <a:bodyPr vert="horz" wrap="none" lIns="91440" tIns="45720" rIns="91440" bIns="45720" numCol="1" spcCol="215900" anchor="t"/>
              <a:lstStyle/>
              <a:p>
                <a:pPr/>
                <a:r>
                  <a:rPr lang="en-us" sz="2800" b="1" cap="none"/>
                  <a:t>C</a:t>
                </a:r>
                <a:endParaRPr lang="en-us" sz="2800" b="1" cap="none"/>
              </a:p>
            </p:txBody>
          </p:sp>
        </p:grpSp>
        <p:grpSp>
          <p:nvGrpSpPr>
            <p:cNvPr id="33" name="Group 10"/>
            <p:cNvGrpSpPr>
              <a:extLst>
                <a:ext uri="smNativeData">
                  <pr:smNativeData xmlns:pr="smNativeData" xmlns="smNativeData" val="SMDATA_6_VcZhaRMAAAAlAAAAAQAAAA8BAAAAkAAAAEgAAACQAAAASAAAAAAAAAAAAAAAAAAAABcAAAAUAAAAAAAAAAAAAAD/fwAA/38AAAAAAAAJAAAABAAAANoSAAAfAAAAVAAAAAAAAAAAAAAAAAAAAAAAAAAAAAAAAAAAAAAAAAAAAAAAAAAAAAAAAAAAAAAAAAAAAAAAAAAAAAAAAAAAAAAAAAAAAAAAAAAAAAAAAAAAAAAAAAAAACEAAAAYAAAAFAAAAB8nAADmHgAAOisAAH0hAAAAAAAAJgAAAAgAAAD/////AAAAAA=="/>
                </a:ext>
              </a:extLst>
            </p:cNvGrpSpPr>
            <p:nvPr/>
          </p:nvGrpSpPr>
          <p:grpSpPr>
            <a:xfrm>
              <a:off x="6359525" y="5022850"/>
              <a:ext cx="667385" cy="421005"/>
              <a:chOff x="6359525" y="5022850"/>
              <a:chExt cx="667385" cy="421005"/>
            </a:xfrm>
          </p:grpSpPr>
          <p:sp>
            <p:nvSpPr>
              <p:cNvPr id="35" name="Oval 11"/>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HycAAOYeAAA6KwAAfSEAAAAgAAAmAAAACAAAAP//////////"/>
                  </a:ext>
                </a:extLst>
              </p:cNvSpPr>
              <p:nvPr/>
            </p:nvSpPr>
            <p:spPr>
              <a:xfrm>
                <a:off x="6359525" y="5022850"/>
                <a:ext cx="667385" cy="42100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34" name="Text Box 12"/>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icAAOYeAAB4KgAAGyEAAAAgAAAmAAAACAAAAP//////////"/>
                  </a:ext>
                </a:extLst>
              </p:cNvSpPr>
              <p:nvPr/>
            </p:nvSpPr>
            <p:spPr>
              <a:xfrm>
                <a:off x="6442710" y="5022850"/>
                <a:ext cx="461010" cy="358775"/>
              </a:xfrm>
              <a:prstGeom prst="rect">
                <a:avLst/>
              </a:prstGeom>
              <a:noFill/>
              <a:ln>
                <a:noFill/>
              </a:ln>
              <a:effectLst/>
            </p:spPr>
            <p:txBody>
              <a:bodyPr vert="horz" wrap="none" lIns="91440" tIns="45720" rIns="91440" bIns="45720" numCol="1" spcCol="215900" anchor="t"/>
              <a:lstStyle/>
              <a:p>
                <a:pPr/>
                <a:r>
                  <a:rPr lang="en-us" sz="2800" b="1" cap="none"/>
                  <a:t>B</a:t>
                </a:r>
                <a:endParaRPr lang="en-us" sz="2800" b="1" cap="none"/>
              </a:p>
            </p:txBody>
          </p:sp>
        </p:grpSp>
        <p:grpSp>
          <p:nvGrpSpPr>
            <p:cNvPr id="30" name="Group 13"/>
            <p:cNvGrpSpPr>
              <a:extLst>
                <a:ext uri="smNativeData">
                  <pr:smNativeData xmlns:pr="smNativeData" xmlns="smNativeData" val="SMDATA_6_VcZhaRMAAAAlAAAAAQAAAA8BAAAAkAAAAEgAAACQAAAASAAAAAAAAAAAAAAAAAAAABcAAAAUAAAAAAAAAAAAAAD/fwAA/38AAAAAAAAJAAAABAAAAAMLAAAfAAAAVAAAAAAAAAAAAAAAAAAAAAAAAAAAAAAAAAAAAAAAAAAAAAAAAAAAAAAAAAAAAAAAAAAAAAAAAAAAAAAAAAAAAAAAAAAAAAAAAAAAAAAAAAAAAAAAAAAAACEAAAAYAAAAFAAAAFccAADmHgAAcyAAAH0hAAAAAAAAJgAAAAgAAAD/////AAAAAA=="/>
                </a:ext>
              </a:extLst>
            </p:cNvGrpSpPr>
            <p:nvPr/>
          </p:nvGrpSpPr>
          <p:grpSpPr>
            <a:xfrm>
              <a:off x="4606925" y="5022850"/>
              <a:ext cx="668020" cy="421005"/>
              <a:chOff x="4606925" y="5022850"/>
              <a:chExt cx="668020" cy="421005"/>
            </a:xfrm>
          </p:grpSpPr>
          <p:sp>
            <p:nvSpPr>
              <p:cNvPr id="32" name="Oval 1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VxwAAOYeAABzIAAAfSEAAAAgAAAmAAAACAAAAP//////////"/>
                  </a:ext>
                </a:extLst>
              </p:cNvSpPr>
              <p:nvPr/>
            </p:nvSpPr>
            <p:spPr>
              <a:xfrm>
                <a:off x="4606925" y="5022850"/>
                <a:ext cx="668020" cy="42100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31" name="Text Box 1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2hwAAOYeAADTHwAAGyEAAAAgAAAmAAAACAAAAP//////////"/>
                  </a:ext>
                </a:extLst>
              </p:cNvSpPr>
              <p:nvPr/>
            </p:nvSpPr>
            <p:spPr>
              <a:xfrm>
                <a:off x="4690110" y="5022850"/>
                <a:ext cx="483235" cy="358775"/>
              </a:xfrm>
              <a:prstGeom prst="rect">
                <a:avLst/>
              </a:prstGeom>
              <a:noFill/>
              <a:ln>
                <a:noFill/>
              </a:ln>
              <a:effectLst/>
            </p:spPr>
            <p:txBody>
              <a:bodyPr vert="horz" wrap="none" lIns="91440" tIns="45720" rIns="91440" bIns="45720" numCol="1" spcCol="215900" anchor="t"/>
              <a:lstStyle/>
              <a:p>
                <a:pPr/>
                <a:r>
                  <a:rPr lang="en-us" sz="2800" b="1" cap="none"/>
                  <a:t>A</a:t>
                </a:r>
                <a:endParaRPr lang="en-us" sz="2800" b="1" cap="none"/>
              </a:p>
            </p:txBody>
          </p:sp>
        </p:grpSp>
        <p:grpSp>
          <p:nvGrpSpPr>
            <p:cNvPr id="27" name="Group 16"/>
            <p:cNvGrpSpPr>
              <a:extLst>
                <a:ext uri="smNativeData">
                  <pr:smNativeData xmlns:pr="smNativeData" xmlns="smNativeData" val="SMDATA_6_VcZhaRMAAAAlAAAAAQAAAA8BAAAAkAAAAEgAAACQAAAASAAAAAAAAAAAAAAAAAAAABcAAAAUAAAAAAAAAAAAAAD/fwAA/38AAAAAAAAJAAAABAAAACB05AMfAAAAVAAAAAAAAAAAAAAAAAAAAAAAAAAAAAAAAAAAAAAAAAAAAAAAAAAAAAAAAAAAAAAAAAAAAAAAAAAAAAAAAAAAAAAAAAAAAAAAAAAAAAAAAAAAAAAAAAAAACEAAAAYAAAAFAAAABkTAAC5JAAANRcAAE8nAAAAAAAAJgAAAAgAAAD/////AAAAAA=="/>
                </a:ext>
              </a:extLst>
            </p:cNvGrpSpPr>
            <p:nvPr/>
          </p:nvGrpSpPr>
          <p:grpSpPr>
            <a:xfrm>
              <a:off x="3104515" y="5969635"/>
              <a:ext cx="668020" cy="420370"/>
              <a:chOff x="3104515" y="5969635"/>
              <a:chExt cx="668020" cy="420370"/>
            </a:xfrm>
          </p:grpSpPr>
          <p:sp>
            <p:nvSpPr>
              <p:cNvPr id="29" name="Oval 1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QS8M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GRMAALkkAAA1FwAATycAAAAgAAAmAAAACAAAAP//////////"/>
                  </a:ext>
                </a:extLst>
              </p:cNvSpPr>
              <p:nvPr/>
            </p:nvSpPr>
            <p:spPr>
              <a:xfrm>
                <a:off x="3104515" y="5969635"/>
                <a:ext cx="668020" cy="420370"/>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28" name="Text Box 18"/>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fVxL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BMAALkkAACVFgAA7SYAAAAgAAAmAAAACAAAAP//////////"/>
                  </a:ext>
                </a:extLst>
              </p:cNvSpPr>
              <p:nvPr/>
            </p:nvSpPr>
            <p:spPr>
              <a:xfrm>
                <a:off x="3187700" y="5969635"/>
                <a:ext cx="483235" cy="358140"/>
              </a:xfrm>
              <a:prstGeom prst="rect">
                <a:avLst/>
              </a:prstGeom>
              <a:noFill/>
              <a:ln>
                <a:noFill/>
              </a:ln>
              <a:effectLst/>
            </p:spPr>
            <p:txBody>
              <a:bodyPr vert="horz" wrap="none" lIns="91440" tIns="45720" rIns="91440" bIns="45720" numCol="1" spcCol="215900" anchor="t"/>
              <a:lstStyle/>
              <a:p>
                <a:pPr/>
                <a:r>
                  <a:rPr lang="en-us" sz="2800" b="1" cap="none"/>
                  <a:t>D</a:t>
                </a:r>
                <a:endParaRPr lang="en-us" sz="2800" b="1" cap="none"/>
              </a:p>
            </p:txBody>
          </p:sp>
        </p:grpSp>
        <p:grpSp>
          <p:nvGrpSpPr>
            <p:cNvPr id="24" name="Group 19"/>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B8nAAAMJQAAOisAAKInAAAAAAAAJgAAAAgAAAD/////AAAAAA=="/>
                </a:ext>
              </a:extLst>
            </p:cNvGrpSpPr>
            <p:nvPr/>
          </p:nvGrpSpPr>
          <p:grpSpPr>
            <a:xfrm>
              <a:off x="6359525" y="6022340"/>
              <a:ext cx="667385" cy="420370"/>
              <a:chOff x="6359525" y="6022340"/>
              <a:chExt cx="667385" cy="420370"/>
            </a:xfrm>
          </p:grpSpPr>
          <p:sp>
            <p:nvSpPr>
              <p:cNvPr id="26" name="Oval 20"/>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QS8M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HycAAAwlAAA6KwAAoicAAAAgAAAmAAAACAAAAP//////////"/>
                  </a:ext>
                </a:extLst>
              </p:cNvSpPr>
              <p:nvPr/>
            </p:nvSpPr>
            <p:spPr>
              <a:xfrm>
                <a:off x="6359525" y="6022340"/>
                <a:ext cx="667385" cy="420370"/>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25" name="Text Box 2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QS8M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icAAAwlAAC8KgAAQCcAAAAgAAAmAAAACAAAAP//////////"/>
                  </a:ext>
                </a:extLst>
              </p:cNvSpPr>
              <p:nvPr/>
            </p:nvSpPr>
            <p:spPr>
              <a:xfrm>
                <a:off x="6442710" y="6022340"/>
                <a:ext cx="504190" cy="358140"/>
              </a:xfrm>
              <a:prstGeom prst="rect">
                <a:avLst/>
              </a:prstGeom>
              <a:noFill/>
              <a:ln>
                <a:noFill/>
              </a:ln>
              <a:effectLst/>
            </p:spPr>
            <p:txBody>
              <a:bodyPr vert="horz" wrap="none" lIns="91440" tIns="45720" rIns="91440" bIns="45720" numCol="1" spcCol="215900" anchor="t"/>
              <a:lstStyle/>
              <a:p>
                <a:pPr/>
                <a:r>
                  <a:rPr lang="en-us" sz="2800" b="1" cap="none"/>
                  <a:t>G</a:t>
                </a:r>
                <a:endParaRPr lang="en-us" sz="2800" b="1" cap="none"/>
              </a:p>
            </p:txBody>
          </p:sp>
        </p:grpSp>
        <p:grpSp>
          <p:nvGrpSpPr>
            <p:cNvPr id="21" name="Group 22"/>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NocAAC5JAAA9iAAAE8nAAAAAAAAJgAAAAgAAAD/////AAAAAA=="/>
                </a:ext>
              </a:extLst>
            </p:cNvGrpSpPr>
            <p:nvPr/>
          </p:nvGrpSpPr>
          <p:grpSpPr>
            <a:xfrm>
              <a:off x="4690110" y="5969635"/>
              <a:ext cx="668020" cy="420370"/>
              <a:chOff x="4690110" y="5969635"/>
              <a:chExt cx="668020" cy="420370"/>
            </a:xfrm>
          </p:grpSpPr>
          <p:sp>
            <p:nvSpPr>
              <p:cNvPr id="23" name="Oval 23"/>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T2HZ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2hwAALkkAAD2IAAATycAAAAgAAAmAAAACAAAAP//////////"/>
                  </a:ext>
                </a:extLst>
              </p:cNvSpPr>
              <p:nvPr/>
            </p:nvSpPr>
            <p:spPr>
              <a:xfrm>
                <a:off x="4690110" y="5969635"/>
                <a:ext cx="668020" cy="420370"/>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22" name="Text Box 2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R0AALkkAAA0IAAA7SYAAAAgAAAmAAAACAAAAP//////////"/>
                  </a:ext>
                </a:extLst>
              </p:cNvSpPr>
              <p:nvPr/>
            </p:nvSpPr>
            <p:spPr>
              <a:xfrm>
                <a:off x="4773295" y="5969635"/>
                <a:ext cx="461645" cy="358140"/>
              </a:xfrm>
              <a:prstGeom prst="rect">
                <a:avLst/>
              </a:prstGeom>
              <a:noFill/>
              <a:ln>
                <a:noFill/>
              </a:ln>
              <a:effectLst/>
            </p:spPr>
            <p:txBody>
              <a:bodyPr vert="horz" wrap="none" lIns="91440" tIns="45720" rIns="91440" bIns="45720" numCol="1" spcCol="215900" anchor="t"/>
              <a:lstStyle/>
              <a:p>
                <a:pPr/>
                <a:r>
                  <a:rPr lang="en-us" sz="2800" b="1" cap="none"/>
                  <a:t>E</a:t>
                </a:r>
                <a:endParaRPr lang="en-us" sz="2800" b="1" cap="none"/>
              </a:p>
            </p:txBody>
          </p:sp>
        </p:grpSp>
        <p:sp>
          <p:nvSpPr>
            <p:cNvPr id="20" name="Line 25"/>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T2HZ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7x8AAFgbAACVJQAA5h4AAAAgAAAmAAAACAAAAP//////////"/>
                </a:ext>
              </a:extLst>
            </p:cNvSpPr>
            <p:nvPr/>
          </p:nvSpPr>
          <p:spPr>
            <a:xfrm flipH="1">
              <a:off x="5191125" y="4445000"/>
              <a:ext cx="918210" cy="57785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9" name="Line 26"/>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h4AANAhAABmHgAAuSQAAAAgAAAmAAAACAAAAP//////////"/>
                </a:ext>
              </a:extLst>
            </p:cNvSpPr>
            <p:nvPr/>
          </p:nvSpPr>
          <p:spPr>
            <a:xfrm flipH="1">
              <a:off x="4941570" y="5496560"/>
              <a:ext cx="0" cy="47307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8" name="Line 27"/>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9iAAAH0hAACjJwAAuSQAAAAgAAAmAAAACAAAAP//////////"/>
                </a:ext>
              </a:extLst>
            </p:cNvSpPr>
            <p:nvPr/>
          </p:nvSpPr>
          <p:spPr>
            <a:xfrm>
              <a:off x="5358130" y="5443855"/>
              <a:ext cx="1085215" cy="52578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7" name="Line 28"/>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ycAAP0bAACqKAAA5h4AAAAgAAAmAAAACAAAAP//////////"/>
                </a:ext>
              </a:extLst>
            </p:cNvSpPr>
            <p:nvPr/>
          </p:nvSpPr>
          <p:spPr>
            <a:xfrm>
              <a:off x="6443345" y="4549775"/>
              <a:ext cx="167005" cy="47307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6" name="Line 29"/>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SkAAAUbAADuMgAA5h4AAAAgAAAmAAAACAAAAP//////////"/>
                </a:ext>
              </a:extLst>
            </p:cNvSpPr>
            <p:nvPr/>
          </p:nvSpPr>
          <p:spPr>
            <a:xfrm>
              <a:off x="6693535" y="4392295"/>
              <a:ext cx="1585595" cy="63055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5" name="Line 31"/>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SkAACIiAAAtKQAADCUAAAAgAAAmAAAACAAAAP//////////"/>
                </a:ext>
              </a:extLst>
            </p:cNvSpPr>
            <p:nvPr/>
          </p:nvSpPr>
          <p:spPr>
            <a:xfrm flipH="1">
              <a:off x="6693535" y="5548630"/>
              <a:ext cx="0" cy="47371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4" name="Line 32"/>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vSsAAH0hAADuMgAAXiUAAAAgAAAmAAAACAAAAP//////////"/>
                </a:ext>
              </a:extLst>
            </p:cNvSpPr>
            <p:nvPr/>
          </p:nvSpPr>
          <p:spPr>
            <a:xfrm flipH="1">
              <a:off x="7110095" y="5443855"/>
              <a:ext cx="1169035" cy="63055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3" name="Line 33"/>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RYAACohAABXHAAAuSQAAAAgAAAmAAAACAAAAP//////////"/>
                </a:ext>
              </a:extLst>
            </p:cNvSpPr>
            <p:nvPr/>
          </p:nvSpPr>
          <p:spPr>
            <a:xfrm flipH="1">
              <a:off x="3688715" y="5391150"/>
              <a:ext cx="918210" cy="57848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2" name="Text Box 3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9iAAAHMbAABnIwAApx0AAAAgAAAmAAAACAAAAP//////////"/>
                </a:ext>
              </a:extLst>
            </p:cNvSpPr>
            <p:nvPr/>
          </p:nvSpPr>
          <p:spPr>
            <a:xfrm>
              <a:off x="5358130" y="4462145"/>
              <a:ext cx="396875" cy="35814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3</a:t>
              </a:r>
              <a:endParaRPr lang="en-us" sz="2800" b="1" cap="none">
                <a:solidFill>
                  <a:srgbClr val="FF0000"/>
                </a:solidFill>
              </a:endParaRPr>
            </a:p>
          </p:txBody>
        </p:sp>
        <p:sp>
          <p:nvSpPr>
            <p:cNvPr id="11" name="Text Box 3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ygAAMYbAACWKgAA+h0AAAAgAAAmAAAACAAAAP//////////"/>
                </a:ext>
              </a:extLst>
            </p:cNvSpPr>
            <p:nvPr/>
          </p:nvSpPr>
          <p:spPr>
            <a:xfrm>
              <a:off x="6527165" y="4514850"/>
              <a:ext cx="395605" cy="35814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1</a:t>
              </a:r>
              <a:endParaRPr lang="en-us" sz="2800" b="1" cap="none">
                <a:solidFill>
                  <a:srgbClr val="FF0000"/>
                </a:solidFill>
              </a:endParaRPr>
            </a:p>
          </p:txBody>
        </p:sp>
        <p:sp>
          <p:nvSpPr>
            <p:cNvPr id="10" name="Text Box 3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C0AACAbAAA9MAAAVR0AAAAgAAAmAAAACAAAAP//////////"/>
                </a:ext>
              </a:extLst>
            </p:cNvSpPr>
            <p:nvPr/>
          </p:nvSpPr>
          <p:spPr>
            <a:xfrm>
              <a:off x="7444740" y="4409440"/>
              <a:ext cx="396875" cy="35877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8</a:t>
              </a:r>
              <a:endParaRPr lang="en-us" sz="2800" b="1" cap="none">
                <a:solidFill>
                  <a:srgbClr val="FF0000"/>
                </a:solidFill>
              </a:endParaRPr>
            </a:p>
          </p:txBody>
        </p:sp>
        <p:sp>
          <p:nvSpPr>
            <p:cNvPr id="9" name="Text Box 37"/>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w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CMAAPMgAACnJgAAJyMAAAAgAAAmAAAACAAAAP//////////"/>
                </a:ext>
              </a:extLst>
            </p:cNvSpPr>
            <p:nvPr/>
          </p:nvSpPr>
          <p:spPr>
            <a:xfrm>
              <a:off x="5692140" y="5356225"/>
              <a:ext cx="591185" cy="35814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15</a:t>
              </a:r>
              <a:endParaRPr lang="en-us" sz="2800" b="1" cap="none">
                <a:solidFill>
                  <a:srgbClr val="FF0000"/>
                </a:solidFill>
              </a:endParaRPr>
            </a:p>
          </p:txBody>
        </p:sp>
        <p:sp>
          <p:nvSpPr>
            <p:cNvPr id="8" name="Text Box 38"/>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MBw4A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CkAAOshAABTLQAAICQAAAAgAAAmAAAACAAAAP//////////"/>
                </a:ext>
              </a:extLst>
            </p:cNvSpPr>
            <p:nvPr/>
          </p:nvSpPr>
          <p:spPr>
            <a:xfrm>
              <a:off x="6776720" y="5513705"/>
              <a:ext cx="591185" cy="35877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20</a:t>
              </a:r>
              <a:endParaRPr lang="en-us" sz="2800" b="1" cap="none">
                <a:solidFill>
                  <a:srgbClr val="FF0000"/>
                </a:solidFill>
              </a:endParaRPr>
            </a:p>
          </p:txBody>
        </p:sp>
        <p:sp>
          <p:nvSpPr>
            <p:cNvPr id="7" name="Text Box 3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2S8AAJEiAABKMgAAxSQAAAAgAAAmAAAACAAAAP//////////"/>
                </a:ext>
              </a:extLst>
            </p:cNvSpPr>
            <p:nvPr/>
          </p:nvSpPr>
          <p:spPr>
            <a:xfrm>
              <a:off x="7778115" y="5619115"/>
              <a:ext cx="396875" cy="35814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5</a:t>
              </a:r>
              <a:endParaRPr lang="en-us" sz="2800" b="1" cap="none">
                <a:solidFill>
                  <a:srgbClr val="FF0000"/>
                </a:solidFill>
              </a:endParaRPr>
            </a:p>
          </p:txBody>
        </p:sp>
        <p:sp>
          <p:nvSpPr>
            <p:cNvPr id="6" name="Text Box 40"/>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xgAAIQgAACsGgAAuSIAAAAgAAAmAAAACAAAAP//////////"/>
                </a:ext>
              </a:extLst>
            </p:cNvSpPr>
            <p:nvPr/>
          </p:nvSpPr>
          <p:spPr>
            <a:xfrm>
              <a:off x="3938905" y="5285740"/>
              <a:ext cx="396875" cy="35877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3</a:t>
              </a:r>
              <a:endParaRPr lang="en-us" sz="2800" b="1" cap="none">
                <a:solidFill>
                  <a:srgbClr val="FF0000"/>
                </a:solidFill>
              </a:endParaRPr>
            </a:p>
          </p:txBody>
        </p:sp>
        <p:sp>
          <p:nvSpPr>
            <p:cNvPr id="5" name="Text Box 4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BsAAOshAADBHQAAICQAAAAgAAAmAAAACAAAAP//////////"/>
                </a:ext>
              </a:extLst>
            </p:cNvSpPr>
            <p:nvPr/>
          </p:nvSpPr>
          <p:spPr>
            <a:xfrm>
              <a:off x="4439920" y="5513705"/>
              <a:ext cx="396875" cy="35877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7</a:t>
              </a:r>
              <a:endParaRPr lang="en-us" sz="2800" b="1" cap="none">
                <a:solidFill>
                  <a:srgbClr val="FF0000"/>
                </a:solidFill>
              </a:endParaRPr>
            </a:p>
          </p:txBody>
        </p:sp>
      </p:grpSp>
    </p:spTree>
  </p:cSld>
  <p:clrMapOvr>
    <a:masterClrMapping/>
  </p:clrMapOvr>
  <p:timing>
    <p:tnLst>
      <p:par>
        <p:cTn id="1" dur="indefinite" restart="never" nodeType="tmRoot"/>
      </p:par>
    </p:tnLst>
  </p:timing>
</p:sld>
</file>

<file path=ppt/slides/slide3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XYCb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NACAAABJwAAJwcAABAAAAAmAAAACAAAAAEAAAAAAAAA"/>
              </a:ext>
            </a:extLst>
          </p:cNvSpPr>
          <p:nvPr>
            <p:ph type="title"/>
          </p:nvPr>
        </p:nvSpPr>
        <p:spPr>
          <a:xfrm>
            <a:off x="685800" y="457200"/>
            <a:ext cx="5654675" cy="705485"/>
          </a:xfrm>
        </p:spPr>
        <p:txBody>
          <a:bodyPr/>
          <a:lstStyle/>
          <a:p>
            <a:pPr algn="ctr"/>
            <a:r>
              <a:rPr lang="en-us" sz="3200" cap="none"/>
              <a:t>Depth-First Search </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8L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MgKAADYNgAAYCcAABAAAAAmAAAACAAAAAEgAAAAAAAA"/>
              </a:ext>
            </a:extLst>
          </p:cNvSpPr>
          <p:nvPr>
            <p:ph type="body" idx="1"/>
          </p:nvPr>
        </p:nvSpPr>
        <p:spPr>
          <a:xfrm>
            <a:off x="685800" y="1752600"/>
            <a:ext cx="8229600" cy="4648200"/>
          </a:xfrm>
        </p:spPr>
        <p:txBody>
          <a:bodyPr vert="horz" wrap="square" lIns="0" tIns="0" rIns="0" bIns="0" numCol="1" spcCol="215900" anchor="t">
            <a:prstTxWarp prst="textNoShape">
              <a:avLst/>
            </a:prstTxWarp>
          </a:bodyPr>
          <a:lstStyle/>
          <a:p>
            <a:pPr marL="522605" indent="-522605" defTabSz="914400">
              <a:buNone/>
              <a:tabLst>
                <a:tab pos="914400" algn="l"/>
                <a:tab pos="1828800" algn="l"/>
                <a:tab pos="3657600" algn="l"/>
              </a:tabLst>
            </a:pPr>
            <a:r>
              <a:rPr lang="en-us" b="1" cap="none"/>
              <a:t>		Expanded node  	Nodes list</a:t>
            </a:r>
            <a:endParaRPr lang="en-us" cap="none"/>
          </a:p>
          <a:p>
            <a:pPr marL="522605" indent="-522605" defTabSz="914400">
              <a:buNone/>
              <a:tabLst>
                <a:tab pos="914400" algn="l"/>
                <a:tab pos="1828800" algn="l"/>
                <a:tab pos="3657600" algn="l"/>
              </a:tabLst>
            </a:pPr>
            <a:r>
              <a:rPr lang="en-us" cap="none"/>
              <a:t>				{ S</a:t>
            </a:r>
            <a:r>
              <a:rPr lang="en-us" cap="none" baseline="30000"/>
              <a:t>0</a:t>
            </a:r>
            <a:r>
              <a:rPr lang="en-us" cap="none"/>
              <a:t> }</a:t>
            </a:r>
            <a:endParaRPr lang="en-us" cap="none"/>
          </a:p>
          <a:p>
            <a:pPr marL="522605" indent="-522605" defTabSz="914400">
              <a:buNone/>
              <a:tabLst>
                <a:tab pos="914400" algn="l"/>
                <a:tab pos="1828800" algn="l"/>
                <a:tab pos="3657600" algn="l"/>
              </a:tabLst>
            </a:pPr>
            <a:r>
              <a:rPr lang="en-us" cap="none"/>
              <a:t>			S</a:t>
            </a:r>
            <a:r>
              <a:rPr lang="en-us" cap="none" baseline="30000"/>
              <a:t>0</a:t>
            </a:r>
            <a:r>
              <a:rPr lang="en-us" cap="none"/>
              <a:t>	{ A</a:t>
            </a:r>
            <a:r>
              <a:rPr lang="en-us" cap="none" baseline="30000"/>
              <a:t>3</a:t>
            </a:r>
            <a:r>
              <a:rPr lang="en-us" cap="none"/>
              <a:t> B</a:t>
            </a:r>
            <a:r>
              <a:rPr lang="en-us" cap="none" baseline="30000"/>
              <a:t>1</a:t>
            </a:r>
            <a:r>
              <a:rPr lang="en-us" cap="none"/>
              <a:t> C</a:t>
            </a:r>
            <a:r>
              <a:rPr lang="en-us" cap="none" baseline="30000"/>
              <a:t>8</a:t>
            </a:r>
            <a:r>
              <a:rPr lang="en-us" cap="none"/>
              <a:t> }</a:t>
            </a:r>
            <a:endParaRPr lang="en-us" cap="none"/>
          </a:p>
          <a:p>
            <a:pPr marL="522605" indent="-522605" defTabSz="914400">
              <a:buNone/>
              <a:tabLst>
                <a:tab pos="914400" algn="l"/>
                <a:tab pos="1828800" algn="l"/>
                <a:tab pos="3657600" algn="l"/>
              </a:tabLst>
            </a:pPr>
            <a:r>
              <a:rPr lang="en-us" cap="none"/>
              <a:t>			A</a:t>
            </a:r>
            <a:r>
              <a:rPr lang="en-us" cap="none" baseline="30000"/>
              <a:t>3</a:t>
            </a:r>
            <a:r>
              <a:rPr lang="en-us" cap="none"/>
              <a:t>	{ D</a:t>
            </a:r>
            <a:r>
              <a:rPr lang="en-us" cap="none" baseline="30000"/>
              <a:t>6</a:t>
            </a:r>
            <a:r>
              <a:rPr lang="en-us" cap="none"/>
              <a:t> E</a:t>
            </a:r>
            <a:r>
              <a:rPr lang="en-us" cap="none" baseline="30000"/>
              <a:t>10</a:t>
            </a:r>
            <a:r>
              <a:rPr lang="en-us" cap="none"/>
              <a:t> G</a:t>
            </a:r>
            <a:r>
              <a:rPr lang="en-us" cap="none" baseline="30000"/>
              <a:t>18</a:t>
            </a:r>
            <a:r>
              <a:rPr lang="en-us" cap="none"/>
              <a:t> B</a:t>
            </a:r>
            <a:r>
              <a:rPr lang="en-us" cap="none" baseline="30000"/>
              <a:t>1</a:t>
            </a:r>
            <a:r>
              <a:rPr lang="en-us" cap="none"/>
              <a:t> C</a:t>
            </a:r>
            <a:r>
              <a:rPr lang="en-us" cap="none" baseline="30000"/>
              <a:t>8 </a:t>
            </a:r>
            <a:r>
              <a:rPr lang="en-us" cap="none"/>
              <a:t>}    </a:t>
            </a:r>
            <a:endParaRPr lang="en-us" cap="none"/>
          </a:p>
          <a:p>
            <a:pPr marL="522605" indent="-522605" defTabSz="914400">
              <a:buNone/>
              <a:tabLst>
                <a:tab pos="914400" algn="l"/>
                <a:tab pos="1828800" algn="l"/>
                <a:tab pos="3657600" algn="l"/>
              </a:tabLst>
            </a:pPr>
            <a:r>
              <a:rPr lang="en-us" cap="none"/>
              <a:t>			D</a:t>
            </a:r>
            <a:r>
              <a:rPr lang="en-us" cap="none" baseline="30000"/>
              <a:t>6</a:t>
            </a:r>
            <a:r>
              <a:rPr lang="en-us" cap="none"/>
              <a:t>	{ E</a:t>
            </a:r>
            <a:r>
              <a:rPr lang="en-us" cap="none" baseline="30000"/>
              <a:t>10</a:t>
            </a:r>
            <a:r>
              <a:rPr lang="en-us" cap="none"/>
              <a:t> G</a:t>
            </a:r>
            <a:r>
              <a:rPr lang="en-us" cap="none" baseline="30000"/>
              <a:t>18</a:t>
            </a:r>
            <a:r>
              <a:rPr lang="en-us" cap="none"/>
              <a:t> B</a:t>
            </a:r>
            <a:r>
              <a:rPr lang="en-us" cap="none" baseline="30000"/>
              <a:t>1</a:t>
            </a:r>
            <a:r>
              <a:rPr lang="en-us" cap="none"/>
              <a:t> C</a:t>
            </a:r>
            <a:r>
              <a:rPr lang="en-us" cap="none" baseline="30000"/>
              <a:t>8</a:t>
            </a:r>
            <a:r>
              <a:rPr lang="en-us" cap="none"/>
              <a:t> }</a:t>
            </a:r>
            <a:endParaRPr lang="en-us" cap="none"/>
          </a:p>
          <a:p>
            <a:pPr marL="522605" indent="-522605" defTabSz="914400">
              <a:buNone/>
              <a:tabLst>
                <a:tab pos="914400" algn="l"/>
                <a:tab pos="1828800" algn="l"/>
                <a:tab pos="3657600" algn="l"/>
              </a:tabLst>
            </a:pPr>
            <a:r>
              <a:rPr lang="en-us" cap="none"/>
              <a:t>			E</a:t>
            </a:r>
            <a:r>
              <a:rPr lang="en-us" cap="none" baseline="30000"/>
              <a:t>10</a:t>
            </a:r>
            <a:r>
              <a:rPr lang="en-us" cap="none"/>
              <a:t>	{ G</a:t>
            </a:r>
            <a:r>
              <a:rPr lang="en-us" cap="none" baseline="30000"/>
              <a:t>18</a:t>
            </a:r>
            <a:r>
              <a:rPr lang="en-us" cap="none"/>
              <a:t> B</a:t>
            </a:r>
            <a:r>
              <a:rPr lang="en-us" cap="none" baseline="30000"/>
              <a:t>1</a:t>
            </a:r>
            <a:r>
              <a:rPr lang="en-us" cap="none"/>
              <a:t> C</a:t>
            </a:r>
            <a:r>
              <a:rPr lang="en-us" cap="none" baseline="30000"/>
              <a:t>8</a:t>
            </a:r>
            <a:r>
              <a:rPr lang="en-us" cap="none"/>
              <a:t> }               </a:t>
            </a:r>
            <a:endParaRPr lang="en-us" cap="none"/>
          </a:p>
          <a:p>
            <a:pPr marL="522605" indent="-522605" defTabSz="914400">
              <a:buNone/>
              <a:tabLst>
                <a:tab pos="914400" algn="l"/>
                <a:tab pos="1828800" algn="l"/>
                <a:tab pos="3657600" algn="l"/>
              </a:tabLst>
            </a:pPr>
            <a:r>
              <a:rPr lang="en-us" cap="none"/>
              <a:t>			G</a:t>
            </a:r>
            <a:r>
              <a:rPr lang="en-us" cap="none" baseline="30000"/>
              <a:t>18</a:t>
            </a:r>
            <a:r>
              <a:rPr lang="en-us" cap="none"/>
              <a:t>	{ B</a:t>
            </a:r>
            <a:r>
              <a:rPr lang="en-us" cap="none" baseline="30000"/>
              <a:t>1</a:t>
            </a:r>
            <a:r>
              <a:rPr lang="en-us" cap="none"/>
              <a:t> C</a:t>
            </a:r>
            <a:r>
              <a:rPr lang="en-us" cap="none" baseline="30000"/>
              <a:t>8</a:t>
            </a:r>
            <a:r>
              <a:rPr lang="en-us" cap="none"/>
              <a:t> } </a:t>
            </a:r>
            <a:endParaRPr lang="en-us" cap="none"/>
          </a:p>
          <a:p>
            <a:pPr marL="522605" indent="-522605" defTabSz="914400">
              <a:buNone/>
              <a:tabLst>
                <a:tab pos="914400" algn="l"/>
                <a:tab pos="1828800" algn="l"/>
                <a:tab pos="3657600" algn="l"/>
              </a:tabLst>
            </a:pPr>
            <a:endParaRPr lang="en-us" cap="none"/>
          </a:p>
          <a:p>
            <a:pPr marL="522605" indent="-522605" defTabSz="914400">
              <a:buNone/>
              <a:tabLst>
                <a:tab pos="914400" algn="l"/>
                <a:tab pos="1828800" algn="l"/>
                <a:tab pos="3657600" algn="l"/>
              </a:tabLst>
            </a:pPr>
            <a:r>
              <a:rPr lang="en-us" cap="none"/>
              <a:t>Solution path found is S A G, cost 18</a:t>
            </a:r>
            <a:endParaRPr lang="en-us" cap="none"/>
          </a:p>
          <a:p>
            <a:pPr marL="522605" indent="-522605" defTabSz="914400">
              <a:buNone/>
              <a:tabLst>
                <a:tab pos="914400" algn="l"/>
                <a:tab pos="1828800" algn="l"/>
                <a:tab pos="3657600" algn="l"/>
              </a:tabLst>
            </a:pPr>
          </a:p>
          <a:p>
            <a:pPr marL="522605" indent="-522605" defTabSz="914400">
              <a:buNone/>
              <a:tabLst>
                <a:tab pos="914400" algn="l"/>
                <a:tab pos="1828800" algn="l"/>
                <a:tab pos="3657600" algn="l"/>
              </a:tabLst>
            </a:pPr>
            <a:r>
              <a:rPr lang="en-us" cap="none"/>
              <a:t>Number of nodes expanded </a:t>
            </a:r>
            <a:endParaRPr lang="en-us" cap="none"/>
          </a:p>
          <a:p>
            <a:pPr marL="522605" indent="-522605" defTabSz="914400">
              <a:buNone/>
              <a:tabLst>
                <a:tab pos="914400" algn="l"/>
                <a:tab pos="1828800" algn="l"/>
                <a:tab pos="3657600" algn="l"/>
              </a:tabLst>
            </a:pPr>
            <a:r>
              <a:rPr lang="en-us" cap="none"/>
              <a:t>(including goal node) = 5</a:t>
            </a:r>
            <a:endParaRPr lang="en-us" cap="none"/>
          </a:p>
        </p:txBody>
      </p:sp>
      <p:grpSp>
        <p:nvGrpSpPr>
          <p:cNvPr id="4" name="Group1"/>
          <p:cNvGrpSpPr>
            <a:extLst>
              <a:ext uri="smNativeData">
                <pr:smNativeData xmlns:pr="smNativeData" xmlns="smNativeData" val="SMDATA_6_VcZhaRMAAAAlAAAAAQAAAA8BAAAAkAAAAEgAAACQAAAASAAAAAAAAAAAAAAAAAAAABcAAAAUAAAAAAAAAAAAAAD/fwAA/38AAAAAAAAJAAAABAAAACQzMhYfAAAAVAAAAAAAAAAAAAAAAAAAAAAAAAAAAAAAAAAAAAAAAAAAAAAAAAAAAAAAAAAAAAAAAAAAAAAAAAAAAAAAAAAAAAAAAAAAAAAAAAAAAAAAAAAAAAAAAAAAACEAAAAYAAAAFAAAAE8TAABAGQAARjcAAB4oAAAQAAAAJgAAAAgAAAD/////AAAAAA=="/>
              </a:ext>
            </a:extLst>
          </p:cNvGrpSpPr>
          <p:nvPr/>
        </p:nvGrpSpPr>
        <p:grpSpPr>
          <a:xfrm>
            <a:off x="3138805" y="4104640"/>
            <a:ext cx="5846445" cy="2416810"/>
            <a:chOff x="3138805" y="4104640"/>
            <a:chExt cx="5846445" cy="2416810"/>
          </a:xfrm>
        </p:grpSpPr>
        <p:grpSp>
          <p:nvGrpSpPr>
            <p:cNvPr id="39" name="Group 6"/>
            <p:cNvGrpSpPr>
              <a:extLst>
                <a:ext uri="smNativeData">
                  <pr:smNativeData xmlns:pr="smNativeData" xmlns="smNativeData" val="SMDATA_6_VcZhaRMAAAAlAAAAAQAAAA8BAAAAkAAAAEgAAACQAAAASAAAAAAAAAAAAAAAAAAAABcAAAAUAAAAAAAAAAAAAAD/fwAA/38AAAAAAAAJAAAABAAAAAI6AAAfAAAAVAAAAAAAAAAAAAAAAAAAAAAAAAAAAAAAAAAAAAAAAAAAAAAAAAAAAAAAAAAAAAAAAAAAAAAAAAAAAAAAAAAAAAAAAAAAAAAAAAAAAAAAAAAAAAAAAAAAACEAAAAYAAAAFAAAAM4lAABAGQAA6ikAAOQbAAAAAAAAJgAAAAgAAAD/////AAAAAA=="/>
                </a:ext>
              </a:extLst>
            </p:cNvGrpSpPr>
            <p:nvPr/>
          </p:nvGrpSpPr>
          <p:grpSpPr>
            <a:xfrm>
              <a:off x="6145530" y="4104640"/>
              <a:ext cx="668020" cy="429260"/>
              <a:chOff x="6145530" y="4104640"/>
              <a:chExt cx="668020" cy="429260"/>
            </a:xfrm>
          </p:grpSpPr>
          <p:sp>
            <p:nvSpPr>
              <p:cNvPr id="41" name="Oval 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iUAAEAZAADqKQAA5BsAAAAgAAAmAAAACAAAAP//////////"/>
                  </a:ext>
                </a:extLst>
              </p:cNvSpPr>
              <p:nvPr/>
            </p:nvSpPr>
            <p:spPr>
              <a:xfrm>
                <a:off x="6145530" y="4104640"/>
                <a:ext cx="668020" cy="429260"/>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40" name="Text Box 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iYAAEAZAADnKAAAgBsAAAAgAAAmAAAACAAAAP//////////"/>
                  </a:ext>
                </a:extLst>
              </p:cNvSpPr>
              <p:nvPr/>
            </p:nvSpPr>
            <p:spPr>
              <a:xfrm>
                <a:off x="6229350" y="4104640"/>
                <a:ext cx="419735" cy="365760"/>
              </a:xfrm>
              <a:prstGeom prst="rect">
                <a:avLst/>
              </a:prstGeom>
              <a:noFill/>
              <a:ln>
                <a:noFill/>
              </a:ln>
              <a:effectLst/>
            </p:spPr>
            <p:txBody>
              <a:bodyPr vert="horz" wrap="none" lIns="91440" tIns="45720" rIns="91440" bIns="45720" numCol="1" spcCol="215900" anchor="t"/>
              <a:lstStyle/>
              <a:p>
                <a:pPr/>
                <a:r>
                  <a:rPr lang="en-us" sz="2800" b="1" cap="none"/>
                  <a:t>S</a:t>
                </a:r>
                <a:endParaRPr lang="en-us" sz="2800" b="1" cap="none"/>
              </a:p>
            </p:txBody>
          </p:sp>
        </p:grpSp>
        <p:grpSp>
          <p:nvGrpSpPr>
            <p:cNvPr id="36" name="Group 7"/>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CozAAAyHwAARjcAANchAAAAAAAAJgAAAAgAAAD/////AAAAAA=="/>
                </a:ext>
              </a:extLst>
            </p:cNvGrpSpPr>
            <p:nvPr/>
          </p:nvGrpSpPr>
          <p:grpSpPr>
            <a:xfrm>
              <a:off x="8317230" y="5071110"/>
              <a:ext cx="668020" cy="429895"/>
              <a:chOff x="8317230" y="5071110"/>
              <a:chExt cx="668020" cy="429895"/>
            </a:xfrm>
          </p:grpSpPr>
          <p:sp>
            <p:nvSpPr>
              <p:cNvPr id="38" name="Oval 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KjMAADIfAABGNwAA1yEAAAAgAAAmAAAACAAAAP//////////"/>
                  </a:ext>
                </a:extLst>
              </p:cNvSpPr>
              <p:nvPr/>
            </p:nvSpPr>
            <p:spPr>
              <a:xfrm>
                <a:off x="8317230" y="5071110"/>
                <a:ext cx="668020" cy="42989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37" name="Text Box 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jMAADIfAACnNgAAcyEAAAAgAAAmAAAACAAAAP//////////"/>
                  </a:ext>
                </a:extLst>
              </p:cNvSpPr>
              <p:nvPr/>
            </p:nvSpPr>
            <p:spPr>
              <a:xfrm>
                <a:off x="8401050" y="5071110"/>
                <a:ext cx="483235" cy="366395"/>
              </a:xfrm>
              <a:prstGeom prst="rect">
                <a:avLst/>
              </a:prstGeom>
              <a:noFill/>
              <a:ln>
                <a:noFill/>
              </a:ln>
              <a:effectLst/>
            </p:spPr>
            <p:txBody>
              <a:bodyPr vert="horz" wrap="none" lIns="91440" tIns="45720" rIns="91440" bIns="45720" numCol="1" spcCol="215900" anchor="t"/>
              <a:lstStyle/>
              <a:p>
                <a:pPr/>
                <a:r>
                  <a:rPr lang="en-us" sz="2800" b="1" cap="none"/>
                  <a:t>C</a:t>
                </a:r>
                <a:endParaRPr lang="en-us" sz="2800" b="1" cap="none"/>
              </a:p>
            </p:txBody>
          </p:sp>
        </p:grpSp>
        <p:grpSp>
          <p:nvGrpSpPr>
            <p:cNvPr id="33" name="Group 10"/>
            <p:cNvGrpSpPr>
              <a:extLst>
                <a:ext uri="smNativeData">
                  <pr:smNativeData xmlns:pr="smNativeData" xmlns="smNativeData" val="SMDATA_6_VcZhaRMAAAAlAAAAAQAAAA8BAAAAkAAAAEgAAACQAAAASAAAAAAAAAAAAAAAAAAAABcAAAAUAAAAAAAAAAAAAAD/fwAA/38AAAAAAAAJAAAABAAAAAUUAAAfAAAAVAAAAAAAAAAAAAAAAAAAAAAAAAAAAAAAAAAAAAAAAAAAAAAAAAAAAAAAAAAAAAAAAAAAAAAAAAAAAAAAAAAAAAAAAAAAAAAAAAAAAAAAAAAAAAAAAAAAACEAAAAYAAAAFAAAAFgnAAAyHwAAdCsAANchAAAAAAAAJgAAAAgAAAD/////AAAAAA=="/>
                </a:ext>
              </a:extLst>
            </p:cNvGrpSpPr>
            <p:nvPr/>
          </p:nvGrpSpPr>
          <p:grpSpPr>
            <a:xfrm>
              <a:off x="6395720" y="5071110"/>
              <a:ext cx="668020" cy="429895"/>
              <a:chOff x="6395720" y="5071110"/>
              <a:chExt cx="668020" cy="429895"/>
            </a:xfrm>
          </p:grpSpPr>
          <p:sp>
            <p:nvSpPr>
              <p:cNvPr id="35" name="Oval 11"/>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CcAADIfAAB0KwAA1yEAAAAgAAAmAAAACAAAAP//////////"/>
                  </a:ext>
                </a:extLst>
              </p:cNvSpPr>
              <p:nvPr/>
            </p:nvSpPr>
            <p:spPr>
              <a:xfrm>
                <a:off x="6395720" y="5071110"/>
                <a:ext cx="668020" cy="42989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34" name="Text Box 12"/>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3CcAADIfAACyKgAAcyEAAAAgAAAmAAAACAAAAP//////////"/>
                  </a:ext>
                </a:extLst>
              </p:cNvSpPr>
              <p:nvPr/>
            </p:nvSpPr>
            <p:spPr>
              <a:xfrm>
                <a:off x="6479540" y="5071110"/>
                <a:ext cx="461010" cy="366395"/>
              </a:xfrm>
              <a:prstGeom prst="rect">
                <a:avLst/>
              </a:prstGeom>
              <a:noFill/>
              <a:ln>
                <a:noFill/>
              </a:ln>
              <a:effectLst/>
            </p:spPr>
            <p:txBody>
              <a:bodyPr vert="horz" wrap="none" lIns="91440" tIns="45720" rIns="91440" bIns="45720" numCol="1" spcCol="215900" anchor="t"/>
              <a:lstStyle/>
              <a:p>
                <a:pPr/>
                <a:r>
                  <a:rPr lang="en-us" sz="2800" b="1" cap="none"/>
                  <a:t>B</a:t>
                </a:r>
                <a:endParaRPr lang="en-us" sz="2800" b="1" cap="none"/>
              </a:p>
            </p:txBody>
          </p:sp>
        </p:grpSp>
        <p:grpSp>
          <p:nvGrpSpPr>
            <p:cNvPr id="30" name="Group 13"/>
            <p:cNvGrpSpPr>
              <a:extLst>
                <a:ext uri="smNativeData">
                  <pr:smNativeData xmlns:pr="smNativeData" xmlns="smNativeData" val="SMDATA_6_VcZhaRMAAAAlAAAAAQAAAA8BAAAAkAAAAEgAAACQAAAASAAAAAAAAAAAAAAAAAAAABcAAAAUAAAAAAAAAAAAAAD/fwAA/38AAAAAAAAJAAAABAAAABQwAAAfAAAAVAAAAAAAAAAAAAAAAAAAAAAAAAAAAAAAAAAAAAAAAAAAAAAAAAAAAAAAAAAAAAAAAAAAAAAAAAAAAAAAAAAAAAAAAAAAAAAAAAAAAAAAAAAAAAAAAAAAACEAAAAYAAAAFAAAAI8cAAAyHwAAqyAAANchAAAAAAAAJgAAAAgAAAD/////AAAAAA=="/>
                </a:ext>
              </a:extLst>
            </p:cNvGrpSpPr>
            <p:nvPr/>
          </p:nvGrpSpPr>
          <p:grpSpPr>
            <a:xfrm>
              <a:off x="4642485" y="5071110"/>
              <a:ext cx="668020" cy="429895"/>
              <a:chOff x="4642485" y="5071110"/>
              <a:chExt cx="668020" cy="429895"/>
            </a:xfrm>
          </p:grpSpPr>
          <p:sp>
            <p:nvSpPr>
              <p:cNvPr id="32" name="Oval 1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xwAADIfAACrIAAA1yEAAAAgAAAmAAAACAAAAP//////////"/>
                  </a:ext>
                </a:extLst>
              </p:cNvSpPr>
              <p:nvPr/>
            </p:nvSpPr>
            <p:spPr>
              <a:xfrm>
                <a:off x="4642485" y="5071110"/>
                <a:ext cx="668020" cy="42989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31" name="Text Box 1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Ex0AADIfAAAMIAAAcyEAAAAgAAAmAAAACAAAAP//////////"/>
                  </a:ext>
                </a:extLst>
              </p:cNvSpPr>
              <p:nvPr/>
            </p:nvSpPr>
            <p:spPr>
              <a:xfrm>
                <a:off x="4726305" y="5071110"/>
                <a:ext cx="483235" cy="366395"/>
              </a:xfrm>
              <a:prstGeom prst="rect">
                <a:avLst/>
              </a:prstGeom>
              <a:noFill/>
              <a:ln>
                <a:noFill/>
              </a:ln>
              <a:effectLst/>
            </p:spPr>
            <p:txBody>
              <a:bodyPr vert="horz" wrap="none" lIns="91440" tIns="45720" rIns="91440" bIns="45720" numCol="1" spcCol="215900" anchor="t"/>
              <a:lstStyle/>
              <a:p>
                <a:pPr/>
                <a:r>
                  <a:rPr lang="en-us" sz="2800" b="1" cap="none"/>
                  <a:t>A</a:t>
                </a:r>
                <a:endParaRPr lang="en-us" sz="2800" b="1" cap="none"/>
              </a:p>
            </p:txBody>
          </p:sp>
        </p:grpSp>
        <p:grpSp>
          <p:nvGrpSpPr>
            <p:cNvPr id="27" name="Group 16"/>
            <p:cNvGrpSpPr>
              <a:extLst>
                <a:ext uri="smNativeData">
                  <pr:smNativeData xmlns:pr="smNativeData" xmlns="smNativeData" val="SMDATA_6_VcZhaRMAAAAlAAAAAQAAAA8BAAAAkAAAAEgAAACQAAAASAAAAAAAAAAAAAAAAAAAABcAAAAUAAAAAAAAAAAAAAD/fwAA/38AAAAAAAAJAAAABAAAAIC0QAEfAAAAVAAAAAAAAAAAAAAAAAAAAAAAAAAAAAAAAAAAAAAAAAAAAAAAAAAAAAAAAAAAAAAAAAAAAAAAAAAAAAAAAAAAAAAAAAAAAAAAAAAAAAAAAAAAAAAAAAAAACEAAAAYAAAAFAAAAE8TAAAlJQAAaxcAAMknAAAAAAAAJgAAAAgAAAD/////AAAAAA=="/>
                </a:ext>
              </a:extLst>
            </p:cNvGrpSpPr>
            <p:nvPr/>
          </p:nvGrpSpPr>
          <p:grpSpPr>
            <a:xfrm>
              <a:off x="3138805" y="6038215"/>
              <a:ext cx="668020" cy="429260"/>
              <a:chOff x="3138805" y="6038215"/>
              <a:chExt cx="668020" cy="429260"/>
            </a:xfrm>
          </p:grpSpPr>
          <p:sp>
            <p:nvSpPr>
              <p:cNvPr id="29" name="Oval 1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TxMAACUlAABrFwAAyScAAAAgAAAmAAAACAAAAP//////////"/>
                  </a:ext>
                </a:extLst>
              </p:cNvSpPr>
              <p:nvPr/>
            </p:nvSpPr>
            <p:spPr>
              <a:xfrm>
                <a:off x="3138805" y="6038215"/>
                <a:ext cx="668020" cy="429260"/>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28" name="Text Box 18"/>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0xMAACUlAADMFgAAZScAAAAgAAAmAAAACAAAAP//////////"/>
                  </a:ext>
                </a:extLst>
              </p:cNvSpPr>
              <p:nvPr/>
            </p:nvSpPr>
            <p:spPr>
              <a:xfrm>
                <a:off x="3222625" y="6038215"/>
                <a:ext cx="483235" cy="365760"/>
              </a:xfrm>
              <a:prstGeom prst="rect">
                <a:avLst/>
              </a:prstGeom>
              <a:noFill/>
              <a:ln>
                <a:noFill/>
              </a:ln>
              <a:effectLst/>
            </p:spPr>
            <p:txBody>
              <a:bodyPr vert="horz" wrap="none" lIns="91440" tIns="45720" rIns="91440" bIns="45720" numCol="1" spcCol="215900" anchor="t"/>
              <a:lstStyle/>
              <a:p>
                <a:pPr/>
                <a:r>
                  <a:rPr lang="en-us" sz="2800" b="1" cap="none"/>
                  <a:t>D</a:t>
                </a:r>
                <a:endParaRPr lang="en-us" sz="2800" b="1" cap="none"/>
              </a:p>
            </p:txBody>
          </p:sp>
        </p:grpSp>
        <p:grpSp>
          <p:nvGrpSpPr>
            <p:cNvPr id="24" name="Group 19"/>
            <p:cNvGrpSpPr>
              <a:extLst>
                <a:ext uri="smNativeData">
                  <pr:smNativeData xmlns:pr="smNativeData" xmlns="smNativeData" val="SMDATA_6_VcZhaRMAAAAlAAAAAQAAAA8BAAAAkAAAAEgAAACQAAAASAAAAAAAAAAAAAAAAAAAABcAAAAUAAAAAAAAAAAAAAD/fwAA/38AAAAAAAAJAAAABAAAAG0TAAAfAAAAVAAAAAAAAAAAAAAAAAAAAAAAAAAAAAAAAAAAAAAAAAAAAAAAAAAAAAAAAAAAAAAAAAAAAAAAAAAAAAAAAAAAAAAAAAAAAAAAAAAAAAAAAAAAAAAAAAAAACEAAAAYAAAAFAAAAFgnAAB6JQAAdCsAAB4oAAAAAAAAJgAAAAgAAAD/////AAAAAA=="/>
                </a:ext>
              </a:extLst>
            </p:cNvGrpSpPr>
            <p:nvPr/>
          </p:nvGrpSpPr>
          <p:grpSpPr>
            <a:xfrm>
              <a:off x="6395720" y="6092190"/>
              <a:ext cx="668020" cy="429260"/>
              <a:chOff x="6395720" y="6092190"/>
              <a:chExt cx="668020" cy="429260"/>
            </a:xfrm>
          </p:grpSpPr>
          <p:sp>
            <p:nvSpPr>
              <p:cNvPr id="26" name="Oval 20"/>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Q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CcAAHolAAB0KwAAHigAAAAgAAAmAAAACAAAAP//////////"/>
                  </a:ext>
                </a:extLst>
              </p:cNvSpPr>
              <p:nvPr/>
            </p:nvSpPr>
            <p:spPr>
              <a:xfrm>
                <a:off x="6395720" y="6092190"/>
                <a:ext cx="668020" cy="429260"/>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25" name="Text Box 2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w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3CcAAHolAAD1KgAAuicAAAAgAAAmAAAACAAAAP//////////"/>
                  </a:ext>
                </a:extLst>
              </p:cNvSpPr>
              <p:nvPr/>
            </p:nvSpPr>
            <p:spPr>
              <a:xfrm>
                <a:off x="6479540" y="6092190"/>
                <a:ext cx="503555" cy="365760"/>
              </a:xfrm>
              <a:prstGeom prst="rect">
                <a:avLst/>
              </a:prstGeom>
              <a:noFill/>
              <a:ln>
                <a:noFill/>
              </a:ln>
              <a:effectLst/>
            </p:spPr>
            <p:txBody>
              <a:bodyPr vert="horz" wrap="none" lIns="91440" tIns="45720" rIns="91440" bIns="45720" numCol="1" spcCol="215900" anchor="t"/>
              <a:lstStyle/>
              <a:p>
                <a:pPr/>
                <a:r>
                  <a:rPr lang="en-us" sz="2800" b="1" cap="none"/>
                  <a:t>G</a:t>
                </a:r>
                <a:endParaRPr lang="en-us" sz="2800" b="1" cap="none"/>
              </a:p>
            </p:txBody>
          </p:sp>
        </p:grpSp>
        <p:grpSp>
          <p:nvGrpSpPr>
            <p:cNvPr id="21" name="Group 22"/>
            <p:cNvGrpSpPr>
              <a:extLst>
                <a:ext uri="smNativeData">
                  <pr:smNativeData xmlns:pr="smNativeData" xmlns="smNativeData" val="SMDATA_6_VcZhaRMAAAAlAAAAAQAAAA8BAAAAkAAAAEgAAACQAAAASAAAAAAAAAAAAAAAAAAAABcAAAAUAAAAAAAAAAAAAAD/fwAA/38AAAAAAAAJAAAABAAAAGDNIAMfAAAAVAAAAAAAAAAAAAAAAAAAAAAAAAAAAAAAAAAAAAAAAAAAAAAAAAAAAAAAAAAAAAAAAAAAAAAAAAAAAAAAAAAAAAAAAAAAAAAAAAAAAAAAAAAAAAAAAAAAACEAAAAYAAAAFAAAABIdAAAlJQAALiEAAMknAAAAAAAAJgAAAAgAAAD/////AAAAAA=="/>
                </a:ext>
              </a:extLst>
            </p:cNvGrpSpPr>
            <p:nvPr/>
          </p:nvGrpSpPr>
          <p:grpSpPr>
            <a:xfrm>
              <a:off x="4725670" y="6038215"/>
              <a:ext cx="668020" cy="429260"/>
              <a:chOff x="4725670" y="6038215"/>
              <a:chExt cx="668020" cy="429260"/>
            </a:xfrm>
          </p:grpSpPr>
          <p:sp>
            <p:nvSpPr>
              <p:cNvPr id="23" name="Oval 23"/>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QS8M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Eh0AACUlAAAuIQAAyScAAAAgAAAmAAAACAAAAP//////////"/>
                  </a:ext>
                </a:extLst>
              </p:cNvSpPr>
              <p:nvPr/>
            </p:nvSpPr>
            <p:spPr>
              <a:xfrm>
                <a:off x="4725670" y="6038215"/>
                <a:ext cx="668020" cy="429260"/>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22" name="Text Box 2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QS8M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h0AACUlAABsIAAAZScAAAAgAAAmAAAACAAAAP//////////"/>
                  </a:ext>
                </a:extLst>
              </p:cNvSpPr>
              <p:nvPr/>
            </p:nvSpPr>
            <p:spPr>
              <a:xfrm>
                <a:off x="4809490" y="6038215"/>
                <a:ext cx="461010" cy="365760"/>
              </a:xfrm>
              <a:prstGeom prst="rect">
                <a:avLst/>
              </a:prstGeom>
              <a:noFill/>
              <a:ln>
                <a:noFill/>
              </a:ln>
              <a:effectLst/>
            </p:spPr>
            <p:txBody>
              <a:bodyPr vert="horz" wrap="none" lIns="91440" tIns="45720" rIns="91440" bIns="45720" numCol="1" spcCol="215900" anchor="t"/>
              <a:lstStyle/>
              <a:p>
                <a:pPr/>
                <a:r>
                  <a:rPr lang="en-us" sz="2800" b="1" cap="none"/>
                  <a:t>E</a:t>
                </a:r>
                <a:endParaRPr lang="en-us" sz="2800" b="1" cap="none"/>
              </a:p>
            </p:txBody>
          </p:sp>
        </p:grpSp>
        <p:sp>
          <p:nvSpPr>
            <p:cNvPr id="20" name="Line 25"/>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fVxL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yAAAJAbAADOJQAAMh8AAAAgAAAmAAAACAAAAP//////////"/>
                </a:ext>
              </a:extLst>
            </p:cNvSpPr>
            <p:nvPr/>
          </p:nvSpPr>
          <p:spPr>
            <a:xfrm flipH="1">
              <a:off x="5226685" y="4480560"/>
              <a:ext cx="918845" cy="59055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9" name="Line 26"/>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QS8M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B4AACwiAACcHgAAJSUAAAAgAAAmAAAACAAAAP//////////"/>
                </a:ext>
              </a:extLst>
            </p:cNvSpPr>
            <p:nvPr/>
          </p:nvSpPr>
          <p:spPr>
            <a:xfrm flipH="1">
              <a:off x="4975860" y="5554980"/>
              <a:ext cx="0" cy="48323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8" name="Line 27"/>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QS8M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iEAANchAADdJwAAJSUAAAAgAAAmAAAACAAAAP//////////"/>
                </a:ext>
              </a:extLst>
            </p:cNvSpPr>
            <p:nvPr/>
          </p:nvSpPr>
          <p:spPr>
            <a:xfrm>
              <a:off x="5393690" y="5501005"/>
              <a:ext cx="1086485" cy="53721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7" name="Line 28"/>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T2HZ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3ScAADkcAADjKAAAMh8AAAAgAAAmAAAACAAAAP//////////"/>
                </a:ext>
              </a:extLst>
            </p:cNvSpPr>
            <p:nvPr/>
          </p:nvSpPr>
          <p:spPr>
            <a:xfrm>
              <a:off x="6480175" y="4587875"/>
              <a:ext cx="166370" cy="48323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6" name="Line 29"/>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ykAADsbAAAqMwAAMh8AAAAgAAAmAAAACAAAAP//////////"/>
                </a:ext>
              </a:extLst>
            </p:cNvSpPr>
            <p:nvPr/>
          </p:nvSpPr>
          <p:spPr>
            <a:xfrm>
              <a:off x="6730365" y="4426585"/>
              <a:ext cx="1586865" cy="64452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5" name="Line 31"/>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T2HZ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ykAAIEiAABnKQAAeiUAAAAgAAAmAAAACAAAAP//////////"/>
                </a:ext>
              </a:extLst>
            </p:cNvSpPr>
            <p:nvPr/>
          </p:nvSpPr>
          <p:spPr>
            <a:xfrm flipH="1">
              <a:off x="6730365" y="5608955"/>
              <a:ext cx="0" cy="48323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4" name="Line 32"/>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sAANchAAAqMwAAziUAAAAgAAAmAAAACAAAAP//////////"/>
                </a:ext>
              </a:extLst>
            </p:cNvSpPr>
            <p:nvPr/>
          </p:nvSpPr>
          <p:spPr>
            <a:xfrm flipH="1">
              <a:off x="7148195" y="5501005"/>
              <a:ext cx="1169035" cy="64452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3" name="Line 33"/>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6RYAAIMhAACPHAAAJSUAAAAgAAAmAAAACAAAAP//////////"/>
                </a:ext>
              </a:extLst>
            </p:cNvSpPr>
            <p:nvPr/>
          </p:nvSpPr>
          <p:spPr>
            <a:xfrm flipH="1">
              <a:off x="3724275" y="5447665"/>
              <a:ext cx="918210" cy="59055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2" name="Text Box 3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iEAAK0bAACeIwAA7B0AAAAgAAAmAAAACAAAAP//////////"/>
                </a:ext>
              </a:extLst>
            </p:cNvSpPr>
            <p:nvPr/>
          </p:nvSpPr>
          <p:spPr>
            <a:xfrm>
              <a:off x="5393690" y="4498975"/>
              <a:ext cx="396240" cy="36512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3</a:t>
              </a:r>
              <a:endParaRPr lang="en-us" sz="2800" b="1" cap="none">
                <a:solidFill>
                  <a:srgbClr val="FF0000"/>
                </a:solidFill>
              </a:endParaRPr>
            </a:p>
          </p:txBody>
        </p:sp>
        <p:sp>
          <p:nvSpPr>
            <p:cNvPr id="11" name="Text Box 3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ygAAAEcAADQKgAAQh4AAAAgAAAmAAAACAAAAP//////////"/>
                </a:ext>
              </a:extLst>
            </p:cNvSpPr>
            <p:nvPr/>
          </p:nvSpPr>
          <p:spPr>
            <a:xfrm>
              <a:off x="6562725" y="4552315"/>
              <a:ext cx="396875" cy="36639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1</a:t>
              </a:r>
              <a:endParaRPr lang="en-us" sz="2800" b="1" cap="none">
                <a:solidFill>
                  <a:srgbClr val="FF0000"/>
                </a:solidFill>
              </a:endParaRPr>
            </a:p>
          </p:txBody>
        </p:sp>
        <p:sp>
          <p:nvSpPr>
            <p:cNvPr id="10" name="Text Box 3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i4AAFgbAAB2MAAAmB0AAAAgAAAmAAAACAAAAP//////////"/>
                </a:ext>
              </a:extLst>
            </p:cNvSpPr>
            <p:nvPr/>
          </p:nvSpPr>
          <p:spPr>
            <a:xfrm>
              <a:off x="7481570" y="4445000"/>
              <a:ext cx="396240" cy="36576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8</a:t>
              </a:r>
              <a:endParaRPr lang="en-us" sz="2800" b="1" cap="none">
                <a:solidFill>
                  <a:srgbClr val="FF0000"/>
                </a:solidFill>
              </a:endParaRPr>
            </a:p>
          </p:txBody>
        </p:sp>
        <p:sp>
          <p:nvSpPr>
            <p:cNvPr id="9" name="Text Box 37"/>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PSMAAEohAADfJgAAiiMAAAAgAAAmAAAACAAAAP//////////"/>
                </a:ext>
              </a:extLst>
            </p:cNvSpPr>
            <p:nvPr/>
          </p:nvSpPr>
          <p:spPr>
            <a:xfrm>
              <a:off x="5728335" y="5411470"/>
              <a:ext cx="590550" cy="36576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15</a:t>
              </a:r>
              <a:endParaRPr lang="en-us" sz="2800" b="1" cap="none">
                <a:solidFill>
                  <a:srgbClr val="FF0000"/>
                </a:solidFill>
              </a:endParaRPr>
            </a:p>
          </p:txBody>
        </p:sp>
        <p:sp>
          <p:nvSpPr>
            <p:cNvPr id="8" name="Text Box 38"/>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6ikAAEgiAACOLQAAiCQAAAAgAAAmAAAACAAAAP//////////"/>
                </a:ext>
              </a:extLst>
            </p:cNvSpPr>
            <p:nvPr/>
          </p:nvSpPr>
          <p:spPr>
            <a:xfrm>
              <a:off x="6813550" y="5572760"/>
              <a:ext cx="591820" cy="36576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20</a:t>
              </a:r>
              <a:endParaRPr lang="en-us" sz="2800" b="1" cap="none">
                <a:solidFill>
                  <a:srgbClr val="FF0000"/>
                </a:solidFill>
              </a:endParaRPr>
            </a:p>
          </p:txBody>
        </p:sp>
        <p:sp>
          <p:nvSpPr>
            <p:cNvPr id="7" name="Text Box 3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FTAAAPEiAACFMgAAMiUAAAAgAAAmAAAACAAAAP//////////"/>
                </a:ext>
              </a:extLst>
            </p:cNvSpPr>
            <p:nvPr/>
          </p:nvSpPr>
          <p:spPr>
            <a:xfrm>
              <a:off x="7816215" y="5680075"/>
              <a:ext cx="396240" cy="36639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5</a:t>
              </a:r>
              <a:endParaRPr lang="en-us" sz="2800" b="1" cap="none">
                <a:solidFill>
                  <a:srgbClr val="FF0000"/>
                </a:solidFill>
              </a:endParaRPr>
            </a:p>
          </p:txBody>
        </p:sp>
        <p:sp>
          <p:nvSpPr>
            <p:cNvPr id="6" name="Text Box 40"/>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hgAANkgAADiGgAAGiMAAAAgAAAmAAAACAAAAP//////////"/>
                </a:ext>
              </a:extLst>
            </p:cNvSpPr>
            <p:nvPr/>
          </p:nvSpPr>
          <p:spPr>
            <a:xfrm>
              <a:off x="3973830" y="5339715"/>
              <a:ext cx="396240" cy="36639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3</a:t>
              </a:r>
              <a:endParaRPr lang="en-us" sz="2800" b="1" cap="none">
                <a:solidFill>
                  <a:srgbClr val="FF0000"/>
                </a:solidFill>
              </a:endParaRPr>
            </a:p>
          </p:txBody>
        </p:sp>
        <p:sp>
          <p:nvSpPr>
            <p:cNvPr id="5" name="Text Box 4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uf4W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hxsAAEgiAAD4HQAAiCQAAAAgAAAmAAAACAAAAP//////////"/>
                </a:ext>
              </a:extLst>
            </p:cNvSpPr>
            <p:nvPr/>
          </p:nvSpPr>
          <p:spPr>
            <a:xfrm>
              <a:off x="4474845" y="5572760"/>
              <a:ext cx="396875" cy="36576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7</a:t>
              </a:r>
              <a:endParaRPr lang="en-us" sz="2800" b="1" cap="none">
                <a:solidFill>
                  <a:srgbClr val="FF0000"/>
                </a:solidFill>
              </a:endParaRPr>
            </a:p>
          </p:txBody>
        </p:sp>
      </p:grpSp>
    </p:spTree>
  </p:cSld>
  <p:clrMapOvr>
    <a:masterClrMapping/>
  </p:clrMapOvr>
  <p:timing>
    <p:tnLst>
      <p:par>
        <p:cTn id="1" dur="indefinite" restart="never" nodeType="tmRoot"/>
      </p:par>
    </p:tnLst>
  </p:timing>
</p:sld>
</file>

<file path=ppt/slides/slide4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OABAAA5KAAAJwcAABAAAAAmAAAACAAAAAEAAAAAAAAA"/>
              </a:ext>
            </a:extLst>
          </p:cNvSpPr>
          <p:nvPr>
            <p:ph type="title"/>
          </p:nvPr>
        </p:nvSpPr>
        <p:spPr>
          <a:xfrm>
            <a:off x="685800" y="304800"/>
            <a:ext cx="5852795" cy="857885"/>
          </a:xfrm>
        </p:spPr>
        <p:txBody>
          <a:bodyPr/>
          <a:lstStyle/>
          <a:p>
            <a:pPr algn="ctr"/>
            <a:r>
              <a:rPr lang="en-us" sz="3200" cap="none"/>
              <a:t>Uniform-Cost Search </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DwTV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4AEAAJwKAABCNQAAUCgAABAAAAAmAAAACAAAAAEgAAAAAAAA"/>
              </a:ext>
            </a:extLst>
          </p:cNvSpPr>
          <p:nvPr>
            <p:ph type="body" idx="1"/>
          </p:nvPr>
        </p:nvSpPr>
        <p:spPr>
          <a:xfrm>
            <a:off x="304800" y="1724660"/>
            <a:ext cx="8352790" cy="4828540"/>
          </a:xfrm>
        </p:spPr>
        <p:txBody>
          <a:bodyPr vert="horz" wrap="square" lIns="0" tIns="0" rIns="0" bIns="0" numCol="1" spcCol="215900" anchor="t">
            <a:prstTxWarp prst="textNoShape">
              <a:avLst/>
            </a:prstTxWarp>
          </a:bodyPr>
          <a:lstStyle/>
          <a:p>
            <a:pPr defTabSz="914400">
              <a:buNone/>
              <a:tabLst>
                <a:tab pos="914400" algn="l"/>
                <a:tab pos="1828800" algn="l"/>
                <a:tab pos="3657600" algn="l"/>
              </a:tabLst>
            </a:pPr>
            <a:r>
              <a:rPr lang="en-us" b="1" cap="none"/>
              <a:t>		Expanded node  	Nodes list</a:t>
            </a:r>
            <a:endParaRPr lang="en-us" cap="none"/>
          </a:p>
          <a:p>
            <a:pPr defTabSz="914400">
              <a:buNone/>
              <a:tabLst>
                <a:tab pos="914400" algn="l"/>
                <a:tab pos="1828800" algn="l"/>
                <a:tab pos="3657600" algn="l"/>
              </a:tabLst>
            </a:pPr>
            <a:r>
              <a:rPr lang="en-us" cap="none"/>
              <a:t>				{ S</a:t>
            </a:r>
            <a:r>
              <a:rPr lang="en-us" cap="none" baseline="30000"/>
              <a:t>0</a:t>
            </a:r>
            <a:r>
              <a:rPr lang="en-us" cap="none"/>
              <a:t> }</a:t>
            </a:r>
            <a:endParaRPr lang="en-us" cap="none"/>
          </a:p>
          <a:p>
            <a:pPr defTabSz="914400">
              <a:buNone/>
              <a:tabLst>
                <a:tab pos="914400" algn="l"/>
                <a:tab pos="1828800" algn="l"/>
                <a:tab pos="3657600" algn="l"/>
              </a:tabLst>
            </a:pPr>
            <a:r>
              <a:rPr lang="en-us" cap="none"/>
              <a:t>			S</a:t>
            </a:r>
            <a:r>
              <a:rPr lang="en-us" cap="none" baseline="30000"/>
              <a:t>0</a:t>
            </a:r>
            <a:r>
              <a:rPr lang="en-us" cap="none"/>
              <a:t>	{ B</a:t>
            </a:r>
            <a:r>
              <a:rPr lang="en-us" cap="none" baseline="30000"/>
              <a:t>1</a:t>
            </a:r>
            <a:r>
              <a:rPr lang="en-us" cap="none"/>
              <a:t> A</a:t>
            </a:r>
            <a:r>
              <a:rPr lang="en-us" cap="none" baseline="30000"/>
              <a:t>3</a:t>
            </a:r>
            <a:r>
              <a:rPr lang="en-us" cap="none"/>
              <a:t> C</a:t>
            </a:r>
            <a:r>
              <a:rPr lang="en-us" cap="none" baseline="30000"/>
              <a:t>8</a:t>
            </a:r>
            <a:r>
              <a:rPr lang="en-us" cap="none"/>
              <a:t> }</a:t>
            </a:r>
            <a:endParaRPr lang="en-us" cap="none"/>
          </a:p>
          <a:p>
            <a:pPr defTabSz="914400">
              <a:buNone/>
              <a:tabLst>
                <a:tab pos="914400" algn="l"/>
                <a:tab pos="1828800" algn="l"/>
                <a:tab pos="3657600" algn="l"/>
              </a:tabLst>
            </a:pPr>
            <a:r>
              <a:rPr lang="en-us" cap="none"/>
              <a:t>			B</a:t>
            </a:r>
            <a:r>
              <a:rPr lang="en-us" cap="none" baseline="30000"/>
              <a:t>1</a:t>
            </a:r>
            <a:r>
              <a:rPr lang="en-us" cap="none"/>
              <a:t>	{ A</a:t>
            </a:r>
            <a:r>
              <a:rPr lang="en-us" cap="none" baseline="30000"/>
              <a:t>3</a:t>
            </a:r>
            <a:r>
              <a:rPr lang="en-us" cap="none"/>
              <a:t> C</a:t>
            </a:r>
            <a:r>
              <a:rPr lang="en-us" cap="none" baseline="30000"/>
              <a:t>8</a:t>
            </a:r>
            <a:r>
              <a:rPr lang="en-us" cap="none"/>
              <a:t> G</a:t>
            </a:r>
            <a:r>
              <a:rPr lang="en-us" cap="none" baseline="30000"/>
              <a:t>21</a:t>
            </a:r>
            <a:r>
              <a:rPr lang="en-us" cap="none"/>
              <a:t> }</a:t>
            </a:r>
            <a:endParaRPr lang="en-us" cap="none"/>
          </a:p>
          <a:p>
            <a:pPr defTabSz="914400">
              <a:buNone/>
              <a:tabLst>
                <a:tab pos="914400" algn="l"/>
                <a:tab pos="1828800" algn="l"/>
                <a:tab pos="3657600" algn="l"/>
              </a:tabLst>
            </a:pPr>
            <a:r>
              <a:rPr lang="en-us" cap="none"/>
              <a:t>			A</a:t>
            </a:r>
            <a:r>
              <a:rPr lang="en-us" cap="none" baseline="30000"/>
              <a:t>3</a:t>
            </a:r>
            <a:r>
              <a:rPr lang="en-us" cap="none"/>
              <a:t>	{ D</a:t>
            </a:r>
            <a:r>
              <a:rPr lang="en-us" cap="none" baseline="30000"/>
              <a:t>6</a:t>
            </a:r>
            <a:r>
              <a:rPr lang="en-us" cap="none"/>
              <a:t> C</a:t>
            </a:r>
            <a:r>
              <a:rPr lang="en-us" cap="none" baseline="30000"/>
              <a:t>8</a:t>
            </a:r>
            <a:r>
              <a:rPr lang="en-us" cap="none"/>
              <a:t> E</a:t>
            </a:r>
            <a:r>
              <a:rPr lang="en-us" cap="none" baseline="30000"/>
              <a:t>10</a:t>
            </a:r>
            <a:r>
              <a:rPr lang="en-us" cap="none"/>
              <a:t> G</a:t>
            </a:r>
            <a:r>
              <a:rPr lang="en-us" cap="none" baseline="30000"/>
              <a:t>18</a:t>
            </a:r>
            <a:r>
              <a:rPr lang="en-us" cap="none"/>
              <a:t> G</a:t>
            </a:r>
            <a:r>
              <a:rPr lang="en-us" cap="none" baseline="30000"/>
              <a:t>21</a:t>
            </a:r>
            <a:r>
              <a:rPr lang="en-us" cap="none"/>
              <a:t> }	</a:t>
            </a:r>
            <a:endParaRPr lang="en-us" cap="none"/>
          </a:p>
          <a:p>
            <a:pPr defTabSz="914400">
              <a:buNone/>
              <a:tabLst>
                <a:tab pos="914400" algn="l"/>
                <a:tab pos="1828800" algn="l"/>
                <a:tab pos="3657600" algn="l"/>
              </a:tabLst>
            </a:pPr>
            <a:r>
              <a:rPr lang="en-us" cap="none"/>
              <a:t>			D</a:t>
            </a:r>
            <a:r>
              <a:rPr lang="en-us" cap="none" baseline="30000"/>
              <a:t>6</a:t>
            </a:r>
            <a:r>
              <a:rPr lang="en-us" cap="none"/>
              <a:t>	{ C</a:t>
            </a:r>
            <a:r>
              <a:rPr lang="en-us" cap="none" baseline="30000"/>
              <a:t>8</a:t>
            </a:r>
            <a:r>
              <a:rPr lang="en-us" cap="none"/>
              <a:t> E</a:t>
            </a:r>
            <a:r>
              <a:rPr lang="en-us" cap="none" baseline="30000"/>
              <a:t>10</a:t>
            </a:r>
            <a:r>
              <a:rPr lang="en-us" cap="none"/>
              <a:t> G</a:t>
            </a:r>
            <a:r>
              <a:rPr lang="en-us" cap="none" baseline="30000"/>
              <a:t>18</a:t>
            </a:r>
            <a:r>
              <a:rPr lang="en-us" cap="none"/>
              <a:t> G</a:t>
            </a:r>
            <a:r>
              <a:rPr lang="en-us" cap="none" baseline="30000"/>
              <a:t>1</a:t>
            </a:r>
            <a:r>
              <a:rPr lang="en-us" cap="none"/>
              <a:t> }</a:t>
            </a:r>
            <a:endParaRPr lang="en-us" cap="none"/>
          </a:p>
          <a:p>
            <a:pPr defTabSz="914400">
              <a:buNone/>
              <a:tabLst>
                <a:tab pos="914400" algn="l"/>
                <a:tab pos="1828800" algn="l"/>
                <a:tab pos="3657600" algn="l"/>
              </a:tabLst>
            </a:pPr>
            <a:r>
              <a:rPr lang="en-us" cap="none"/>
              <a:t>			C</a:t>
            </a:r>
            <a:r>
              <a:rPr lang="en-us" cap="none" baseline="30000"/>
              <a:t>8</a:t>
            </a:r>
            <a:r>
              <a:rPr lang="en-us" cap="none"/>
              <a:t>	{ E</a:t>
            </a:r>
            <a:r>
              <a:rPr lang="en-us" cap="none" baseline="30000"/>
              <a:t>10</a:t>
            </a:r>
            <a:r>
              <a:rPr lang="en-us" cap="none"/>
              <a:t> G</a:t>
            </a:r>
            <a:r>
              <a:rPr lang="en-us" cap="none" baseline="30000"/>
              <a:t>13</a:t>
            </a:r>
            <a:r>
              <a:rPr lang="en-us" cap="none"/>
              <a:t> G</a:t>
            </a:r>
            <a:r>
              <a:rPr lang="en-us" cap="none" baseline="30000"/>
              <a:t>18</a:t>
            </a:r>
            <a:r>
              <a:rPr lang="en-us" cap="none"/>
              <a:t> G</a:t>
            </a:r>
            <a:r>
              <a:rPr lang="en-us" cap="none" baseline="30000"/>
              <a:t>21</a:t>
            </a:r>
            <a:r>
              <a:rPr lang="en-us" cap="none"/>
              <a:t> }       </a:t>
            </a:r>
            <a:endParaRPr lang="en-us" cap="none"/>
          </a:p>
          <a:p>
            <a:pPr defTabSz="914400">
              <a:buNone/>
              <a:tabLst>
                <a:tab pos="914400" algn="l"/>
                <a:tab pos="1828800" algn="l"/>
                <a:tab pos="3657600" algn="l"/>
              </a:tabLst>
            </a:pPr>
            <a:r>
              <a:rPr lang="en-us" cap="none"/>
              <a:t>			E</a:t>
            </a:r>
            <a:r>
              <a:rPr lang="en-us" cap="none" baseline="30000"/>
              <a:t>10</a:t>
            </a:r>
            <a:r>
              <a:rPr lang="en-us" cap="none"/>
              <a:t>	{ G</a:t>
            </a:r>
            <a:r>
              <a:rPr lang="en-us" cap="none" baseline="30000"/>
              <a:t>13</a:t>
            </a:r>
            <a:r>
              <a:rPr lang="en-us" cap="none"/>
              <a:t> G</a:t>
            </a:r>
            <a:r>
              <a:rPr lang="en-us" cap="none" baseline="30000"/>
              <a:t>18</a:t>
            </a:r>
            <a:r>
              <a:rPr lang="en-us" cap="none"/>
              <a:t> G</a:t>
            </a:r>
            <a:r>
              <a:rPr lang="en-us" cap="none" baseline="30000"/>
              <a:t>21</a:t>
            </a:r>
            <a:r>
              <a:rPr lang="en-us" cap="none"/>
              <a:t> }</a:t>
            </a:r>
            <a:endParaRPr lang="en-us" cap="none"/>
          </a:p>
          <a:p>
            <a:pPr defTabSz="914400">
              <a:buNone/>
              <a:tabLst>
                <a:tab pos="914400" algn="l"/>
                <a:tab pos="1828800" algn="l"/>
                <a:tab pos="3657600" algn="l"/>
              </a:tabLst>
            </a:pPr>
            <a:r>
              <a:rPr lang="en-us" cap="none"/>
              <a:t>			G</a:t>
            </a:r>
            <a:r>
              <a:rPr lang="en-us" cap="none" baseline="30000"/>
              <a:t>13</a:t>
            </a:r>
            <a:r>
              <a:rPr lang="en-us" cap="none"/>
              <a:t>	{ G</a:t>
            </a:r>
            <a:r>
              <a:rPr lang="en-us" cap="none" baseline="30000"/>
              <a:t>18</a:t>
            </a:r>
            <a:r>
              <a:rPr lang="en-us" cap="none"/>
              <a:t> G</a:t>
            </a:r>
            <a:r>
              <a:rPr lang="en-us" cap="none" baseline="30000"/>
              <a:t>21</a:t>
            </a:r>
            <a:r>
              <a:rPr lang="en-us" cap="none"/>
              <a:t> }                             </a:t>
            </a:r>
            <a:endParaRPr lang="en-us" cap="none"/>
          </a:p>
          <a:p>
            <a:pPr defTabSz="914400">
              <a:buNone/>
              <a:tabLst>
                <a:tab pos="914400" algn="l"/>
                <a:tab pos="1828800" algn="l"/>
                <a:tab pos="3657600" algn="l"/>
              </a:tabLst>
            </a:pPr>
            <a:r>
              <a:rPr lang="en-us" cap="none"/>
              <a:t> Solution path found is S B G, cost 13</a:t>
            </a:r>
            <a:endParaRPr lang="en-us" cap="none"/>
          </a:p>
          <a:p>
            <a:pPr defTabSz="914400">
              <a:buNone/>
              <a:tabLst>
                <a:tab pos="914400" algn="l"/>
                <a:tab pos="1828800" algn="l"/>
                <a:tab pos="3657600" algn="l"/>
              </a:tabLst>
            </a:pPr>
          </a:p>
          <a:p>
            <a:pPr defTabSz="914400">
              <a:buNone/>
              <a:tabLst>
                <a:tab pos="914400" algn="l"/>
                <a:tab pos="1828800" algn="l"/>
                <a:tab pos="3657600" algn="l"/>
              </a:tabLst>
            </a:pPr>
            <a:r>
              <a:rPr lang="en-us" cap="none"/>
              <a:t>Number of nodes expanded</a:t>
            </a:r>
            <a:endParaRPr lang="en-us" cap="none"/>
          </a:p>
          <a:p>
            <a:pPr defTabSz="914400">
              <a:buNone/>
              <a:tabLst>
                <a:tab pos="914400" algn="l"/>
                <a:tab pos="1828800" algn="l"/>
                <a:tab pos="3657600" algn="l"/>
              </a:tabLst>
            </a:pPr>
            <a:r>
              <a:rPr lang="en-us" cap="none"/>
              <a:t>	 (including goal node) = 7</a:t>
            </a:r>
            <a:endParaRPr lang="en-us" cap="none"/>
          </a:p>
        </p:txBody>
      </p:sp>
      <p:grpSp>
        <p:nvGrpSpPr>
          <p:cNvPr id="4" name="Group1"/>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DQSAABYGAAA2jYAADIoAAAQAAAAJgAAAAgAAAD/////AAAAAA=="/>
              </a:ext>
            </a:extLst>
          </p:cNvGrpSpPr>
          <p:nvPr/>
        </p:nvGrpSpPr>
        <p:grpSpPr>
          <a:xfrm>
            <a:off x="2959100" y="3957320"/>
            <a:ext cx="5957570" cy="2576830"/>
            <a:chOff x="2959100" y="3957320"/>
            <a:chExt cx="5957570" cy="2576830"/>
          </a:xfrm>
        </p:grpSpPr>
        <p:grpSp>
          <p:nvGrpSpPr>
            <p:cNvPr id="39" name="Group 6"/>
            <p:cNvGrpSpPr>
              <a:extLst>
                <a:ext uri="smNativeData">
                  <pr:smNativeData xmlns:pr="smNativeData" xmlns="smNativeData" val="SMDATA_6_VcZhaRMAAAAlAAAAAQAAAA8BAAAAkAAAAEgAAACQAAAASAAAAAAAAAAAAAAAAAAAABcAAAAUAAAAAAAAAAAAAAD/fwAA/38AAAAAAAAJAAAABAAAAAAQBVQfAAAAVAAAAAAAAAAAAAAAAAAAAAAAAAAAAAAAAAAAAAAAAAAAAAAAAAAAAAAAAAAAAAAAAAAAAAAAAAAAAAAAAAAAAAAAAAAAAAAAAAAAAAAAAAAAAAAAAAAAACEAAAAYAAAAFAAAAA0lAABYGAAAPCkAACkbAAAAAAAAJgAAAAgAAAD/////AAAAAA=="/>
                </a:ext>
              </a:extLst>
            </p:cNvGrpSpPr>
            <p:nvPr/>
          </p:nvGrpSpPr>
          <p:grpSpPr>
            <a:xfrm>
              <a:off x="6022975" y="3957320"/>
              <a:ext cx="680085" cy="457835"/>
              <a:chOff x="6022975" y="3957320"/>
              <a:chExt cx="680085" cy="457835"/>
            </a:xfrm>
          </p:grpSpPr>
          <p:sp>
            <p:nvSpPr>
              <p:cNvPr id="41" name="Oval 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Vjb2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DSUAAFgYAAA8KQAAKRsAAAAgAAAmAAAACAAAAP//////////"/>
                  </a:ext>
                </a:extLst>
              </p:cNvSpPr>
              <p:nvPr/>
            </p:nvSpPr>
            <p:spPr>
              <a:xfrm>
                <a:off x="6022975" y="3957320"/>
                <a:ext cx="680085" cy="45783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40" name="Text Box 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kyUAAFgYAAAzKAAAvhoAAAAgAAAmAAAACAAAAP//////////"/>
                  </a:ext>
                </a:extLst>
              </p:cNvSpPr>
              <p:nvPr/>
            </p:nvSpPr>
            <p:spPr>
              <a:xfrm>
                <a:off x="6108065" y="3957320"/>
                <a:ext cx="426720" cy="389890"/>
              </a:xfrm>
              <a:prstGeom prst="rect">
                <a:avLst/>
              </a:prstGeom>
              <a:noFill/>
              <a:ln>
                <a:noFill/>
              </a:ln>
              <a:effectLst/>
            </p:spPr>
            <p:txBody>
              <a:bodyPr vert="horz" wrap="none" lIns="91440" tIns="45720" rIns="91440" bIns="45720" numCol="1" spcCol="215900" anchor="t"/>
              <a:lstStyle/>
              <a:p>
                <a:pPr/>
                <a:r>
                  <a:rPr lang="en-us" sz="2800" b="1" cap="none"/>
                  <a:t>S</a:t>
                </a:r>
                <a:endParaRPr lang="en-us" sz="2800" b="1" cap="none"/>
              </a:p>
            </p:txBody>
          </p:sp>
        </p:grpSp>
        <p:grpSp>
          <p:nvGrpSpPr>
            <p:cNvPr id="36" name="Group 7"/>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KkyAACvHgAA2jYAAIEhAAAAAAAAJgAAAAgAAAD/////AAAAAA=="/>
                </a:ext>
              </a:extLst>
            </p:cNvGrpSpPr>
            <p:nvPr/>
          </p:nvGrpSpPr>
          <p:grpSpPr>
            <a:xfrm>
              <a:off x="8235315" y="4987925"/>
              <a:ext cx="681355" cy="458470"/>
              <a:chOff x="8235315" y="4987925"/>
              <a:chExt cx="681355" cy="458470"/>
            </a:xfrm>
          </p:grpSpPr>
          <p:sp>
            <p:nvSpPr>
              <p:cNvPr id="38" name="Oval 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TIAAK8eAADaNgAAgSEAAAAgAAAmAAAACAAAAP//////////"/>
                  </a:ext>
                </a:extLst>
              </p:cNvSpPr>
              <p:nvPr/>
            </p:nvSpPr>
            <p:spPr>
              <a:xfrm>
                <a:off x="8235315" y="4987925"/>
                <a:ext cx="681355" cy="458470"/>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37" name="Text Box 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zMAAK8eAAA4NgAAFiEAAAAgAAAmAAAACAAAAP//////////"/>
                  </a:ext>
                </a:extLst>
              </p:cNvSpPr>
              <p:nvPr/>
            </p:nvSpPr>
            <p:spPr>
              <a:xfrm>
                <a:off x="8320405" y="4987925"/>
                <a:ext cx="493395" cy="390525"/>
              </a:xfrm>
              <a:prstGeom prst="rect">
                <a:avLst/>
              </a:prstGeom>
              <a:noFill/>
              <a:ln>
                <a:noFill/>
              </a:ln>
              <a:effectLst/>
            </p:spPr>
            <p:txBody>
              <a:bodyPr vert="horz" wrap="none" lIns="91440" tIns="45720" rIns="91440" bIns="45720" numCol="1" spcCol="215900" anchor="t"/>
              <a:lstStyle/>
              <a:p>
                <a:pPr/>
                <a:r>
                  <a:rPr lang="en-us" sz="2800" b="1" cap="none"/>
                  <a:t>C</a:t>
                </a:r>
                <a:endParaRPr lang="en-us" sz="2800" b="1" cap="none"/>
              </a:p>
            </p:txBody>
          </p:sp>
        </p:grpSp>
        <p:grpSp>
          <p:nvGrpSpPr>
            <p:cNvPr id="33" name="Group 10"/>
            <p:cNvGrpSpPr>
              <a:extLst>
                <a:ext uri="smNativeData">
                  <pr:smNativeData xmlns:pr="smNativeData" xmlns="smNativeData" val="SMDATA_6_VcZhaRMAAAAlAAAAAQAAAA8BAAAAkAAAAEgAAACQAAAASAAAAAAAAAAAAAAAAAAAABcAAAAUAAAAAAAAAAAAAAD/fwAA/38AAAAAAAAJAAAABAAAACB05AMfAAAAVAAAAAAAAAAAAAAAAAAAAAAAAAAAAAAAAAAAAAAAAAAAAAAAAAAAAAAAAAAAAAAAAAAAAAAAAAAAAAAAAAAAAAAAAAAAAAAAAAAAAAAAAAAAAAAAAAAAACEAAAAYAAAAFAAAAJ8mAACvHgAAzyoAAIEhAAAAAAAAJgAAAAgAAAD/////AAAAAA=="/>
                </a:ext>
              </a:extLst>
            </p:cNvGrpSpPr>
            <p:nvPr/>
          </p:nvGrpSpPr>
          <p:grpSpPr>
            <a:xfrm>
              <a:off x="6278245" y="4987925"/>
              <a:ext cx="680720" cy="458470"/>
              <a:chOff x="6278245" y="4987925"/>
              <a:chExt cx="680720" cy="458470"/>
            </a:xfrm>
          </p:grpSpPr>
          <p:sp>
            <p:nvSpPr>
              <p:cNvPr id="35" name="Oval 11"/>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MBw4A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yYAAK8eAADPKgAAgSEAAAAgAAAmAAAACAAAAP//////////"/>
                  </a:ext>
                </a:extLst>
              </p:cNvSpPr>
              <p:nvPr/>
            </p:nvSpPr>
            <p:spPr>
              <a:xfrm>
                <a:off x="6278245" y="4987925"/>
                <a:ext cx="680720" cy="458470"/>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34" name="Text Box 12"/>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ScAAK8eAAAKKgAAFiEAAAAgAAAmAAAACAAAAP//////////"/>
                  </a:ext>
                </a:extLst>
              </p:cNvSpPr>
              <p:nvPr/>
            </p:nvSpPr>
            <p:spPr>
              <a:xfrm>
                <a:off x="6363335" y="4987925"/>
                <a:ext cx="470535" cy="390525"/>
              </a:xfrm>
              <a:prstGeom prst="rect">
                <a:avLst/>
              </a:prstGeom>
              <a:noFill/>
              <a:ln>
                <a:noFill/>
              </a:ln>
              <a:effectLst/>
            </p:spPr>
            <p:txBody>
              <a:bodyPr vert="horz" wrap="none" lIns="91440" tIns="45720" rIns="91440" bIns="45720" numCol="1" spcCol="215900" anchor="t"/>
              <a:lstStyle/>
              <a:p>
                <a:pPr/>
                <a:r>
                  <a:rPr lang="en-us" sz="2800" b="1" cap="none"/>
                  <a:t>B</a:t>
                </a:r>
                <a:endParaRPr lang="en-us" sz="2800" b="1" cap="none"/>
              </a:p>
            </p:txBody>
          </p:sp>
        </p:grpSp>
        <p:grpSp>
          <p:nvGrpSpPr>
            <p:cNvPr id="30" name="Group 13"/>
            <p:cNvGrpSpPr>
              <a:extLst>
                <a:ext uri="smNativeData">
                  <pr:smNativeData xmlns:pr="smNativeData" xmlns="smNativeData" val="SMDATA_6_VcZhaRMAAAAlAAAAAQAAAA8BAAAAkAAAAEgAAACQAAAASAAAAAAAAAAAAAAAAAAAABcAAAAUAAAAAAAAAAAAAAD/fwAA/38AAAAAAAAJAAAABAAAAPgBAAAfAAAAVAAAAAAAAAAAAAAAAAAAAAAAAAAAAAAAAAAAAAAAAAAAAAAAAAAAAAAAAAAAAAAAAAAAAAAAAAAAAAAAAAAAAAAAAAAAAAAAAAAAAAAAAAAAAAAAAAAAACEAAAAYAAAAFAAAAKEbAACvHgAA0h8AAIEhAAAAAAAAJgAAAAgAAAD/////AAAAAA=="/>
                </a:ext>
              </a:extLst>
            </p:cNvGrpSpPr>
            <p:nvPr/>
          </p:nvGrpSpPr>
          <p:grpSpPr>
            <a:xfrm>
              <a:off x="4491355" y="4987925"/>
              <a:ext cx="681355" cy="458470"/>
              <a:chOff x="4491355" y="4987925"/>
              <a:chExt cx="681355" cy="458470"/>
            </a:xfrm>
          </p:grpSpPr>
          <p:sp>
            <p:nvSpPr>
              <p:cNvPr id="32" name="Oval 1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RsAAK8eAADSHwAAgSEAAAAgAAAmAAAACAAAAP//////////"/>
                  </a:ext>
                </a:extLst>
              </p:cNvSpPr>
              <p:nvPr/>
            </p:nvSpPr>
            <p:spPr>
              <a:xfrm>
                <a:off x="4491355" y="4987925"/>
                <a:ext cx="681355" cy="458470"/>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31" name="Text Box 1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xwAAK8eAAAwHwAAFiEAAAAgAAAmAAAACAAAAP//////////"/>
                  </a:ext>
                </a:extLst>
              </p:cNvSpPr>
              <p:nvPr/>
            </p:nvSpPr>
            <p:spPr>
              <a:xfrm>
                <a:off x="4576445" y="4987925"/>
                <a:ext cx="493395" cy="390525"/>
              </a:xfrm>
              <a:prstGeom prst="rect">
                <a:avLst/>
              </a:prstGeom>
              <a:noFill/>
              <a:ln>
                <a:noFill/>
              </a:ln>
              <a:effectLst/>
            </p:spPr>
            <p:txBody>
              <a:bodyPr vert="horz" wrap="none" lIns="91440" tIns="45720" rIns="91440" bIns="45720" numCol="1" spcCol="215900" anchor="t"/>
              <a:lstStyle/>
              <a:p>
                <a:pPr/>
                <a:r>
                  <a:rPr lang="en-us" sz="2800" b="1" cap="none"/>
                  <a:t>A</a:t>
                </a:r>
                <a:endParaRPr lang="en-us" sz="2800" b="1" cap="none"/>
              </a:p>
            </p:txBody>
          </p:sp>
        </p:grpSp>
        <p:grpSp>
          <p:nvGrpSpPr>
            <p:cNvPr id="27" name="Group 16"/>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DQSAAAGJQAAZRYAANgnAAAAAAAAJgAAAAgAAAD/////AAAAAA=="/>
                </a:ext>
              </a:extLst>
            </p:cNvGrpSpPr>
            <p:nvPr/>
          </p:nvGrpSpPr>
          <p:grpSpPr>
            <a:xfrm>
              <a:off x="2959100" y="6018530"/>
              <a:ext cx="681355" cy="458470"/>
              <a:chOff x="2959100" y="6018530"/>
              <a:chExt cx="681355" cy="458470"/>
            </a:xfrm>
          </p:grpSpPr>
          <p:sp>
            <p:nvSpPr>
              <p:cNvPr id="29" name="Oval 1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BIAAAYlAABlFgAA2CcAAAAgAAAmAAAACAAAAP//////////"/>
                  </a:ext>
                </a:extLst>
              </p:cNvSpPr>
              <p:nvPr/>
            </p:nvSpPr>
            <p:spPr>
              <a:xfrm>
                <a:off x="2959100" y="6018530"/>
                <a:ext cx="681355" cy="458470"/>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28" name="Text Box 18"/>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hIAAAYlAADDFQAAbScAAAAgAAAmAAAACAAAAP//////////"/>
                  </a:ext>
                </a:extLst>
              </p:cNvSpPr>
              <p:nvPr/>
            </p:nvSpPr>
            <p:spPr>
              <a:xfrm>
                <a:off x="3044190" y="6018530"/>
                <a:ext cx="493395" cy="390525"/>
              </a:xfrm>
              <a:prstGeom prst="rect">
                <a:avLst/>
              </a:prstGeom>
              <a:noFill/>
              <a:ln>
                <a:noFill/>
              </a:ln>
              <a:effectLst/>
            </p:spPr>
            <p:txBody>
              <a:bodyPr vert="horz" wrap="none" lIns="91440" tIns="45720" rIns="91440" bIns="45720" numCol="1" spcCol="215900" anchor="t"/>
              <a:lstStyle/>
              <a:p>
                <a:pPr/>
                <a:r>
                  <a:rPr lang="en-us" sz="2800" b="1" cap="none"/>
                  <a:t>D</a:t>
                </a:r>
                <a:endParaRPr lang="en-us" sz="2800" b="1" cap="none"/>
              </a:p>
            </p:txBody>
          </p:sp>
        </p:grpSp>
        <p:grpSp>
          <p:nvGrpSpPr>
            <p:cNvPr id="24" name="Group 19"/>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J8mAABhJQAAzyoAADIoAAAAAAAAJgAAAAgAAAD/////AAAAAA=="/>
                </a:ext>
              </a:extLst>
            </p:cNvGrpSpPr>
            <p:nvPr/>
          </p:nvGrpSpPr>
          <p:grpSpPr>
            <a:xfrm>
              <a:off x="6278245" y="6076315"/>
              <a:ext cx="680720" cy="457835"/>
              <a:chOff x="6278245" y="6076315"/>
              <a:chExt cx="680720" cy="457835"/>
            </a:xfrm>
          </p:grpSpPr>
          <p:sp>
            <p:nvSpPr>
              <p:cNvPr id="26" name="Oval 20"/>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yYAAGElAADPKgAAMigAAAAgAAAmAAAACAAAAP//////////"/>
                  </a:ext>
                </a:extLst>
              </p:cNvSpPr>
              <p:nvPr/>
            </p:nvSpPr>
            <p:spPr>
              <a:xfrm>
                <a:off x="6278245" y="6076315"/>
                <a:ext cx="680720" cy="457835"/>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25" name="Text Box 2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ScAAGElAABOKgAAxycAAAAgAAAmAAAACAAAAP//////////"/>
                  </a:ext>
                </a:extLst>
              </p:cNvSpPr>
              <p:nvPr/>
            </p:nvSpPr>
            <p:spPr>
              <a:xfrm>
                <a:off x="6363335" y="6076315"/>
                <a:ext cx="513715" cy="389890"/>
              </a:xfrm>
              <a:prstGeom prst="rect">
                <a:avLst/>
              </a:prstGeom>
              <a:noFill/>
              <a:ln>
                <a:noFill/>
              </a:ln>
              <a:effectLst/>
            </p:spPr>
            <p:txBody>
              <a:bodyPr vert="horz" wrap="none" lIns="91440" tIns="45720" rIns="91440" bIns="45720" numCol="1" spcCol="215900" anchor="t"/>
              <a:lstStyle/>
              <a:p>
                <a:pPr/>
                <a:r>
                  <a:rPr lang="en-us" sz="2800" b="1" cap="none"/>
                  <a:t>G</a:t>
                </a:r>
                <a:endParaRPr lang="en-us" sz="2800" b="1" cap="none"/>
              </a:p>
            </p:txBody>
          </p:sp>
        </p:grpSp>
        <p:grpSp>
          <p:nvGrpSpPr>
            <p:cNvPr id="21" name="Group 22"/>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CccAAAGJQAAViAAANgnAAAAAAAAJgAAAAgAAAD/////AAAAAA=="/>
                </a:ext>
              </a:extLst>
            </p:cNvGrpSpPr>
            <p:nvPr/>
          </p:nvGrpSpPr>
          <p:grpSpPr>
            <a:xfrm>
              <a:off x="4576445" y="6018530"/>
              <a:ext cx="680085" cy="458470"/>
              <a:chOff x="4576445" y="6018530"/>
              <a:chExt cx="680085" cy="458470"/>
            </a:xfrm>
          </p:grpSpPr>
          <p:sp>
            <p:nvSpPr>
              <p:cNvPr id="23" name="Oval 23"/>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xwAAAYlAABWIAAA2CcAAAAgAAAmAAAACAAAAP//////////"/>
                  </a:ext>
                </a:extLst>
              </p:cNvSpPr>
              <p:nvPr/>
            </p:nvSpPr>
            <p:spPr>
              <a:xfrm>
                <a:off x="4576445" y="6018530"/>
                <a:ext cx="680085" cy="458470"/>
              </a:xfrm>
              <a:prstGeom prst="ellipse">
                <a:avLst/>
              </a:prstGeom>
              <a:noFill/>
              <a:ln w="57150" cap="flat" cmpd="sng" algn="ctr">
                <a:solidFill>
                  <a:schemeClr val="tx1"/>
                </a:solidFill>
                <a:prstDash val="solid"/>
                <a:headEnd type="none"/>
                <a:tailEnd type="none"/>
              </a:ln>
              <a:effectLst/>
            </p:spPr>
            <p:txBody>
              <a:bodyPr vert="horz" wrap="none" lIns="91440" tIns="45720" rIns="91440" bIns="45720" numCol="1" spcCol="215900" anchor="ctr"/>
              <a:lstStyle/>
              <a:p>
                <a:pPr/>
                <a:endParaRPr lang="en-us" cap="none"/>
              </a:p>
            </p:txBody>
          </p:sp>
          <p:sp>
            <p:nvSpPr>
              <p:cNvPr id="22" name="Text Box 2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RwAAAYlAACRHwAAbScAAAAgAAAmAAAACAAAAP//////////"/>
                  </a:ext>
                </a:extLst>
              </p:cNvSpPr>
              <p:nvPr/>
            </p:nvSpPr>
            <p:spPr>
              <a:xfrm>
                <a:off x="4661535" y="6018530"/>
                <a:ext cx="469900" cy="390525"/>
              </a:xfrm>
              <a:prstGeom prst="rect">
                <a:avLst/>
              </a:prstGeom>
              <a:noFill/>
              <a:ln>
                <a:noFill/>
              </a:ln>
              <a:effectLst/>
            </p:spPr>
            <p:txBody>
              <a:bodyPr vert="horz" wrap="none" lIns="91440" tIns="45720" rIns="91440" bIns="45720" numCol="1" spcCol="215900" anchor="t"/>
              <a:lstStyle/>
              <a:p>
                <a:pPr/>
                <a:r>
                  <a:rPr lang="en-us" sz="2800" b="1" cap="none"/>
                  <a:t>E</a:t>
                </a:r>
                <a:endParaRPr lang="en-us" sz="2800" b="1" cap="none"/>
              </a:p>
            </p:txBody>
          </p:sp>
        </p:grpSp>
        <p:sp>
          <p:nvSpPr>
            <p:cNvPr id="20" name="Line 25"/>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x8AAM8aAAANJQAArx4AAAAgAAAmAAAACAAAAP//////////"/>
                </a:ext>
              </a:extLst>
            </p:cNvSpPr>
            <p:nvPr/>
          </p:nvSpPr>
          <p:spPr>
            <a:xfrm flipH="1">
              <a:off x="5086985" y="4358005"/>
              <a:ext cx="935990" cy="62992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9" name="Line 26"/>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B0AANshAAC4HQAABiUAAAAgAAAmAAAACAAAAP//////////"/>
                </a:ext>
              </a:extLst>
            </p:cNvSpPr>
            <p:nvPr/>
          </p:nvSpPr>
          <p:spPr>
            <a:xfrm flipH="1">
              <a:off x="4831080" y="5503545"/>
              <a:ext cx="0" cy="51498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8" name="Line 27"/>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ViAAAIEhAAAlJwAABiUAAAAgAAAmAAAACAAAAP//////////"/>
                </a:ext>
              </a:extLst>
            </p:cNvSpPr>
            <p:nvPr/>
          </p:nvSpPr>
          <p:spPr>
            <a:xfrm>
              <a:off x="5256530" y="5446395"/>
              <a:ext cx="1106805" cy="57213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7" name="Line 28"/>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ScAAIQbAAAyKAAArx4AAAAgAAAmAAAACAAAAP//////////"/>
                </a:ext>
              </a:extLst>
            </p:cNvSpPr>
            <p:nvPr/>
          </p:nvSpPr>
          <p:spPr>
            <a:xfrm>
              <a:off x="6363335" y="4472940"/>
              <a:ext cx="170815" cy="514985"/>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6" name="Line 29"/>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ZhbD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CgAAHUaAACpMgAArx4AAAAgAAAmAAAACAAAAP//////////"/>
                </a:ext>
              </a:extLst>
            </p:cNvSpPr>
            <p:nvPr/>
          </p:nvSpPr>
          <p:spPr>
            <a:xfrm>
              <a:off x="6619240" y="4300855"/>
              <a:ext cx="1616075" cy="68707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5" name="Line 31"/>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wvcD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uCgAADUiAAC4KAAAYSUAAAAgAAAmAAAACAAAAP//////////"/>
                </a:ext>
              </a:extLst>
            </p:cNvSpPr>
            <p:nvPr/>
          </p:nvSpPr>
          <p:spPr>
            <a:xfrm flipH="1">
              <a:off x="6619240" y="5560695"/>
              <a:ext cx="0" cy="51562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4" name="Line 32"/>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FfMT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VisAAIEhAACpMgAAuyUAAAAgAAAmAAAACAAAAP//////////"/>
                </a:ext>
              </a:extLst>
            </p:cNvSpPr>
            <p:nvPr/>
          </p:nvSpPr>
          <p:spPr>
            <a:xfrm flipH="1">
              <a:off x="7044690" y="5446395"/>
              <a:ext cx="1190625" cy="68707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3" name="Line 33"/>
            <p:cNvSpPr>
              <a:extLst>
                <a:ext uri="smNativeData">
                  <pr:smNativeData xmlns:pr="smNativeData" xmlns="smNativeData" val="SMDATA_15_VcZhaRMAAAAlAAAACg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la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JwUH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3xUAACYhAAChGwAABiUAAAAgAAAmAAAACAAAAP//////////"/>
                </a:ext>
              </a:extLst>
            </p:cNvSpPr>
            <p:nvPr/>
          </p:nvSpPr>
          <p:spPr>
            <a:xfrm flipH="1">
              <a:off x="3555365" y="5388610"/>
              <a:ext cx="935990" cy="629920"/>
            </a:xfrm>
            <a:prstGeom prst="line">
              <a:avLst/>
            </a:prstGeom>
            <a:noFill/>
            <a:ln w="57150" cap="flat" cmpd="sng" algn="ctr">
              <a:solidFill>
                <a:schemeClr val="tx1"/>
              </a:solidFill>
              <a:prstDash val="solid"/>
              <a:headEnd type="none"/>
              <a:tailEnd type="triangle" w="med" len="med"/>
            </a:ln>
            <a:effectLst/>
          </p:spPr>
          <p:txBody>
            <a:bodyPr vert="horz" wrap="none" lIns="91440" tIns="45720" rIns="91440" bIns="45720" numCol="1" spcCol="215900" anchor="ctr"/>
            <a:lstStyle/>
            <a:p>
              <a:pPr/>
              <a:endParaRPr lang="en-us" cap="none"/>
            </a:p>
          </p:txBody>
        </p:sp>
        <p:sp>
          <p:nvSpPr>
            <p:cNvPr id="12" name="Text Box 3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ZhbD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ViAAAO0aAADTIgAAUx0AAAAgAAAmAAAACAAAAP//////////"/>
                </a:ext>
              </a:extLst>
            </p:cNvSpPr>
            <p:nvPr/>
          </p:nvSpPr>
          <p:spPr>
            <a:xfrm>
              <a:off x="5256530" y="4377055"/>
              <a:ext cx="404495" cy="389890"/>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3</a:t>
              </a:r>
              <a:endParaRPr lang="en-us" sz="2800" b="1" cap="none">
                <a:solidFill>
                  <a:srgbClr val="FF0000"/>
                </a:solidFill>
              </a:endParaRPr>
            </a:p>
          </p:txBody>
        </p:sp>
        <p:sp>
          <p:nvSpPr>
            <p:cNvPr id="11" name="Text Box 3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FUQV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ycAAEcbAAAoKgAArh0AAAAgAAAmAAAACAAAAP//////////"/>
                </a:ext>
              </a:extLst>
            </p:cNvSpPr>
            <p:nvPr/>
          </p:nvSpPr>
          <p:spPr>
            <a:xfrm>
              <a:off x="6448425" y="4434205"/>
              <a:ext cx="404495" cy="39052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1</a:t>
              </a:r>
              <a:endParaRPr lang="en-us" sz="2800" b="1" cap="none">
                <a:solidFill>
                  <a:srgbClr val="FF0000"/>
                </a:solidFill>
              </a:endParaRPr>
            </a:p>
          </p:txBody>
        </p:sp>
        <p:sp>
          <p:nvSpPr>
            <p:cNvPr id="10" name="Text Box 3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CUs+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S0AAJMaAADqLwAA+hwAAAAgAAAmAAAACAAAAP//////////"/>
                </a:ext>
              </a:extLst>
            </p:cNvSpPr>
            <p:nvPr/>
          </p:nvSpPr>
          <p:spPr>
            <a:xfrm>
              <a:off x="7384415" y="4319905"/>
              <a:ext cx="404495" cy="39052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8</a:t>
              </a:r>
              <a:endParaRPr lang="en-us" sz="2800" b="1" cap="none">
                <a:solidFill>
                  <a:srgbClr val="FF0000"/>
                </a:solidFill>
              </a:endParaRPr>
            </a:p>
          </p:txBody>
        </p:sp>
        <p:sp>
          <p:nvSpPr>
            <p:cNvPr id="9" name="Text Box 37"/>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g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yIAAOogAAAkJgAAUSMAAAAgAAAmAAAACAAAAP//////////"/>
                </a:ext>
              </a:extLst>
            </p:cNvSpPr>
            <p:nvPr/>
          </p:nvSpPr>
          <p:spPr>
            <a:xfrm>
              <a:off x="5597525" y="5350510"/>
              <a:ext cx="602615" cy="39052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15</a:t>
              </a:r>
              <a:endParaRPr lang="en-us" sz="2800" b="1" cap="none">
                <a:solidFill>
                  <a:srgbClr val="FF0000"/>
                </a:solidFill>
              </a:endParaRPr>
            </a:p>
          </p:txBody>
        </p:sp>
        <p:sp>
          <p:nvSpPr>
            <p:cNvPr id="8" name="Text Box 38"/>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PCkAAPkhAADzLAAAYCQAAAAgAAAmAAAACAAAAP//////////"/>
                </a:ext>
              </a:extLst>
            </p:cNvSpPr>
            <p:nvPr/>
          </p:nvSpPr>
          <p:spPr>
            <a:xfrm>
              <a:off x="6703060" y="5522595"/>
              <a:ext cx="603885" cy="39052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20</a:t>
              </a:r>
              <a:endParaRPr lang="en-us" sz="2800" b="1" cap="none">
                <a:solidFill>
                  <a:srgbClr val="FF0000"/>
                </a:solidFill>
              </a:endParaRPr>
            </a:p>
          </p:txBody>
        </p:sp>
        <p:sp>
          <p:nvSpPr>
            <p:cNvPr id="7" name="Text Box 3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hS8AAK0iAAACMgAAFCUAAAAgAAAmAAAACAAAAP//////////"/>
                </a:ext>
              </a:extLst>
            </p:cNvSpPr>
            <p:nvPr/>
          </p:nvSpPr>
          <p:spPr>
            <a:xfrm>
              <a:off x="7724775" y="5636895"/>
              <a:ext cx="404495" cy="39052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5</a:t>
              </a:r>
              <a:endParaRPr lang="en-us" sz="2800" b="1" cap="none">
                <a:solidFill>
                  <a:srgbClr val="FF0000"/>
                </a:solidFill>
              </a:endParaRPr>
            </a:p>
          </p:txBody>
        </p:sp>
        <p:sp>
          <p:nvSpPr>
            <p:cNvPr id="6" name="Text Box 40"/>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BcAAHIgAADtGQAA2SIAAAAgAAAmAAAACAAAAP//////////"/>
                </a:ext>
              </a:extLst>
            </p:cNvSpPr>
            <p:nvPr/>
          </p:nvSpPr>
          <p:spPr>
            <a:xfrm>
              <a:off x="3810000" y="5274310"/>
              <a:ext cx="404495" cy="39052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3</a:t>
              </a:r>
              <a:endParaRPr lang="en-us" sz="2800" b="1" cap="none">
                <a:solidFill>
                  <a:srgbClr val="FF0000"/>
                </a:solidFill>
              </a:endParaRPr>
            </a:p>
          </p:txBody>
        </p:sp>
        <p:sp>
          <p:nvSpPr>
            <p:cNvPr id="5" name="Text Box 4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BoAAPkhAAARHQAAYCQAAAAgAAAmAAAACAAAAP//////////"/>
                </a:ext>
              </a:extLst>
            </p:cNvSpPr>
            <p:nvPr/>
          </p:nvSpPr>
          <p:spPr>
            <a:xfrm>
              <a:off x="4320540" y="5522595"/>
              <a:ext cx="404495" cy="390525"/>
            </a:xfrm>
            <a:prstGeom prst="rect">
              <a:avLst/>
            </a:prstGeom>
            <a:noFill/>
            <a:ln>
              <a:noFill/>
            </a:ln>
            <a:effectLst/>
          </p:spPr>
          <p:txBody>
            <a:bodyPr vert="horz" wrap="none" lIns="91440" tIns="45720" rIns="91440" bIns="45720" numCol="1" spcCol="215900" anchor="t"/>
            <a:lstStyle/>
            <a:p>
              <a:pPr/>
              <a:r>
                <a:rPr lang="en-us" sz="2800" b="1" cap="none">
                  <a:solidFill>
                    <a:srgbClr val="FF0000"/>
                  </a:solidFill>
                </a:rPr>
                <a:t>7</a:t>
              </a:r>
              <a:endParaRPr lang="en-us" sz="2800" b="1" cap="none">
                <a:solidFill>
                  <a:srgbClr val="FF0000"/>
                </a:solidFill>
              </a:endParaRPr>
            </a:p>
          </p:txBody>
        </p:sp>
      </p:grpSp>
    </p:spTree>
  </p:cSld>
  <p:clrMapOvr>
    <a:masterClrMapping/>
  </p:clrMapOvr>
  <p:timing>
    <p:tnLst>
      <p:par>
        <p:cTn id="1" dur="indefinite" restart="never" nodeType="tmRoot"/>
      </p:par>
    </p:tnLst>
  </p:timing>
</p:sld>
</file>

<file path=ppt/slides/slide4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AwYAAMsBAACNKAAAvwYAABAAAAAmAAAACAAAAAEAAAAAAAAA"/>
              </a:ext>
            </a:extLst>
          </p:cNvSpPr>
          <p:nvPr>
            <p:ph type="title"/>
          </p:nvPr>
        </p:nvSpPr>
        <p:spPr>
          <a:xfrm>
            <a:off x="977265" y="291465"/>
            <a:ext cx="5614670" cy="805180"/>
          </a:xfrm>
        </p:spPr>
        <p:txBody>
          <a:bodyPr/>
          <a:lstStyle/>
          <a:p>
            <a:pPr algn="ctr"/>
            <a:r>
              <a:rPr lang="en-us" sz="3200" cap="none"/>
              <a:t>How they perform</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sAQAAJ0JAAAINAAAIiIAABAAAAAmAAAACAAAAAEgAAAAAAAA"/>
              </a:ext>
            </a:extLst>
          </p:cNvSpPr>
          <p:nvPr>
            <p:ph type="body" idx="1"/>
          </p:nvPr>
        </p:nvSpPr>
        <p:spPr>
          <a:xfrm>
            <a:off x="762000" y="1562735"/>
            <a:ext cx="7696200" cy="3985895"/>
          </a:xfrm>
        </p:spPr>
        <p:txBody>
          <a:bodyPr vert="horz" wrap="square" lIns="0" tIns="0" rIns="0" bIns="0" numCol="1" spcCol="215900" anchor="t">
            <a:prstTxWarp prst="textNoShape">
              <a:avLst/>
            </a:prstTxWarp>
          </a:bodyPr>
          <a:lstStyle/>
          <a:p>
            <a:pPr/>
            <a:r>
              <a:rPr lang="en-us" b="1" cap="none"/>
              <a:t>Breadth-First Search</a:t>
            </a:r>
            <a:r>
              <a:rPr lang="en-us" cap="none"/>
              <a:t>: </a:t>
            </a:r>
            <a:endParaRPr lang="en-us" cap="none"/>
          </a:p>
          <a:p>
            <a:pPr lvl="1"/>
            <a:r>
              <a:rPr lang="en-us" cap="none"/>
              <a:t>Expanded nodes: S A B C D E G </a:t>
            </a:r>
            <a:endParaRPr lang="en-us" cap="none"/>
          </a:p>
          <a:p>
            <a:pPr lvl="1"/>
            <a:r>
              <a:rPr lang="en-us" cap="none"/>
              <a:t>Solution found: S A G (cost 18)</a:t>
            </a:r>
            <a:endParaRPr lang="en-us" cap="none"/>
          </a:p>
          <a:p>
            <a:pPr/>
            <a:r>
              <a:rPr lang="en-us" b="1" cap="none"/>
              <a:t>Depth-First Search:</a:t>
            </a:r>
            <a:r>
              <a:rPr lang="en-us" cap="none"/>
              <a:t> </a:t>
            </a:r>
            <a:endParaRPr lang="en-us" cap="none"/>
          </a:p>
          <a:p>
            <a:pPr lvl="1"/>
            <a:r>
              <a:rPr lang="en-us" cap="none"/>
              <a:t>Expanded nodes: S A D E G </a:t>
            </a:r>
            <a:endParaRPr lang="en-us" cap="none"/>
          </a:p>
          <a:p>
            <a:pPr lvl="1"/>
            <a:r>
              <a:rPr lang="en-us" cap="none"/>
              <a:t>Solution found: S A G (cost 18)</a:t>
            </a:r>
            <a:endParaRPr lang="en-us" cap="none"/>
          </a:p>
          <a:p>
            <a:pPr/>
            <a:r>
              <a:rPr lang="en-us" b="1" cap="none"/>
              <a:t>Uniform-Cost Search</a:t>
            </a:r>
            <a:r>
              <a:rPr lang="en-us" cap="none"/>
              <a:t>: </a:t>
            </a:r>
            <a:endParaRPr lang="en-us" cap="none"/>
          </a:p>
          <a:p>
            <a:pPr lvl="1"/>
            <a:r>
              <a:rPr lang="en-us" cap="none"/>
              <a:t>Expanded nodes: S A D B C E G </a:t>
            </a:r>
            <a:endParaRPr lang="en-us" cap="none"/>
          </a:p>
          <a:p>
            <a:pPr lvl="1"/>
            <a:r>
              <a:rPr lang="en-us" cap="none"/>
              <a:t>Solution found: S B G (cost 13)</a:t>
            </a:r>
            <a:endParaRPr lang="en-us" cap="none"/>
          </a:p>
          <a:p>
            <a:pPr lvl="1">
              <a:buNone/>
            </a:pPr>
            <a:r>
              <a:rPr lang="en-us" i="1" cap="none"/>
              <a:t>This is the only uninformed search that worries about costs.</a:t>
            </a:r>
            <a:endParaRPr lang="en-us" cap="none"/>
          </a:p>
          <a:p>
            <a:pPr/>
            <a:r>
              <a:rPr lang="en-us" b="1" cap="none"/>
              <a:t>Iterative-Deepening Search</a:t>
            </a:r>
            <a:r>
              <a:rPr lang="en-us" cap="none"/>
              <a:t>: </a:t>
            </a:r>
            <a:endParaRPr lang="en-us" cap="none"/>
          </a:p>
          <a:p>
            <a:pPr lvl="1"/>
            <a:r>
              <a:rPr lang="en-us" cap="none"/>
              <a:t>nodes expanded: S S A B C S A D E G </a:t>
            </a:r>
            <a:endParaRPr lang="en-us" cap="none"/>
          </a:p>
          <a:p>
            <a:pPr lvl="1"/>
            <a:r>
              <a:rPr lang="en-us" cap="none"/>
              <a:t>Solution found: S A G (cost 18)</a:t>
            </a:r>
            <a:endParaRPr lang="en-us" cap="none"/>
          </a:p>
        </p:txBody>
      </p:sp>
    </p:spTree>
  </p:cSld>
  <p:clrMapOvr>
    <a:masterClrMapping/>
  </p:clrMapOvr>
  <p:timing>
    <p:tnLst>
      <p:par>
        <p:cTn id="1" dur="indefinite" restart="never" nodeType="tmRoot"/>
      </p:par>
    </p:tnLst>
  </p:timing>
</p:sld>
</file>

<file path=ppt/slides/slide4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9MAo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wAMAAOABAACQMwAAgAcAABAAAAAmAAAACAAAAAEAAAAAAAAA"/>
              </a:ext>
            </a:extLst>
          </p:cNvSpPr>
          <p:nvPr>
            <p:ph type="title"/>
          </p:nvPr>
        </p:nvSpPr>
        <p:spPr>
          <a:xfrm>
            <a:off x="609600" y="304800"/>
            <a:ext cx="7772400" cy="914400"/>
          </a:xfrm>
        </p:spPr>
        <p:txBody>
          <a:bodyPr/>
          <a:lstStyle/>
          <a:p>
            <a:pPr/>
            <a:r>
              <a:rPr lang="en-us" sz="3200" cap="none"/>
              <a:t>Bi-directional search</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1EI1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wAMAANgYAACQMwAAUCgAABAAAAAmAAAACAAAAAEgAAAAAAAA"/>
              </a:ext>
            </a:extLst>
          </p:cNvSpPr>
          <p:nvPr>
            <p:ph type="body" idx="1"/>
          </p:nvPr>
        </p:nvSpPr>
        <p:spPr>
          <a:xfrm>
            <a:off x="609600" y="4038600"/>
            <a:ext cx="7772400" cy="2514600"/>
          </a:xfrm>
        </p:spPr>
        <p:txBody>
          <a:bodyPr vert="horz" wrap="square" lIns="0" tIns="0" rIns="0" bIns="0" numCol="1" spcCol="215900" anchor="t">
            <a:prstTxWarp prst="textNoShape">
              <a:avLst/>
            </a:prstTxWarp>
          </a:bodyPr>
          <a:lstStyle/>
          <a:p>
            <a:pPr/>
            <a:r>
              <a:rPr lang="en-us" cap="none"/>
              <a:t>Alternate searching from the start state toward the goal and from the goal state toward the start.</a:t>
            </a:r>
            <a:endParaRPr lang="en-us" cap="none"/>
          </a:p>
          <a:p>
            <a:pPr/>
            <a:r>
              <a:rPr lang="en-us" cap="none"/>
              <a:t>Stop when the frontiers intersect.</a:t>
            </a:r>
            <a:endParaRPr lang="en-us" cap="none"/>
          </a:p>
          <a:p>
            <a:pPr/>
            <a:r>
              <a:rPr lang="en-us" cap="none"/>
              <a:t>Works well only when there are unique start and goal states.</a:t>
            </a:r>
            <a:endParaRPr lang="en-us" cap="none"/>
          </a:p>
          <a:p>
            <a:pPr/>
            <a:r>
              <a:rPr lang="en-us" cap="none"/>
              <a:t>Requires the ability to generate “predecessor” states.</a:t>
            </a:r>
            <a:endParaRPr lang="en-us" cap="none"/>
          </a:p>
          <a:p>
            <a:pPr/>
            <a:r>
              <a:rPr lang="en-us" cap="none"/>
              <a:t>Can (sometimes) lead to finding a solution more quickly.</a:t>
            </a:r>
            <a:endParaRPr lang="en-us" cap="none"/>
          </a:p>
          <a:p>
            <a:pPr/>
            <a:r>
              <a:rPr lang="en-us" cap="none"/>
              <a:t>Time complexity: O(b</a:t>
            </a:r>
            <a:r>
              <a:rPr lang="en-us" cap="none" baseline="30000"/>
              <a:t>d/2</a:t>
            </a:r>
            <a:r>
              <a:rPr lang="en-us" cap="none"/>
              <a:t>).   Space complexity: O(b</a:t>
            </a:r>
            <a:r>
              <a:rPr lang="en-us" cap="none" baseline="30000"/>
              <a:t>d/2</a:t>
            </a:r>
            <a:r>
              <a:rPr lang="en-us" cap="none"/>
              <a:t>).</a:t>
            </a:r>
            <a:r>
              <a:rPr lang="en-us" sz="2800" cap="none"/>
              <a:t> </a:t>
            </a:r>
            <a:endParaRPr lang="en-us" sz="2800" cap="none"/>
          </a:p>
        </p:txBody>
      </p:sp>
      <p:pic>
        <p:nvPicPr>
          <p:cNvPr id="4" name="Picture 4"/>
          <p:cNvPicPr>
            <a:picLocks noChangeAspect="1"/>
            <a:extLst>
              <a:ext uri="smNativeData">
                <pr:smNativeData xmlns:pr="smNativeData" xmlns="smNativeData" val="SMDATA_17_VcZh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AAAAAAAAAABkAAAAZAAAAAAAAAAjAAAABAAAAGQAAAAXAAAAFAAAAAAAAAAAAAAA/38AAP9/AAAAAAAACQAAAAQAAAAAAAM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BcMAAC0CAAAOSsAACwYAAAQAAAAJgAAAAgAAAD//////////w=="/>
              </a:ext>
            </a:extLst>
          </p:cNvPicPr>
          <p:nvPr/>
        </p:nvPicPr>
        <p:blipFill>
          <a:blip r:embed="rId3"/>
          <a:stretch>
            <a:fillRect/>
          </a:stretch>
        </p:blipFill>
        <p:spPr>
          <a:xfrm>
            <a:off x="1965325" y="1414780"/>
            <a:ext cx="5060950" cy="2514600"/>
          </a:xfrm>
          <a:prstGeom prst="rect">
            <a:avLst/>
          </a:prstGeom>
          <a:noFill/>
          <a:ln>
            <a:noFill/>
          </a:ln>
          <a:effectLst/>
        </p:spPr>
      </p:pic>
    </p:spTree>
  </p:cSld>
  <p:clrMapOvr>
    <a:masterClrMapping/>
  </p:clrMapOvr>
  <p:timing>
    <p:tnLst>
      <p:par>
        <p:cTn id="1" dur="indefinite" restart="never" nodeType="tmRoot"/>
      </p:par>
    </p:tnLst>
  </p:timing>
</p:sld>
</file>

<file path=ppt/slides/slide4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G/g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us" sz="3200" cap="none"/>
              <a:t>Comparing Search Strategies </a:t>
            </a:r>
            <a:endParaRPr lang="en-us" sz="3200" cap="none"/>
          </a:p>
        </p:txBody>
      </p:sp>
      <p:pic>
        <p:nvPicPr>
          <p:cNvPr id="3" name="Picture 4"/>
          <p:cNvPicPr>
            <a:picLocks noChangeAspect="1"/>
            <a:extLst>
              <a:ext uri="smNativeData">
                <pr:smNativeData xmlns:pr="smNativeData" xmlns="smNativeData" val="SMDATA_17_VcZh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HgAAADBDAAAyDcAALUbAAAQAAAAJgAAAAgAAAD//////////w=="/>
              </a:ext>
            </a:extLst>
          </p:cNvPicPr>
          <p:nvPr/>
        </p:nvPicPr>
        <p:blipFill>
          <a:blip r:embed="rId3"/>
          <a:stretch>
            <a:fillRect/>
          </a:stretch>
        </p:blipFill>
        <p:spPr>
          <a:xfrm>
            <a:off x="76200" y="2073275"/>
            <a:ext cx="8991600" cy="2430780"/>
          </a:xfrm>
          <a:prstGeom prst="rect">
            <a:avLst/>
          </a:prstGeom>
          <a:noFill/>
          <a:ln>
            <a:noFill/>
          </a:ln>
          <a:effectLst/>
        </p:spPr>
      </p:pic>
      <p:sp>
        <p:nvSpPr>
          <p:cNvPr id="4" name="Text Box 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AQAACkdAAD4NAAAOCIAABAgAAAmAAAACAAAAP//////////"/>
              </a:ext>
            </a:extLst>
          </p:cNvSpPr>
          <p:nvPr/>
        </p:nvSpPr>
        <p:spPr>
          <a:xfrm>
            <a:off x="685800" y="4740275"/>
            <a:ext cx="7924800" cy="822325"/>
          </a:xfrm>
          <a:prstGeom prst="rect">
            <a:avLst/>
          </a:prstGeom>
          <a:noFill/>
          <a:ln>
            <a:noFill/>
          </a:ln>
          <a:effectLst/>
        </p:spPr>
        <p:txBody>
          <a:bodyPr vert="horz" wrap="square" lIns="91440" tIns="45720" rIns="91440" bIns="45720" numCol="1" spcCol="215900" anchor="t"/>
          <a:lstStyle/>
          <a:p>
            <a:pPr/>
            <a:r>
              <a:rPr lang="en-us" i="1" cap="none"/>
              <a:t>b</a:t>
            </a:r>
            <a:r>
              <a:rPr lang="en-us" cap="none"/>
              <a:t> – branching factor		</a:t>
            </a:r>
            <a:r>
              <a:rPr lang="en-us" i="1" cap="none"/>
              <a:t>d</a:t>
            </a:r>
            <a:r>
              <a:rPr lang="en-us" cap="none"/>
              <a:t> – depth of optimal solution</a:t>
            </a:r>
            <a:endParaRPr lang="en-us" cap="none"/>
          </a:p>
          <a:p>
            <a:pPr/>
            <a:r>
              <a:rPr lang="en-us" i="1" cap="none"/>
              <a:t>m</a:t>
            </a:r>
            <a:r>
              <a:rPr lang="en-us" cap="none"/>
              <a:t> – maximum depth 		</a:t>
            </a:r>
            <a:r>
              <a:rPr lang="en-us" i="1" cap="none"/>
              <a:t>l </a:t>
            </a:r>
            <a:r>
              <a:rPr lang="en-us" cap="none"/>
              <a:t>– depth limit</a:t>
            </a:r>
            <a:endParaRPr lang="en-us" cap="none"/>
          </a:p>
        </p:txBody>
      </p:sp>
    </p:spTree>
  </p:cSld>
  <p:clrMapOvr>
    <a:masterClrMapping/>
  </p:clrMapOvr>
  <p:timing>
    <p:tnLst>
      <p:par>
        <p:cTn id="1" dur="indefinite" restart="never" nodeType="tmRoot"/>
      </p:par>
    </p:tnLst>
  </p:timing>
</p:sld>
</file>

<file path=ppt/slides/slide4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GCA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us" sz="3200" cap="none"/>
              <a:t>Avoiding Repeated States </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AAAAAAAAA"/>
              </a:ext>
            </a:extLst>
          </p:cNvSpPr>
          <p:nvPr>
            <p:ph type="body" idx="1"/>
          </p:nvPr>
        </p:nvSpPr>
        <p:spPr/>
        <p:txBody>
          <a:bodyPr/>
          <a:lstStyle/>
          <a:p>
            <a:pPr>
              <a:lnSpc>
                <a:spcPct val="90000"/>
              </a:lnSpc>
            </a:pPr>
            <a:r>
              <a:rPr lang="en-us" sz="2800" cap="none"/>
              <a:t>In increasing order of effectiveness in reducing size of state space and with increasing computational costs:</a:t>
            </a:r>
            <a:endParaRPr lang="en-us" sz="2800" cap="none"/>
          </a:p>
          <a:p>
            <a:pPr lvl="1">
              <a:lnSpc>
                <a:spcPct val="90000"/>
              </a:lnSpc>
              <a:buNone/>
            </a:pPr>
            <a:r>
              <a:rPr lang="en-us" sz="2800" cap="none"/>
              <a:t>1. Do not return to the state you just came from. </a:t>
            </a:r>
            <a:endParaRPr lang="en-us" sz="2800" cap="none"/>
          </a:p>
          <a:p>
            <a:pPr lvl="1">
              <a:lnSpc>
                <a:spcPct val="90000"/>
              </a:lnSpc>
              <a:buNone/>
            </a:pPr>
            <a:r>
              <a:rPr lang="en-us" sz="2800" cap="none"/>
              <a:t>2. Do not create paths with cycles in them. </a:t>
            </a:r>
            <a:endParaRPr lang="en-us" sz="2800" cap="none"/>
          </a:p>
          <a:p>
            <a:pPr lvl="1">
              <a:lnSpc>
                <a:spcPct val="90000"/>
              </a:lnSpc>
              <a:buNone/>
            </a:pPr>
            <a:r>
              <a:rPr lang="en-us" sz="2800" cap="none"/>
              <a:t>3. Do not generate any state that was ever created before.</a:t>
            </a:r>
            <a:r>
              <a:rPr lang="en-us" sz="2400" cap="none"/>
              <a:t> </a:t>
            </a:r>
            <a:endParaRPr lang="en-us" sz="2400" cap="none"/>
          </a:p>
          <a:p>
            <a:pPr>
              <a:lnSpc>
                <a:spcPct val="90000"/>
              </a:lnSpc>
            </a:pPr>
            <a:r>
              <a:rPr lang="en-us" sz="2800" cap="none"/>
              <a:t>Net effect depends on frequency of “loops” in state space. </a:t>
            </a:r>
            <a:endParaRPr lang="en-us" sz="2800" cap="none"/>
          </a:p>
        </p:txBody>
      </p:sp>
    </p:spTree>
  </p:cSld>
  <p:clrMapOvr>
    <a:masterClrMapping/>
  </p:clrMapOvr>
  <p:timing>
    <p:tnLst>
      <p:par>
        <p:cTn id="1" dur="indefinite" restart="never" nodeType="tmRoot"/>
      </p:par>
    </p:tnLst>
  </p:timing>
</p:sld>
</file>

<file path=ppt/slides/slide4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DAIAALEBAABmKAAAFAcAABAAAAAmAAAACAAAAAEgAAAAAAAA"/>
              </a:ext>
            </a:extLst>
          </p:cNvSpPr>
          <p:nvPr>
            <p:ph type="title"/>
          </p:nvPr>
        </p:nvSpPr>
        <p:spPr>
          <a:xfrm>
            <a:off x="332740" y="274955"/>
            <a:ext cx="6234430" cy="875665"/>
          </a:xfrm>
        </p:spPr>
        <p:txBody>
          <a:bodyPr vert="horz" wrap="square" lIns="0" tIns="0" rIns="0" bIns="0" numCol="1" spcCol="215900" anchor="ctr">
            <a:prstTxWarp prst="textNoShape">
              <a:avLst/>
            </a:prstTxWarp>
          </a:bodyPr>
          <a:lstStyle/>
          <a:p>
            <a:pPr algn="ctr">
              <a:defRPr sz="2800" cap="none"/>
            </a:pPr>
            <a:r>
              <a:rPr lang="en-us" cap="none"/>
              <a:t>A State Space that Generates an</a:t>
            </a:r>
            <a:br/>
            <a:r>
              <a:rPr lang="en-us" cap="none"/>
              <a:t> Exponentially Growing  Search Space </a:t>
            </a:r>
            <a:endParaRPr lang="en-us" cap="none"/>
          </a:p>
        </p:txBody>
      </p:sp>
      <p:pic>
        <p:nvPicPr>
          <p:cNvPr id="3" name="Picture 4"/>
          <p:cNvPicPr>
            <a:picLocks noChangeAspect="1"/>
            <a:extLst>
              <a:ext uri="smNativeData">
                <pr:smNativeData xmlns:pr="smNativeData" xmlns="smNativeData" val="SMDATA_17_VcZhaRMAAAAlAAAAEQAAAC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AcAAAA4AAAAAAAAAAAAAAAAAAAA////AAAAAAAAAAAAAAAAAAAAAAAAAAAAAAAAAAAAAABkAAAAZAAAAAAAAAAjAAAABAAAAGQAAAAXAAAAFAAAAAAAAAAAAAAA/38AAP9/AAAAAAAACQAAAAQAAAA+6Nms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E+BvQX///8BAAAAAAAAAAAAAAAAAAAAAAAAAAAAAAAAAAAAAAAAAAAAAAACf39/AB9JfQPMzMwAwMD/AH9/fwAAAAAAAAAAAAAAAAD///8AAAAAACEAAAAYAAAAFAAAAFgCAABoEAAAYDYAAFMjAAAQAAAAJgAAAAgAAAD//////////w=="/>
              </a:ext>
            </a:extLst>
          </p:cNvPicPr>
          <p:nvPr/>
        </p:nvPicPr>
        <p:blipFill>
          <a:blip r:embed="rId3"/>
          <a:stretch>
            <a:fillRect/>
          </a:stretch>
        </p:blipFill>
        <p:spPr>
          <a:xfrm>
            <a:off x="381000" y="2667000"/>
            <a:ext cx="8458200" cy="3075305"/>
          </a:xfrm>
          <a:prstGeom prst="rect">
            <a:avLst/>
          </a:prstGeom>
          <a:noFill/>
          <a:ln>
            <a:noFill/>
          </a:ln>
          <a:effectLst/>
        </p:spPr>
      </p:pic>
    </p:spTree>
  </p:cSld>
  <p:clrMapOvr>
    <a:masterClrMapping/>
  </p:clrMapOvr>
  <p:timing>
    <p:tnLst>
      <p:par>
        <p:cTn id="1" dur="indefinite" restart="never" nodeType="tmRoot"/>
      </p:par>
    </p:tnLst>
  </p:timing>
</p:sld>
</file>

<file path=ppt/slides/slide4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show="0">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C3Hy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sAQAAGgBAACANAAAcAgAABAAAAAmAAAACAAAAAEAAAAAAAAA"/>
              </a:ext>
            </a:extLst>
          </p:cNvSpPr>
          <p:nvPr>
            <p:ph type="title"/>
          </p:nvPr>
        </p:nvSpPr>
        <p:spPr>
          <a:xfrm>
            <a:off x="762000" y="228600"/>
            <a:ext cx="7772400" cy="1143000"/>
          </a:xfrm>
        </p:spPr>
        <p:txBody>
          <a:bodyPr/>
          <a:lstStyle/>
          <a:p>
            <a:pPr algn="ctr"/>
            <a:r>
              <a:rPr lang="en-us" sz="3200" cap="none"/>
              <a:t>Graph Search</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s3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OgIAAAINAAAUCgAABAAAAAmAAAACAAAAAEAAAAAAAAA"/>
              </a:ext>
            </a:extLst>
          </p:cNvSpPr>
          <p:nvPr>
            <p:ph type="body" idx="1"/>
          </p:nvPr>
        </p:nvSpPr>
        <p:spPr>
          <a:xfrm>
            <a:off x="685800" y="1447800"/>
            <a:ext cx="7772400" cy="5105400"/>
          </a:xfrm>
        </p:spPr>
        <p:txBody>
          <a:bodyPr/>
          <a:lstStyle/>
          <a:p>
            <a:pPr>
              <a:lnSpc>
                <a:spcPct val="80000"/>
              </a:lnSpc>
              <a:buNone/>
            </a:pPr>
            <a:r>
              <a:rPr lang="en-us" cap="none">
                <a:latin typeface="Courier New" pitchFamily="1" charset="0"/>
                <a:ea typeface="Arial" pitchFamily="1" charset="0"/>
                <a:cs typeface="Arial" pitchFamily="1" charset="0"/>
              </a:rPr>
              <a:t>function graph-search (problem, QUEUEING-FUNCTION)</a:t>
            </a:r>
            <a:endParaRPr lang="en-us" cap="none">
              <a:latin typeface="Courier New" pitchFamily="1" charset="0"/>
              <a:ea typeface="Arial" pitchFamily="1" charset="0"/>
              <a:cs typeface="Arial" pitchFamily="1" charset="0"/>
            </a:endParaRPr>
          </a:p>
          <a:p>
            <a:pPr>
              <a:lnSpc>
                <a:spcPct val="80000"/>
              </a:lnSpc>
              <a:buNone/>
            </a:pPr>
            <a:r>
              <a:rPr lang="en-us" cap="none"/>
              <a:t>;; </a:t>
            </a:r>
            <a:r>
              <a:rPr lang="en-us" cap="none">
                <a:solidFill>
                  <a:srgbClr val="FF0000"/>
                </a:solidFill>
              </a:rPr>
              <a:t>problem</a:t>
            </a:r>
            <a:r>
              <a:rPr lang="en-us" cap="none"/>
              <a:t> describes the start state, operators, goal test, and operator costs</a:t>
            </a:r>
            <a:endParaRPr lang="en-us" cap="none"/>
          </a:p>
          <a:p>
            <a:pPr>
              <a:lnSpc>
                <a:spcPct val="80000"/>
              </a:lnSpc>
              <a:buNone/>
            </a:pPr>
            <a:r>
              <a:rPr lang="en-us" cap="none"/>
              <a:t>;; q</a:t>
            </a:r>
            <a:r>
              <a:rPr lang="en-us" cap="none">
                <a:solidFill>
                  <a:srgbClr val="FF0000"/>
                </a:solidFill>
              </a:rPr>
              <a:t>ueueing-function</a:t>
            </a:r>
            <a:r>
              <a:rPr lang="en-us" cap="none"/>
              <a:t> is a comparator function that ranks two states</a:t>
            </a:r>
            <a:endParaRPr lang="en-us" cap="none"/>
          </a:p>
          <a:p>
            <a:pPr>
              <a:lnSpc>
                <a:spcPct val="80000"/>
              </a:lnSpc>
              <a:buNone/>
            </a:pPr>
            <a:r>
              <a:rPr lang="en-us" cap="none"/>
              <a:t>;; </a:t>
            </a:r>
            <a:r>
              <a:rPr lang="en-us" cap="none">
                <a:solidFill>
                  <a:srgbClr val="FF0000"/>
                </a:solidFill>
              </a:rPr>
              <a:t>graph-search </a:t>
            </a:r>
            <a:r>
              <a:rPr lang="en-us" cap="none"/>
              <a:t>returns either a goal node or </a:t>
            </a:r>
            <a:r>
              <a:rPr lang="en-us" cap="none">
                <a:latin typeface="Courier" pitchFamily="0" charset="0"/>
                <a:ea typeface="Arial" pitchFamily="1" charset="0"/>
                <a:cs typeface="Arial" pitchFamily="1" charset="0"/>
              </a:rPr>
              <a:t>failure</a:t>
            </a:r>
            <a:endParaRPr lang="en-us" cap="none"/>
          </a:p>
          <a:p>
            <a:pPr>
              <a:lnSpc>
                <a:spcPct val="80000"/>
              </a:lnSpc>
              <a:buNone/>
            </a:pPr>
            <a:r>
              <a:rPr lang="en-us" cap="none">
                <a:latin typeface="Courier New" pitchFamily="1" charset="0"/>
                <a:ea typeface="Arial" pitchFamily="1" charset="0"/>
                <a:cs typeface="Arial" pitchFamily="1" charset="0"/>
              </a:rPr>
              <a:t>nodes = MAKE-QUEUE(MAKE-NODE(problem.INITIAL-STATE))</a:t>
            </a:r>
            <a:endParaRPr lang="en-us" cap="none">
              <a:latin typeface="Courier New" pitchFamily="1" charset="0"/>
              <a:ea typeface="Arial" pitchFamily="1" charset="0"/>
              <a:cs typeface="Arial" pitchFamily="1" charset="0"/>
            </a:endParaRPr>
          </a:p>
          <a:p>
            <a:pPr>
              <a:lnSpc>
                <a:spcPct val="80000"/>
              </a:lnSpc>
              <a:buNone/>
            </a:pPr>
            <a:r>
              <a:rPr lang="en-us" cap="none">
                <a:latin typeface="Courier New" pitchFamily="1" charset="0"/>
                <a:ea typeface="Arial" pitchFamily="1" charset="0"/>
                <a:cs typeface="Arial" pitchFamily="1" charset="0"/>
              </a:rPr>
              <a:t>	closed = {}</a:t>
            </a:r>
            <a:endParaRPr lang="en-us" cap="none">
              <a:latin typeface="Courier New" pitchFamily="1" charset="0"/>
              <a:ea typeface="Arial" pitchFamily="1" charset="0"/>
              <a:cs typeface="Arial" pitchFamily="1" charset="0"/>
            </a:endParaRPr>
          </a:p>
          <a:p>
            <a:pPr>
              <a:lnSpc>
                <a:spcPct val="80000"/>
              </a:lnSpc>
              <a:buNone/>
            </a:pPr>
            <a:r>
              <a:rPr lang="en-us" cap="none">
                <a:latin typeface="Courier New" pitchFamily="1" charset="0"/>
                <a:ea typeface="Arial" pitchFamily="1" charset="0"/>
                <a:cs typeface="Arial" pitchFamily="1" charset="0"/>
              </a:rPr>
              <a:t>  loop</a:t>
            </a:r>
            <a:endParaRPr lang="en-us" cap="none">
              <a:latin typeface="Courier New" pitchFamily="1" charset="0"/>
              <a:ea typeface="Arial" pitchFamily="1" charset="0"/>
              <a:cs typeface="Arial" pitchFamily="1" charset="0"/>
            </a:endParaRPr>
          </a:p>
          <a:p>
            <a:pPr>
              <a:lnSpc>
                <a:spcPct val="80000"/>
              </a:lnSpc>
              <a:buNone/>
            </a:pPr>
            <a:r>
              <a:rPr lang="en-us" cap="none">
                <a:latin typeface="Courier New" pitchFamily="1" charset="0"/>
                <a:ea typeface="Arial" pitchFamily="1" charset="0"/>
                <a:cs typeface="Arial" pitchFamily="1" charset="0"/>
              </a:rPr>
              <a:t>     if EMPTY(nodes) then return "failure"</a:t>
            </a:r>
            <a:endParaRPr lang="en-us" cap="none">
              <a:latin typeface="Courier New" pitchFamily="1" charset="0"/>
              <a:ea typeface="Arial" pitchFamily="1" charset="0"/>
              <a:cs typeface="Arial" pitchFamily="1" charset="0"/>
            </a:endParaRPr>
          </a:p>
          <a:p>
            <a:pPr>
              <a:lnSpc>
                <a:spcPct val="80000"/>
              </a:lnSpc>
              <a:buNone/>
            </a:pPr>
            <a:r>
              <a:rPr lang="en-us" cap="none">
                <a:latin typeface="Courier New" pitchFamily="1" charset="0"/>
                <a:ea typeface="Arial" pitchFamily="1" charset="0"/>
                <a:cs typeface="Arial" pitchFamily="1" charset="0"/>
              </a:rPr>
              <a:t>     node = REMOVE-FRONT(nodes)</a:t>
            </a:r>
            <a:endParaRPr lang="en-us" cap="none">
              <a:latin typeface="Courier New" pitchFamily="1" charset="0"/>
              <a:ea typeface="Arial" pitchFamily="1" charset="0"/>
              <a:cs typeface="Arial" pitchFamily="1" charset="0"/>
            </a:endParaRPr>
          </a:p>
          <a:p>
            <a:pPr>
              <a:lnSpc>
                <a:spcPct val="80000"/>
              </a:lnSpc>
              <a:buNone/>
            </a:pPr>
            <a:r>
              <a:rPr lang="en-us" cap="none">
                <a:latin typeface="Courier New" pitchFamily="1" charset="0"/>
                <a:ea typeface="Arial" pitchFamily="1" charset="0"/>
                <a:cs typeface="Arial" pitchFamily="1" charset="0"/>
              </a:rPr>
              <a:t>     if problem.GOAL-TEST(node.STATE) succeeds</a:t>
            </a:r>
            <a:endParaRPr lang="en-us" cap="none">
              <a:latin typeface="Courier New" pitchFamily="1" charset="0"/>
              <a:ea typeface="Arial" pitchFamily="1" charset="0"/>
              <a:cs typeface="Arial" pitchFamily="1" charset="0"/>
            </a:endParaRPr>
          </a:p>
          <a:p>
            <a:pPr>
              <a:lnSpc>
                <a:spcPct val="80000"/>
              </a:lnSpc>
              <a:buNone/>
            </a:pPr>
            <a:r>
              <a:rPr lang="en-us" cap="none">
                <a:latin typeface="Courier New" pitchFamily="1" charset="0"/>
                <a:ea typeface="Arial" pitchFamily="1" charset="0"/>
                <a:cs typeface="Arial" pitchFamily="1" charset="0"/>
              </a:rPr>
              <a:t>        then return node.SOLUTION</a:t>
            </a:r>
            <a:endParaRPr lang="en-us" cap="none">
              <a:latin typeface="Courier New" pitchFamily="1" charset="0"/>
              <a:ea typeface="Arial" pitchFamily="1" charset="0"/>
              <a:cs typeface="Arial" pitchFamily="1" charset="0"/>
            </a:endParaRPr>
          </a:p>
          <a:p>
            <a:pPr>
              <a:lnSpc>
                <a:spcPct val="80000"/>
              </a:lnSpc>
              <a:buNone/>
            </a:pPr>
            <a:r>
              <a:rPr lang="en-us" cap="none">
                <a:latin typeface="Courier New" pitchFamily="1" charset="0"/>
                <a:ea typeface="Arial" pitchFamily="1" charset="0"/>
                <a:cs typeface="Arial" pitchFamily="1" charset="0"/>
              </a:rPr>
              <a:t>     if node.STATE is not in closed</a:t>
            </a:r>
            <a:endParaRPr lang="en-us" cap="none">
              <a:latin typeface="Courier New" pitchFamily="1" charset="0"/>
              <a:ea typeface="Arial" pitchFamily="1" charset="0"/>
              <a:cs typeface="Arial" pitchFamily="1" charset="0"/>
            </a:endParaRPr>
          </a:p>
          <a:p>
            <a:pPr>
              <a:lnSpc>
                <a:spcPct val="80000"/>
              </a:lnSpc>
              <a:buNone/>
            </a:pPr>
            <a:r>
              <a:rPr lang="en-us" cap="none">
                <a:latin typeface="Courier New" pitchFamily="1" charset="0"/>
                <a:ea typeface="Arial" pitchFamily="1" charset="0"/>
                <a:cs typeface="Arial" pitchFamily="1" charset="0"/>
              </a:rPr>
              <a:t>	      then ADD(node, closed)</a:t>
            </a:r>
            <a:endParaRPr lang="en-us" cap="none">
              <a:latin typeface="Courier New" pitchFamily="1" charset="0"/>
              <a:ea typeface="Arial" pitchFamily="1" charset="0"/>
              <a:cs typeface="Arial" pitchFamily="1" charset="0"/>
            </a:endParaRPr>
          </a:p>
          <a:p>
            <a:pPr>
              <a:lnSpc>
                <a:spcPct val="80000"/>
              </a:lnSpc>
              <a:buNone/>
            </a:pPr>
            <a:r>
              <a:rPr lang="en-us" cap="none">
                <a:latin typeface="Courier New" pitchFamily="1" charset="0"/>
                <a:ea typeface="Arial" pitchFamily="1" charset="0"/>
                <a:cs typeface="Arial" pitchFamily="1" charset="0"/>
              </a:rPr>
              <a:t>     	      nodes = QUEUEING-FUNCTION(nodes,   </a:t>
            </a:r>
            <a:endParaRPr lang="en-us" cap="none">
              <a:latin typeface="Courier New" pitchFamily="1" charset="0"/>
              <a:ea typeface="Arial" pitchFamily="1" charset="0"/>
              <a:cs typeface="Arial" pitchFamily="1" charset="0"/>
            </a:endParaRPr>
          </a:p>
          <a:p>
            <a:pPr>
              <a:lnSpc>
                <a:spcPct val="80000"/>
              </a:lnSpc>
              <a:buNone/>
            </a:pPr>
            <a:r>
              <a:rPr lang="en-us" cap="none">
                <a:latin typeface="Courier New" pitchFamily="1" charset="0"/>
                <a:ea typeface="Arial" pitchFamily="1" charset="0"/>
                <a:cs typeface="Arial" pitchFamily="1" charset="0"/>
              </a:rPr>
              <a:t>		          EXPAND(node, problem.OPERATORS))</a:t>
            </a:r>
            <a:endParaRPr lang="en-us" cap="none">
              <a:latin typeface="Courier New" pitchFamily="1" charset="0"/>
              <a:ea typeface="Arial" pitchFamily="1" charset="0"/>
              <a:cs typeface="Arial" pitchFamily="1" charset="0"/>
            </a:endParaRPr>
          </a:p>
          <a:p>
            <a:pPr>
              <a:lnSpc>
                <a:spcPct val="80000"/>
              </a:lnSpc>
              <a:buNone/>
            </a:pPr>
            <a:r>
              <a:rPr lang="en-us" cap="none">
                <a:latin typeface="Courier New" pitchFamily="1" charset="0"/>
                <a:ea typeface="Arial" pitchFamily="1" charset="0"/>
                <a:cs typeface="Arial" pitchFamily="1" charset="0"/>
              </a:rPr>
              <a:t> end</a:t>
            </a:r>
            <a:endParaRPr lang="en-us" cap="none">
              <a:latin typeface="Courier New" pitchFamily="1" charset="0"/>
              <a:ea typeface="Arial" pitchFamily="1" charset="0"/>
              <a:cs typeface="Arial" pitchFamily="1" charset="0"/>
            </a:endParaRPr>
          </a:p>
          <a:p>
            <a:pPr>
              <a:lnSpc>
                <a:spcPct val="80000"/>
              </a:lnSpc>
              <a:buNone/>
            </a:pPr>
            <a:r>
              <a:rPr lang="en-us" cap="none"/>
              <a:t>     ;; Note: The goal test is NOT done when nodes are generated</a:t>
            </a:r>
            <a:endParaRPr lang="en-us" cap="none"/>
          </a:p>
          <a:p>
            <a:pPr>
              <a:lnSpc>
                <a:spcPct val="80000"/>
              </a:lnSpc>
              <a:buNone/>
            </a:pPr>
            <a:r>
              <a:rPr lang="en-us" cap="none"/>
              <a:t>     ;; Note: closed should be implemented as a hash table for efficiency</a:t>
            </a:r>
            <a:endParaRPr lang="en-us" cap="none"/>
          </a:p>
        </p:txBody>
      </p:sp>
    </p:spTree>
  </p:cSld>
  <p:clrMapOvr>
    <a:masterClrMapping/>
  </p:clrMapOvr>
  <p:timing>
    <p:tnLst>
      <p:par>
        <p:cTn id="1" dur="indefinite" restart="never" nodeType="tmRoot"/>
      </p:par>
    </p:tnLst>
  </p:timing>
</p:sld>
</file>

<file path=ppt/slides/slide4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HNg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us" sz="3200" cap="none"/>
              <a:t>Graph Search Strategies</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ZW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gAAAAAAAA"/>
              </a:ext>
            </a:extLst>
          </p:cNvSpPr>
          <p:nvPr>
            <p:ph type="body" idx="1"/>
          </p:nvPr>
        </p:nvSpPr>
        <p:spPr/>
        <p:txBody>
          <a:bodyPr vert="horz" wrap="square" lIns="0" tIns="0" rIns="0" bIns="0" numCol="1" spcCol="215900" anchor="t">
            <a:prstTxWarp prst="textNoShape">
              <a:avLst/>
            </a:prstTxWarp>
          </a:bodyPr>
          <a:lstStyle/>
          <a:p>
            <a:pPr/>
            <a:r>
              <a:rPr lang="en-us" cap="none"/>
              <a:t>Breadth-first search and uniform-cost search are optimal graph search strategies.</a:t>
            </a:r>
            <a:endParaRPr lang="en-us" cap="none"/>
          </a:p>
          <a:p>
            <a:pPr/>
            <a:endParaRPr lang="en-us" cap="none"/>
          </a:p>
          <a:p>
            <a:pPr/>
            <a:r>
              <a:rPr lang="en-us" cap="none"/>
              <a:t>Iterative deepening search and depth-first search can follow a non-optimal path to the goal.</a:t>
            </a:r>
            <a:endParaRPr lang="en-us" cap="none"/>
          </a:p>
          <a:p>
            <a:pPr/>
            <a:endParaRPr lang="en-us" cap="none"/>
          </a:p>
          <a:p>
            <a:pPr/>
            <a:r>
              <a:rPr lang="en-us" cap="none"/>
              <a:t>Iterative deepening search can be used with modification:</a:t>
            </a:r>
            <a:endParaRPr lang="en-us" cap="none"/>
          </a:p>
          <a:p>
            <a:pPr lvl="1"/>
            <a:r>
              <a:rPr lang="en-us" cap="none"/>
              <a:t>It must check whether a new path to a node is better than the original one</a:t>
            </a:r>
            <a:endParaRPr lang="en-us" cap="none"/>
          </a:p>
          <a:p>
            <a:pPr lvl="1"/>
            <a:r>
              <a:rPr lang="en-us" cap="none"/>
              <a:t>If so, IDS must revise the depths and path costs of the node’s descendants.</a:t>
            </a:r>
            <a:endParaRPr lang="en-us" cap="none"/>
          </a:p>
        </p:txBody>
      </p:sp>
    </p:spTree>
  </p:cSld>
  <p:clrMapOvr>
    <a:masterClrMapping/>
  </p:clrMapOvr>
  <p:timing>
    <p:tnLst>
      <p:par>
        <p:cTn id="1" dur="indefinite" restart="never" nodeType="tmRoot"/>
      </p:par>
    </p:tnLst>
  </p:timing>
</p:sld>
</file>

<file path=ppt/slides/slide4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4"/>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OAQAABsNAAAINAAAJhYAABAAAAAmAAAACAAAAAAAAAAAAAAA"/>
              </a:ext>
            </a:extLst>
          </p:cNvSpPr>
          <p:nvPr>
            <p:ph type="ctrTitle"/>
          </p:nvPr>
        </p:nvSpPr>
        <p:spPr/>
        <p:txBody>
          <a:bodyPr/>
          <a:lstStyle/>
          <a:p>
            <a:pPr algn="ctr"/>
            <a:r>
              <a:rPr lang="en-us" sz="4000" cap="none"/>
              <a:t>Informed Search Methods</a:t>
            </a:r>
            <a:endParaRPr lang="en-us" sz="4000" cap="none"/>
          </a:p>
        </p:txBody>
      </p:sp>
    </p:spTree>
  </p:cSld>
  <p:clrMapOvr>
    <a:masterClrMapping/>
  </p:clrMapOvr>
  <p:timing>
    <p:tnLst>
      <p:par>
        <p:cTn id="1" dur="indefinite" restart="never" nodeType="tmRoot"/>
      </p:par>
    </p:tnLst>
  </p:timing>
</p:sld>
</file>

<file path=ppt/slides/slide4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lgn="ctr">
              <a:defRPr cap="none">
                <a:solidFill>
                  <a:srgbClr val="0000FF"/>
                </a:solidFill>
              </a:defRPr>
            </a:pPr>
            <a:r>
              <a:rPr lang="en-ca" sz="3200" cap="none"/>
              <a:t>Informed Search</a:t>
            </a:r>
            <a:endParaRPr lang="en-ca" sz="3200" cap="none"/>
          </a:p>
        </p:txBody>
      </p:sp>
      <p:sp>
        <p:nvSpPr>
          <p:cNvPr id="3" name="Content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JgIAABwNQAAcCQAABAAAAAmAAAACAAAAAEAAAAAAAAA"/>
              </a:ext>
            </a:extLst>
          </p:cNvSpPr>
          <p:nvPr>
            <p:ph type="body" idx="1"/>
          </p:nvPr>
        </p:nvSpPr>
        <p:spPr>
          <a:xfrm>
            <a:off x="457200" y="1397000"/>
            <a:ext cx="8229600" cy="4526280"/>
          </a:xfrm>
        </p:spPr>
        <p:txBody>
          <a:bodyPr/>
          <a:lstStyle/>
          <a:p>
            <a:pPr/>
            <a:r>
              <a:rPr lang="en-ca" sz="2400" cap="none"/>
              <a:t>Blind search methods take O(b</a:t>
            </a:r>
            <a:r>
              <a:rPr lang="en-ca" sz="2400" cap="none" baseline="30000"/>
              <a:t>m</a:t>
            </a:r>
            <a:r>
              <a:rPr lang="en-ca" sz="2400" cap="none"/>
              <a:t>) in the worst case</a:t>
            </a:r>
            <a:endParaRPr lang="en-ca" sz="2400" cap="none"/>
          </a:p>
          <a:p>
            <a:pPr/>
            <a:endParaRPr lang="en-ca" sz="2400" cap="none"/>
          </a:p>
          <a:p>
            <a:pPr/>
            <a:r>
              <a:rPr lang="en-ca" sz="2400" cap="none"/>
              <a:t>May make blind search algorithms prohibitively slow where d is large</a:t>
            </a:r>
            <a:endParaRPr lang="en-ca" sz="2400" cap="none"/>
          </a:p>
          <a:p>
            <a:pPr/>
            <a:endParaRPr lang="en-ca" sz="2400" cap="none"/>
          </a:p>
          <a:p>
            <a:pPr/>
            <a:r>
              <a:rPr lang="en-ca" sz="2400" cap="none"/>
              <a:t>How can we reduce the running time?</a:t>
            </a:r>
            <a:endParaRPr lang="en-ca" sz="2400" cap="none"/>
          </a:p>
          <a:p>
            <a:pPr lvl="1"/>
            <a:r>
              <a:rPr lang="en-ca" cap="none"/>
              <a:t>Use problem-specific knowledge to pick which states are better candidates</a:t>
            </a:r>
            <a:endParaRPr lang="en-ca" cap="none"/>
          </a:p>
        </p:txBody>
      </p:sp>
    </p:spTree>
  </p:cSld>
  <p:clrMapOvr>
    <a:masterClrMapping/>
  </p:clrMapOvr>
  <p:timing>
    <p:tnLst>
      <p:par>
        <p:cTn id="1" dur="indefinite" restart="never" nodeType="tmRoot"/>
      </p:par>
    </p:tnLst>
  </p:timing>
</p:sld>
</file>

<file path=ppt/slides/slide5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lgn="ctr">
              <a:defRPr cap="none">
                <a:solidFill>
                  <a:srgbClr val="0000FF"/>
                </a:solidFill>
              </a:defRPr>
            </a:pPr>
            <a:r>
              <a:rPr lang="en-ca" sz="3200" cap="none"/>
              <a:t>Informed Search</a:t>
            </a:r>
            <a:endParaRPr lang="en-ca" sz="3200" cap="none"/>
          </a:p>
        </p:txBody>
      </p:sp>
      <p:sp>
        <p:nvSpPr>
          <p:cNvPr id="3" name="Content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G4j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JgIAABwNQAAcCQAABAAAAAmAAAACAAAAAEAAAAAAAAA"/>
              </a:ext>
            </a:extLst>
          </p:cNvSpPr>
          <p:nvPr>
            <p:ph type="body" idx="1"/>
          </p:nvPr>
        </p:nvSpPr>
        <p:spPr>
          <a:xfrm>
            <a:off x="457200" y="1397000"/>
            <a:ext cx="8229600" cy="4526280"/>
          </a:xfrm>
        </p:spPr>
        <p:txBody>
          <a:bodyPr/>
          <a:lstStyle/>
          <a:p>
            <a:pPr/>
            <a:r>
              <a:rPr lang="en-us" sz="2400" cap="none"/>
              <a:t>Also called heuristic search</a:t>
            </a:r>
            <a:endParaRPr lang="en-us" sz="2400" cap="none"/>
          </a:p>
          <a:p>
            <a:pPr/>
            <a:endParaRPr lang="en-ca" sz="2400" cap="none"/>
          </a:p>
          <a:p>
            <a:pPr/>
            <a:r>
              <a:rPr lang="en-ca" sz="2400" cap="none"/>
              <a:t>In a heuristic search each state is assigned a “heuristic value” (h-value) that the search uses in selecting the “best” next step</a:t>
            </a:r>
            <a:endParaRPr lang="en-ca" sz="2400" cap="none"/>
          </a:p>
          <a:p>
            <a:pPr/>
            <a:endParaRPr lang="en-ca" sz="2400" cap="none"/>
          </a:p>
          <a:p>
            <a:pPr/>
            <a:r>
              <a:rPr lang="en-us" sz="2400" cap="none"/>
              <a:t>A heuristic is an operationally-effective nugget of information on how to direct search in a problem space</a:t>
            </a:r>
            <a:endParaRPr lang="en-us" sz="2400" cap="none"/>
          </a:p>
          <a:p>
            <a:pPr/>
            <a:endParaRPr lang="en-us" sz="2400" cap="none"/>
          </a:p>
          <a:p>
            <a:pPr/>
            <a:r>
              <a:rPr lang="en-us" sz="2400" cap="none"/>
              <a:t>Heuristics are only approximately correct</a:t>
            </a:r>
            <a:endParaRPr lang="en-us" sz="2400" cap="none"/>
          </a:p>
        </p:txBody>
      </p:sp>
    </p:spTree>
  </p:cSld>
  <p:clrMapOvr>
    <a:masterClrMapping/>
  </p:clrMapOvr>
  <p:timing>
    <p:tnLst>
      <p:par>
        <p:cTn id="1" dur="indefinite" restart="never" nodeType="tmRoot"/>
      </p:par>
    </p:tnLst>
  </p:timing>
</p:sld>
</file>

<file path=ppt/slides/slide5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AH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qAEAAN0CAAB7MQAA1QcAABAAAAAmAAAACAAAAAEAAAAAAAAA"/>
              </a:ext>
            </a:extLst>
          </p:cNvSpPr>
          <p:nvPr>
            <p:ph type="title"/>
          </p:nvPr>
        </p:nvSpPr>
        <p:spPr>
          <a:xfrm>
            <a:off x="269240" y="465455"/>
            <a:ext cx="7774305" cy="807720"/>
          </a:xfrm>
        </p:spPr>
        <p:txBody>
          <a:bodyPr/>
          <a:lstStyle/>
          <a:p>
            <a:pPr>
              <a:defRPr cap="none">
                <a:solidFill>
                  <a:srgbClr val="0000FF"/>
                </a:solidFill>
              </a:defRPr>
            </a:pPr>
            <a:r>
              <a:rPr lang="en-ca" sz="3200" cap="none"/>
              <a:t>Informed Search: </a:t>
            </a:r>
            <a:r>
              <a:rPr lang="en-us" sz="3200" cap="none"/>
              <a:t>Prominent methods</a:t>
            </a:r>
            <a:endParaRPr lang="en-ca" sz="3200" cap="none"/>
          </a:p>
        </p:txBody>
      </p:sp>
      <p:sp>
        <p:nvSpPr>
          <p:cNvPr id="3" name="Content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ygQAAN0LAABwNQAAcCQAABAAAAAmAAAACAAAAAEAAAAAAAAA"/>
              </a:ext>
            </a:extLst>
          </p:cNvSpPr>
          <p:nvPr>
            <p:ph type="body" idx="1"/>
          </p:nvPr>
        </p:nvSpPr>
        <p:spPr>
          <a:xfrm>
            <a:off x="778510" y="1928495"/>
            <a:ext cx="7908290" cy="3994785"/>
          </a:xfrm>
        </p:spPr>
        <p:txBody>
          <a:bodyPr/>
          <a:lstStyle/>
          <a:p>
            <a:pPr/>
            <a:r>
              <a:rPr lang="en-gb" sz="2200" cap="none"/>
              <a:t>Best-First Search</a:t>
            </a:r>
            <a:endParaRPr lang="en-gb" sz="2200" cap="none"/>
          </a:p>
          <a:p>
            <a:pPr/>
            <a:endParaRPr lang="en-gb" sz="2200" cap="none"/>
          </a:p>
          <a:p>
            <a:pPr/>
            <a:r>
              <a:rPr lang="en-gb" sz="2200" cap="none"/>
              <a:t>			A*</a:t>
            </a:r>
            <a:endParaRPr lang="en-gb" sz="2200" cap="none"/>
          </a:p>
          <a:p>
            <a:pPr>
              <a:defRPr lang="en-gb" sz="2200" cap="none"/>
            </a:pPr>
            <a:r>
              <a:t>			Backtracking </a:t>
            </a:r>
          </a:p>
          <a:p>
            <a:pPr/>
            <a:endParaRPr lang="en-gb" sz="2200" cap="none"/>
          </a:p>
          <a:p>
            <a:pPr/>
            <a:r>
              <a:rPr lang="en-gb" sz="2400" cap="none"/>
              <a:t>Hill Climbing</a:t>
            </a:r>
            <a:endParaRPr lang="en-gb" sz="2400" cap="none"/>
          </a:p>
          <a:p>
            <a:pPr/>
            <a:endParaRPr lang="en-gb" sz="2400" cap="none"/>
          </a:p>
          <a:p>
            <a:pPr/>
            <a:r>
              <a:rPr lang="en-gb" sz="2400" cap="none"/>
              <a:t>AO*</a:t>
            </a:r>
            <a:endParaRPr lang="en-gb" sz="2400" cap="none"/>
          </a:p>
          <a:p>
            <a:pPr/>
            <a:endParaRPr lang="en-us" sz="2400" cap="none"/>
          </a:p>
          <a:p>
            <a:pPr/>
            <a:endParaRPr lang="en-ca" cap="none"/>
          </a:p>
        </p:txBody>
      </p:sp>
    </p:spTree>
  </p:cSld>
  <p:clrMapOvr>
    <a:masterClrMapping/>
  </p:clrMapOvr>
  <p:timing>
    <p:tnLst>
      <p:par>
        <p:cTn id="1" dur="indefinite" restart="never" nodeType="tmRoot"/>
      </p:par>
    </p:tnLst>
  </p:timing>
</p:sld>
</file>

<file path=ppt/slides/slide5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KD1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lgn="ctr">
              <a:defRPr cap="none">
                <a:solidFill>
                  <a:srgbClr val="0000FF"/>
                </a:solidFill>
              </a:defRPr>
            </a:pPr>
            <a:r>
              <a:rPr lang="en-gb" sz="3200" cap="none"/>
              <a:t>Cost and Cost Estimation</a:t>
            </a:r>
            <a:endParaRPr lang="en-us" sz="3200" cap="none"/>
          </a:p>
        </p:txBody>
      </p:sp>
      <p:sp>
        <p:nvSpPr>
          <p:cNvPr id="3" name="Content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AAAAAAAAA"/>
              </a:ext>
            </a:extLst>
          </p:cNvSpPr>
          <p:nvPr>
            <p:ph type="body" idx="1"/>
          </p:nvPr>
        </p:nvSpPr>
        <p:spPr/>
        <p:txBody>
          <a:bodyPr/>
          <a:lstStyle/>
          <a:p>
            <a:pPr lvl="1" algn="ctr">
              <a:buNone/>
            </a:pPr>
            <a:r>
              <a:rPr lang="en-us" sz="4000" cap="none"/>
              <a:t>f(n)=g(n)+h(n)</a:t>
            </a:r>
            <a:endParaRPr lang="en-us" sz="4000" cap="none"/>
          </a:p>
          <a:p>
            <a:pPr lvl="1"/>
            <a:endParaRPr lang="en-us" sz="1900" b="1" i="1" cap="none"/>
          </a:p>
          <a:p>
            <a:pPr/>
            <a:r>
              <a:rPr lang="en-us" cap="none"/>
              <a:t>g(n) the cost (so far) to reach the node n</a:t>
            </a:r>
            <a:endParaRPr lang="en-us" cap="none"/>
          </a:p>
          <a:p>
            <a:pPr/>
            <a:r>
              <a:rPr lang="en-us" cap="none"/>
              <a:t>h(n) estimated cost to get from the node to the goal</a:t>
            </a:r>
            <a:endParaRPr lang="en-us" cap="none"/>
          </a:p>
          <a:p>
            <a:pPr/>
            <a:r>
              <a:rPr lang="en-us" cap="none"/>
              <a:t>f(n) estimated total cost of path through n to goal</a:t>
            </a:r>
            <a:endParaRPr lang="en-us" cap="none"/>
          </a:p>
        </p:txBody>
      </p:sp>
    </p:spTree>
  </p:cSld>
  <p:clrMapOvr>
    <a:masterClrMapping/>
  </p:clrMapOvr>
  <p:timing>
    <p:tnLst>
      <p:par>
        <p:cTn id="1" dur="indefinite" restart="never" nodeType="tmRoot"/>
      </p:par>
    </p:tnLst>
  </p:timing>
</p:sld>
</file>

<file path=ppt/slides/slide5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Rectangle 2"/>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QF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EEDAABULAAAtAcAABAAAAAmAAAACAAAAAEAAAAAAAAA"/>
              </a:ext>
            </a:extLst>
          </p:cNvSpPr>
          <p:nvPr>
            <p:ph type="title"/>
          </p:nvPr>
        </p:nvSpPr>
        <p:spPr>
          <a:xfrm>
            <a:off x="395605" y="528955"/>
            <a:ext cx="6810375" cy="723265"/>
          </a:xfrm>
        </p:spPr>
        <p:txBody>
          <a:bodyPr/>
          <a:lstStyle/>
          <a:p>
            <a:pPr>
              <a:defRPr cap="none">
                <a:solidFill>
                  <a:srgbClr val="0000FF"/>
                </a:solidFill>
              </a:defRPr>
            </a:pPr>
            <a:r>
              <a:rPr lang="en-gb" sz="3200" cap="none"/>
              <a:t>Informed Search: Best-First Search</a:t>
            </a:r>
            <a:endParaRPr lang="en-us" sz="3200" cap="none"/>
          </a:p>
        </p:txBody>
      </p:sp>
      <p:sp>
        <p:nvSpPr>
          <p:cNvPr id="3" name="Rectangle 3"/>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AAAAAAAAA"/>
              </a:ext>
            </a:extLst>
          </p:cNvSpPr>
          <p:nvPr>
            <p:ph type="body" idx="1"/>
          </p:nvPr>
        </p:nvSpPr>
        <p:spPr/>
        <p:txBody>
          <a:bodyPr/>
          <a:lstStyle/>
          <a:p>
            <a:pPr/>
            <a:r>
              <a:rPr lang="en-us" cap="none"/>
              <a:t>Special case of breadth-first search</a:t>
            </a:r>
            <a:endParaRPr lang="en-us" cap="none"/>
          </a:p>
          <a:p>
            <a:pPr/>
            <a:r>
              <a:rPr lang="en-us" cap="none"/>
              <a:t>Uses h(n) = heuristic function as its evaluation function</a:t>
            </a:r>
            <a:endParaRPr lang="en-us" cap="none"/>
          </a:p>
          <a:p>
            <a:pPr/>
            <a:r>
              <a:rPr lang="en-us" cap="none"/>
              <a:t>Ignores cost so far to get to that node</a:t>
            </a:r>
            <a:r>
              <a:rPr lang="en-us" sz="2000" cap="none"/>
              <a:t> </a:t>
            </a:r>
            <a:r>
              <a:rPr lang="en-us" cap="none"/>
              <a:t>(g(n))</a:t>
            </a:r>
            <a:endParaRPr lang="en-us" cap="none"/>
          </a:p>
          <a:p>
            <a:pPr/>
            <a:r>
              <a:rPr lang="en-us" cap="none"/>
              <a:t>Expand the node that </a:t>
            </a:r>
            <a:r>
              <a:rPr lang="en-us" i="1" cap="none"/>
              <a:t>appears</a:t>
            </a:r>
            <a:r>
              <a:rPr lang="en-us" cap="none"/>
              <a:t> closest to goal</a:t>
            </a:r>
            <a:endParaRPr lang="en-us" cap="none"/>
          </a:p>
          <a:p>
            <a:pPr/>
            <a:endParaRPr lang="en-us" cap="none"/>
          </a:p>
          <a:p>
            <a:pPr/>
            <a:r>
              <a:rPr lang="en-us" cap="none"/>
              <a:t>Best First Search is complete</a:t>
            </a:r>
            <a:endParaRPr lang="en-us" cap="none"/>
          </a:p>
          <a:p>
            <a:pPr/>
            <a:r>
              <a:rPr lang="en-us" cap="none"/>
              <a:t>Best First Search is not optimal</a:t>
            </a:r>
            <a:endParaRPr lang="en-us" cap="none"/>
          </a:p>
          <a:p>
            <a:pPr lvl="1"/>
            <a:r>
              <a:rPr lang="en-us" cap="none"/>
              <a:t>A solution can be found in a longer path (higher h(n) with a lower g(n) value)</a:t>
            </a:r>
            <a:endParaRPr lang="en-us" cap="none"/>
          </a:p>
          <a:p>
            <a:pPr/>
            <a:endParaRPr lang="en-us" sz="1500" cap="none"/>
          </a:p>
          <a:p>
            <a:pPr/>
            <a:r>
              <a:rPr lang="en-us" cap="none"/>
              <a:t>Special cases:</a:t>
            </a:r>
            <a:endParaRPr lang="en-us" cap="none"/>
          </a:p>
          <a:p>
            <a:pPr lvl="1"/>
            <a:r>
              <a:rPr lang="en-us" sz="1600" cap="none"/>
              <a:t>uniform cost search: f(n) = g(n) = path to n</a:t>
            </a:r>
            <a:endParaRPr lang="en-us" sz="1600" cap="none"/>
          </a:p>
          <a:p>
            <a:pPr lvl="1"/>
            <a:r>
              <a:rPr lang="en-us" sz="1600" cap="none"/>
              <a:t>A</a:t>
            </a:r>
            <a:r>
              <a:rPr lang="en-us" sz="1600" cap="none" baseline="30000"/>
              <a:t>*</a:t>
            </a:r>
            <a:r>
              <a:rPr lang="en-us" sz="1600" cap="none"/>
              <a:t> search</a:t>
            </a:r>
            <a:endParaRPr lang="en-us" sz="1600" cap="none"/>
          </a:p>
          <a:p>
            <a:pPr/>
            <a:endParaRPr lang="en-us" sz="1600" cap="none"/>
          </a:p>
          <a:p>
            <a:pPr/>
            <a:endParaRPr lang="en-us" cap="none"/>
          </a:p>
        </p:txBody>
      </p:sp>
      <p:sp>
        <p:nvSpPr>
          <p:cNvPr id="4" name="Slide Number Placeholder 3"/>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yCgAAMgoAADoNQAAMCoAABAAAAAmAAAACAAAAP//////////"/>
              </a:ext>
            </a:extLst>
          </p:cNvSpPr>
          <p:nvPr/>
        </p:nvSpPr>
        <p:spPr>
          <a:xfrm>
            <a:off x="6629400" y="6629400"/>
            <a:ext cx="2133600" cy="228600"/>
          </a:xfrm>
          <a:prstGeom prst="rect">
            <a:avLst/>
          </a:prstGeom>
          <a:noFill/>
          <a:ln>
            <a:noFill/>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4B150428-66A6-40F2-E8AD-90A74AE31EC5}" type="slidenum">
              <a:rPr lang="en-us" sz="700" b="1" cap="none">
                <a:solidFill>
                  <a:schemeClr val="bg1"/>
                </a:solidFill>
              </a:rPr>
              <a:t>58</a:t>
            </a:fld>
            <a:endParaRPr lang="en-us" sz="700" b="1" cap="none">
              <a:solidFill>
                <a:schemeClr val="bg1"/>
              </a:solidFill>
            </a:endParaRPr>
          </a:p>
        </p:txBody>
      </p:sp>
    </p:spTree>
  </p:cSld>
  <p:clrMapOvr>
    <a:masterClrMapping/>
  </p:clrMapOvr>
  <p:timing>
    <p:tnLst>
      <p:par>
        <p:cTn id="1" dur="indefinite" restart="never" nodeType="tmRoot"/>
      </p:par>
    </p:tnLst>
  </p:timing>
</p:sld>
</file>

<file path=ppt/slides/slide5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QXV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defRPr cap="none">
                <a:solidFill>
                  <a:srgbClr val="0000FF"/>
                </a:solidFill>
              </a:defRPr>
            </a:pPr>
            <a:r>
              <a:rPr lang="en-gb" sz="3200" cap="none"/>
              <a:t>Best-First Search: Algorithm</a:t>
            </a:r>
            <a:endParaRPr lang="en-us" sz="3200" cap="none"/>
          </a:p>
        </p:txBody>
      </p:sp>
      <p:sp>
        <p:nvSpPr>
          <p:cNvPr id="3" name="Content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UOd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AAAAAAAAA"/>
              </a:ext>
            </a:extLst>
          </p:cNvSpPr>
          <p:nvPr>
            <p:ph type="body" idx="1"/>
          </p:nvPr>
        </p:nvSpPr>
        <p:spPr/>
        <p:txBody>
          <a:bodyPr/>
          <a:lstStyle/>
          <a:p>
            <a:pPr marL="457200" indent="-457200">
              <a:buNone/>
            </a:pPr>
            <a:r>
              <a:rPr lang="en-us" cap="none"/>
              <a:t>List open, closed, successors={};</a:t>
            </a:r>
            <a:endParaRPr lang="en-us" cap="none"/>
          </a:p>
          <a:p>
            <a:pPr marL="457200" indent="-457200">
              <a:buNone/>
            </a:pPr>
            <a:r>
              <a:rPr lang="en-us" cap="none"/>
              <a:t>Node root_node, current_node;</a:t>
            </a:r>
            <a:endParaRPr lang="en-us" cap="none"/>
          </a:p>
          <a:p>
            <a:pPr marL="457200" indent="-457200">
              <a:buNone/>
            </a:pPr>
            <a:r>
              <a:rPr lang="en-us" i="1" cap="none"/>
              <a:t>insert-last(</a:t>
            </a:r>
            <a:r>
              <a:rPr lang="en-us" cap="none"/>
              <a:t>root_node,open)</a:t>
            </a:r>
            <a:endParaRPr lang="en-us" cap="none"/>
          </a:p>
          <a:p>
            <a:pPr marL="457200" indent="-457200">
              <a:buNone/>
            </a:pPr>
            <a:endParaRPr lang="en-us" cap="none"/>
          </a:p>
          <a:p>
            <a:pPr marL="457200" indent="-457200">
              <a:buNone/>
            </a:pPr>
            <a:r>
              <a:rPr lang="en-us" cap="none"/>
              <a:t>while </a:t>
            </a:r>
            <a:r>
              <a:rPr lang="en-us" i="1" cap="none"/>
              <a:t>not-empty</a:t>
            </a:r>
            <a:r>
              <a:rPr lang="en-us" cap="none"/>
              <a:t>(open</a:t>
            </a:r>
            <a:r>
              <a:rPr lang="en-us" i="1" cap="none"/>
              <a:t>);</a:t>
            </a:r>
            <a:endParaRPr lang="en-us" cap="none"/>
          </a:p>
          <a:p>
            <a:pPr marL="457200" indent="-457200">
              <a:buNone/>
            </a:pPr>
            <a:r>
              <a:rPr lang="en-us" cap="none"/>
              <a:t>	current_node=</a:t>
            </a:r>
            <a:r>
              <a:rPr lang="en-us" i="1" cap="none"/>
              <a:t>remove-first </a:t>
            </a:r>
            <a:r>
              <a:rPr lang="en-us" cap="none"/>
              <a:t>(open);</a:t>
            </a:r>
            <a:endParaRPr lang="en-us" cap="none"/>
          </a:p>
          <a:p>
            <a:pPr marL="457200" indent="-457200">
              <a:buNone/>
            </a:pPr>
            <a:r>
              <a:rPr lang="en-us" b="1" i="1" cap="none">
                <a:solidFill>
                  <a:srgbClr val="901A24"/>
                </a:solidFill>
              </a:rPr>
              <a:t>	</a:t>
            </a:r>
            <a:r>
              <a:rPr lang="en-us" i="1" cap="none"/>
              <a:t>insert-last(</a:t>
            </a:r>
            <a:r>
              <a:rPr lang="en-us" cap="none"/>
              <a:t>current_node,closed);</a:t>
            </a:r>
            <a:endParaRPr lang="en-us" cap="none"/>
          </a:p>
          <a:p>
            <a:pPr marL="457200" indent="-457200">
              <a:buNone/>
            </a:pPr>
            <a:r>
              <a:rPr lang="en-us" cap="none"/>
              <a:t>	if (</a:t>
            </a:r>
            <a:r>
              <a:rPr lang="en-us" i="1" cap="none"/>
              <a:t>goal</a:t>
            </a:r>
            <a:r>
              <a:rPr lang="en-us" cap="none"/>
              <a:t>(current_node)) return current_node;</a:t>
            </a:r>
            <a:endParaRPr lang="en-us" cap="none"/>
          </a:p>
          <a:p>
            <a:pPr marL="457200" indent="-457200">
              <a:buNone/>
            </a:pPr>
            <a:r>
              <a:rPr lang="en-us" cap="none"/>
              <a:t>	else</a:t>
            </a:r>
            <a:endParaRPr lang="en-us" cap="none"/>
          </a:p>
          <a:p>
            <a:pPr marL="457200" indent="-457200">
              <a:buNone/>
            </a:pPr>
            <a:r>
              <a:rPr lang="en-us" cap="none"/>
              <a:t>		successors=</a:t>
            </a:r>
            <a:r>
              <a:rPr lang="en-us" b="1" i="1" cap="none">
                <a:solidFill>
                  <a:srgbClr val="901A24"/>
                </a:solidFill>
              </a:rPr>
              <a:t>estimationOrderedSuccessorsOf</a:t>
            </a:r>
            <a:r>
              <a:rPr lang="en-us" i="1" cap="none"/>
              <a:t>(</a:t>
            </a:r>
            <a:r>
              <a:rPr lang="en-us" cap="none"/>
              <a:t>current_node);</a:t>
            </a:r>
            <a:endParaRPr lang="en-us" cap="none"/>
          </a:p>
          <a:p>
            <a:pPr marL="457200" indent="-457200">
              <a:buNone/>
            </a:pPr>
            <a:r>
              <a:rPr lang="en-us" cap="none"/>
              <a:t>		for(x in successors)</a:t>
            </a:r>
            <a:endParaRPr lang="en-us" cap="none"/>
          </a:p>
          <a:p>
            <a:pPr marL="457200" indent="-457200">
              <a:buNone/>
            </a:pPr>
            <a:r>
              <a:rPr lang="en-us" i="1" cap="none"/>
              <a:t>			</a:t>
            </a:r>
            <a:r>
              <a:rPr lang="en-us" cap="none"/>
              <a:t>if(</a:t>
            </a:r>
            <a:r>
              <a:rPr lang="en-us" i="1" cap="none"/>
              <a:t>not-in</a:t>
            </a:r>
            <a:r>
              <a:rPr lang="en-us" cap="none"/>
              <a:t>(x,closed))</a:t>
            </a:r>
            <a:r>
              <a:rPr lang="en-us" i="1" cap="none"/>
              <a:t> insert-last</a:t>
            </a:r>
            <a:r>
              <a:rPr lang="en-us" cap="none"/>
              <a:t>(x,open);</a:t>
            </a:r>
            <a:endParaRPr lang="en-us" cap="none"/>
          </a:p>
          <a:p>
            <a:pPr marL="457200" indent="-457200">
              <a:buNone/>
            </a:pPr>
            <a:r>
              <a:rPr lang="en-us" cap="none"/>
              <a:t>	endIf</a:t>
            </a:r>
            <a:endParaRPr lang="en-us" cap="none"/>
          </a:p>
          <a:p>
            <a:pPr marL="457200" indent="-457200">
              <a:buNone/>
            </a:pPr>
            <a:r>
              <a:rPr lang="en-us" cap="none"/>
              <a:t>endWhile</a:t>
            </a:r>
            <a:endParaRPr lang="en-us" cap="none"/>
          </a:p>
        </p:txBody>
      </p:sp>
      <p:sp>
        <p:nvSpPr>
          <p:cNvPr id="4" name="Slide Number Placeholder 3"/>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C3Hy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yCgAAMgoAADoNQAAMCoAABAAAAAmAAAACAAAAP//////////"/>
              </a:ext>
            </a:extLst>
          </p:cNvSpPr>
          <p:nvPr/>
        </p:nvSpPr>
        <p:spPr>
          <a:xfrm>
            <a:off x="6629400" y="6629400"/>
            <a:ext cx="2133600" cy="228600"/>
          </a:xfrm>
          <a:prstGeom prst="rect">
            <a:avLst/>
          </a:prstGeom>
          <a:noFill/>
          <a:ln>
            <a:noFill/>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655A06AF-E188-0FF0-C6E2-17A548AC3042}" type="slidenum">
              <a:rPr lang="en-us" sz="700" b="1" cap="none">
                <a:solidFill>
                  <a:schemeClr val="bg1"/>
                </a:solidFill>
              </a:rPr>
              <a:t>59</a:t>
            </a:fld>
            <a:endParaRPr lang="en-us" sz="700" b="1" cap="none">
              <a:solidFill>
                <a:schemeClr val="bg1"/>
              </a:solidFill>
            </a:endParaRPr>
          </a:p>
        </p:txBody>
      </p:sp>
      <p:sp>
        <p:nvSpPr>
          <p:cNvPr id="5" name="TextBox 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w0AAEYmAAADLwAAjCgAABAgAAAmAAAACAAAAP//////////"/>
              </a:ext>
            </a:extLst>
          </p:cNvSpPr>
          <p:nvPr/>
        </p:nvSpPr>
        <p:spPr>
          <a:xfrm>
            <a:off x="2117725" y="6221730"/>
            <a:ext cx="5524500" cy="36957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800" cap="none">
                <a:solidFill>
                  <a:srgbClr val="901A24"/>
                </a:solidFill>
              </a:rPr>
              <a:t>N.B.= this version is not saving the path for simplicity</a:t>
            </a:r>
            <a:endParaRPr lang="en-us" sz="1800" cap="none">
              <a:solidFill>
                <a:srgbClr val="901A24"/>
              </a:solidFill>
            </a:endParaRPr>
          </a:p>
        </p:txBody>
      </p:sp>
      <p:sp>
        <p:nvSpPr>
          <p:cNvPr id="6" name="Rectangular Callout 5"/>
          <p:cNvSpPr>
            <a:extLst>
              <a:ext uri="smNativeData">
                <pr:smNativeData xmlns:pr="smNativeData" xmlns="smNativeData" val="SMDATA_15_VcZhaRMAAAAlAAAA9AEAAA0AAAAAkAAAAEgAAACQAAAASAAAAAAAAAABAAAAAAAAAAEAAABQAAAA4nX9gt2w8L+Nl24Sg8D3PwAAAAAAAOA/AAAAAAAA4D8AAAAAAADgPwAAAAAAAOA/AAAAAAAA4D8AAAAAAADgPwAAAAAAAOA/AAAAAAAA4D8CAAAAjAAAAAEAAAAAAAAAT4G9DP///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Fish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DtgjAB/f38AH0l9A8zMzADAwP8Af39/AAAAAAAAAAAAAAAAAAAAAAAAAAAAIQAAABgAAAAUAAAAeCMAAF4LAADsNgAA7hYAABAAAAAmAAAACAAAAP//////////"/>
              </a:ext>
            </a:extLst>
          </p:cNvSpPr>
          <p:nvPr/>
        </p:nvSpPr>
        <p:spPr>
          <a:xfrm>
            <a:off x="5765800" y="1847850"/>
            <a:ext cx="3162300" cy="1879600"/>
          </a:xfrm>
          <a:prstGeom prst="wedgeRectCallout">
            <a:avLst>
              <a:gd name="adj1" fmla="val -52159"/>
              <a:gd name="adj2" fmla="val 74225"/>
            </a:avLst>
          </a:prstGeom>
          <a:solidFill>
            <a:schemeClr val="accent1"/>
          </a:solidFill>
          <a:ln w="25400" cap="flat" cmpd="sng" algn="ctr">
            <a:solidFill>
              <a:srgbClr val="3B608C"/>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r>
              <a:rPr lang="en-us" sz="2000" cap="none"/>
              <a:t>returns the list of direct descendants of the current node in shortest cost order</a:t>
            </a:r>
            <a:endParaRPr lang="en-us" sz="2000" cap="none"/>
          </a:p>
        </p:txBody>
      </p:sp>
    </p:spTree>
  </p:cSld>
  <p:clrMapOvr>
    <a:masterClrMapping/>
  </p:clrMapOvr>
  <p:timing>
    <p:tnLst>
      <p:par>
        <p:cTn id="1" dur="indefinite" restart="never" nodeType="tmRoot"/>
      </p:par>
    </p:tnLst>
  </p:timing>
</p:sld>
</file>

<file path=ppt/slides/slide5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NZIL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defRPr cap="none">
                <a:solidFill>
                  <a:srgbClr val="0000FF"/>
                </a:solidFill>
              </a:defRPr>
            </a:pPr>
            <a:r>
              <a:rPr lang="en-gb" sz="3200" cap="none"/>
              <a:t>Best-First Search: Example</a:t>
            </a:r>
            <a:endParaRPr lang="en-us" sz="3200" cap="none"/>
          </a:p>
        </p:txBody>
      </p:sp>
      <p:sp>
        <p:nvSpPr>
          <p:cNvPr id="3" name="Slide Number Placeholder 3"/>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yCgAAMgoAADoNQAAMCoAABAAAAAmAAAACAAAAP//////////"/>
              </a:ext>
            </a:extLst>
          </p:cNvSpPr>
          <p:nvPr/>
        </p:nvSpPr>
        <p:spPr>
          <a:xfrm>
            <a:off x="6629400" y="6629400"/>
            <a:ext cx="2133600" cy="228600"/>
          </a:xfrm>
          <a:prstGeom prst="rect">
            <a:avLst/>
          </a:prstGeom>
          <a:noFill/>
          <a:ln>
            <a:noFill/>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74A03FC6-8899-F5C9-D718-7E9C7156212B}" type="slidenum">
              <a:rPr lang="en-us" sz="700" b="1" cap="none">
                <a:solidFill>
                  <a:schemeClr val="bg1"/>
                </a:solidFill>
              </a:rPr>
              <a:t>60</a:t>
            </a:fld>
            <a:endParaRPr lang="en-us" sz="700" b="1" cap="none">
              <a:solidFill>
                <a:schemeClr val="bg1"/>
              </a:solidFill>
            </a:endParaRPr>
          </a:p>
        </p:txBody>
      </p:sp>
      <p:grpSp>
        <p:nvGrpSpPr>
          <p:cNvPr id="4" name="Group 4"/>
          <p:cNvGrpSpPr>
            <a:extLst>
              <a:ext uri="smNativeData">
                <pr:smNativeData xmlns:pr="smNativeData" xmlns="smNativeData" val="SMDATA_6_VcZhaRMAAAAlAAAAAQAAAA8BAAAAkAAAAEgAAACQAAAASAAAAAAAAAAAAAAAAAAAABcAAAAUAAAAAAAAAAAAAAD/fwAA/38AAAAAAAAJAAAABAAAAAADAAEfAAAAVAAAAAAAAAAAAAAAAAAAAAAAAAAAAAAAAAAAAAAAAAAAAAAAAAAAAAAAAAAAAAAAAAAAAAAAAAAAAAAAAAAAAAAAAAAAAAAAAAAAAAAAAAAAAAAAAAAAACEAAAAYAAAAFAAAAJ0VAAC/BwAAExgAAI8KAAAQAAAAJgAAAAgAAAD/////AAAAAA=="/>
              </a:ext>
            </a:extLst>
          </p:cNvGrpSpPr>
          <p:nvPr/>
        </p:nvGrpSpPr>
        <p:grpSpPr>
          <a:xfrm>
            <a:off x="3513455" y="1259205"/>
            <a:ext cx="400050" cy="457200"/>
            <a:chOff x="3513455" y="1259205"/>
            <a:chExt cx="400050" cy="457200"/>
          </a:xfrm>
        </p:grpSpPr>
        <p:sp>
          <p:nvSpPr>
            <p:cNvPr id="6" name="Oval 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2xUAAPgHAADoFwAAUAoAAAAAAAAmAAAACAAAAP//////////"/>
                </a:ext>
              </a:extLst>
            </p:cNvSpPr>
            <p:nvPr/>
          </p:nvSpPr>
          <p:spPr>
            <a:xfrm>
              <a:off x="3552825" y="12954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5" name="Oval 6"/>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tAj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RUAAL8HAAATGAAAjwoAAAAAAAAmAAAACAAAAP//////////"/>
                </a:ext>
              </a:extLst>
            </p:cNvSpPr>
            <p:nvPr/>
          </p:nvSpPr>
          <p:spPr>
            <a:xfrm>
              <a:off x="3513455" y="1259205"/>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7" name="Oval 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AAF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fQgAACANAACKCgAAeA8AABAAAAAmAAAACAAAAP//////////"/>
              </a:ext>
            </a:extLst>
          </p:cNvSpPr>
          <p:nvPr/>
        </p:nvSpPr>
        <p:spPr>
          <a:xfrm>
            <a:off x="1379855" y="21336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8" name="Oval 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g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MAAJgNAAAFJgAA8A8AABAAAAAmAAAACAAAAP//////////"/>
              </a:ext>
            </a:extLst>
          </p:cNvSpPr>
          <p:nvPr/>
        </p:nvSpPr>
        <p:spPr>
          <a:xfrm>
            <a:off x="5847080" y="22098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B</a:t>
            </a:r>
            <a:endParaRPr lang="en-us" sz="1800" cap="none">
              <a:latin typeface="Calibri" pitchFamily="2" charset="0"/>
              <a:ea typeface="Arial" pitchFamily="1" charset="0"/>
              <a:cs typeface="Arial" pitchFamily="1" charset="0"/>
            </a:endParaRPr>
          </a:p>
        </p:txBody>
      </p:sp>
      <p:sp>
        <p:nvSpPr>
          <p:cNvPr id="9" name="Rectangle 9"/>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MA0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QUAAPwSAAAFCAAAVBUAABAAAAAmAAAACAAAAP//////////"/>
              </a:ext>
            </a:extLst>
          </p:cNvSpPr>
          <p:nvPr/>
        </p:nvSpPr>
        <p:spPr>
          <a:xfrm>
            <a:off x="922655" y="30861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10" name="Oval 10"/>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1QoAAPwSAADiDAAAVBUAABAAAAAmAAAACAAAAP//////////"/>
              </a:ext>
            </a:extLst>
          </p:cNvSpPr>
          <p:nvPr/>
        </p:nvSpPr>
        <p:spPr>
          <a:xfrm>
            <a:off x="1760855" y="30861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B</a:t>
            </a:r>
            <a:endParaRPr lang="en-us" sz="1800" cap="none">
              <a:latin typeface="Calibri" pitchFamily="2" charset="0"/>
              <a:ea typeface="Arial" pitchFamily="1" charset="0"/>
              <a:cs typeface="Arial" pitchFamily="1" charset="0"/>
            </a:endParaRPr>
          </a:p>
        </p:txBody>
      </p:sp>
      <p:sp>
        <p:nvSpPr>
          <p:cNvPr id="11" name="Rectangle 1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QQAAIwZAACdBgAA5BsAABAAAAAmAAAACAAAAP//////////"/>
              </a:ext>
            </a:extLst>
          </p:cNvSpPr>
          <p:nvPr/>
        </p:nvSpPr>
        <p:spPr>
          <a:xfrm>
            <a:off x="694055" y="41529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12" name="Rectangle 12"/>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vggAAIwZAAAWCwAA5BsAABAAAAAmAAAACAAAAP//////////"/>
              </a:ext>
            </a:extLst>
          </p:cNvSpPr>
          <p:nvPr/>
        </p:nvSpPr>
        <p:spPr>
          <a:xfrm>
            <a:off x="1421130" y="41529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13" name="Oval 1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Nv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REAAIwZAAByEwAA5BsAABAAAAAmAAAACAAAAP//////////"/>
              </a:ext>
            </a:extLst>
          </p:cNvSpPr>
          <p:nvPr/>
        </p:nvSpPr>
        <p:spPr>
          <a:xfrm>
            <a:off x="2827655" y="41529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D</a:t>
            </a:r>
            <a:endParaRPr lang="en-us" sz="1800" cap="none">
              <a:latin typeface="Calibri" pitchFamily="2" charset="0"/>
              <a:ea typeface="Arial" pitchFamily="1" charset="0"/>
              <a:cs typeface="Arial" pitchFamily="1" charset="0"/>
            </a:endParaRPr>
          </a:p>
        </p:txBody>
      </p:sp>
      <p:grpSp>
        <p:nvGrpSpPr>
          <p:cNvPr id="14" name="Group 16"/>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B4NAABsGQAAlA8AADwcAAAQAAAAJgAAAAgAAAD/////AAAAAA=="/>
              </a:ext>
            </a:extLst>
          </p:cNvGrpSpPr>
          <p:nvPr/>
        </p:nvGrpSpPr>
        <p:grpSpPr>
          <a:xfrm>
            <a:off x="2132330" y="4132580"/>
            <a:ext cx="400050" cy="457200"/>
            <a:chOff x="2132330" y="4132580"/>
            <a:chExt cx="400050" cy="457200"/>
          </a:xfrm>
        </p:grpSpPr>
        <p:sp>
          <p:nvSpPr>
            <p:cNvPr id="16" name="Oval 1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ILAg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A0AAKUZAABpDwAA/RsAAAAAAAAmAAAACAAAAP//////////"/>
                </a:ext>
              </a:extLst>
            </p:cNvSpPr>
            <p:nvPr/>
          </p:nvSpPr>
          <p:spPr>
            <a:xfrm>
              <a:off x="2171700" y="4168775"/>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15" name="Oval 1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Aq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Hg0AAGwZAACUDwAAPBwAAAAAAAAmAAAACAAAAP//////////"/>
                </a:ext>
              </a:extLst>
            </p:cNvSpPr>
            <p:nvPr/>
          </p:nvSpPr>
          <p:spPr>
            <a:xfrm>
              <a:off x="2132330" y="413258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17" name="Straight Connector 32"/>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PAoAACcJAACdFQAAeA0AABAAAAAmAAAACAAAAP//////////"/>
              </a:ext>
            </a:extLst>
          </p:cNvSpPr>
          <p:nvPr/>
        </p:nvSpPr>
        <p:spPr>
          <a:xfrm rot="10800000" flipV="1">
            <a:off x="1663700" y="1487805"/>
            <a:ext cx="1849755" cy="701675"/>
          </a:xfrm>
          <a:prstGeom prst="line">
            <a:avLst/>
          </a:prstGeom>
          <a:noFill/>
          <a:ln w="9525" cap="flat" cmpd="sng" algn="ctr">
            <a:solidFill>
              <a:schemeClr val="tx1"/>
            </a:solidFill>
            <a:prstDash val="solid"/>
            <a:headEnd type="none"/>
            <a:tailEnd type="none"/>
          </a:ln>
          <a:effectLst/>
        </p:spPr>
      </p:sp>
      <p:sp>
        <p:nvSpPr>
          <p:cNvPr id="18" name="Straight Connector 33"/>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2QYAACEPAADKCAAA/BIAABAAAAAmAAAACAAAAP//////////"/>
              </a:ext>
            </a:extLst>
          </p:cNvSpPr>
          <p:nvPr/>
        </p:nvSpPr>
        <p:spPr>
          <a:xfrm rot="5400000">
            <a:off x="957580" y="2614930"/>
            <a:ext cx="626745" cy="315595"/>
          </a:xfrm>
          <a:prstGeom prst="line">
            <a:avLst/>
          </a:prstGeom>
          <a:noFill/>
          <a:ln w="9525" cap="flat" cmpd="sng" algn="ctr">
            <a:solidFill>
              <a:schemeClr val="tx1"/>
            </a:solidFill>
            <a:prstDash val="solid"/>
            <a:headEnd type="none"/>
            <a:tailEnd type="none"/>
          </a:ln>
          <a:effectLst/>
        </p:spPr>
      </p:sp>
      <p:sp>
        <p:nvSpPr>
          <p:cNvPr id="19" name="Straight Connector 3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PAoAACEPAADbCwAA/BIAABAAAAAmAAAACAAAAP//////////"/>
              </a:ext>
            </a:extLst>
          </p:cNvSpPr>
          <p:nvPr/>
        </p:nvSpPr>
        <p:spPr>
          <a:xfrm rot="16200000" flipH="1">
            <a:off x="1482090" y="2640965"/>
            <a:ext cx="626745" cy="263525"/>
          </a:xfrm>
          <a:prstGeom prst="line">
            <a:avLst/>
          </a:prstGeom>
          <a:noFill/>
          <a:ln w="9525" cap="flat" cmpd="sng" algn="ctr">
            <a:solidFill>
              <a:schemeClr val="tx1"/>
            </a:solidFill>
            <a:prstDash val="solid"/>
            <a:headEnd type="none"/>
            <a:tailEnd type="none"/>
          </a:ln>
          <a:effectLst/>
        </p:spPr>
      </p:sp>
      <p:sp>
        <p:nvSpPr>
          <p:cNvPr id="20" name="Straight Connector 35"/>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cQUAAP0UAAAiCwAAjBkAABAAAAAmAAAACAAAAP//////////"/>
              </a:ext>
            </a:extLst>
          </p:cNvSpPr>
          <p:nvPr/>
        </p:nvSpPr>
        <p:spPr>
          <a:xfrm rot="5400000">
            <a:off x="976630" y="3319780"/>
            <a:ext cx="741045" cy="925195"/>
          </a:xfrm>
          <a:prstGeom prst="line">
            <a:avLst/>
          </a:prstGeom>
          <a:noFill/>
          <a:ln w="9525" cap="flat" cmpd="sng" algn="ctr">
            <a:solidFill>
              <a:schemeClr val="tx1"/>
            </a:solidFill>
            <a:prstDash val="solid"/>
            <a:headEnd type="none"/>
            <a:tailEnd type="none"/>
          </a:ln>
          <a:effectLst/>
        </p:spPr>
      </p:sp>
      <p:sp>
        <p:nvSpPr>
          <p:cNvPr id="21" name="Straight Connector 3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6gkAAFQVAADbCwAAjBkAABAAAAAmAAAACAAAAP//////////"/>
              </a:ext>
            </a:extLst>
          </p:cNvSpPr>
          <p:nvPr/>
        </p:nvSpPr>
        <p:spPr>
          <a:xfrm rot="5400000">
            <a:off x="1426845" y="3651885"/>
            <a:ext cx="685800" cy="315595"/>
          </a:xfrm>
          <a:prstGeom prst="line">
            <a:avLst/>
          </a:prstGeom>
          <a:noFill/>
          <a:ln w="9525" cap="flat" cmpd="sng" algn="ctr">
            <a:solidFill>
              <a:schemeClr val="tx1"/>
            </a:solidFill>
            <a:prstDash val="solid"/>
            <a:headEnd type="none"/>
            <a:tailEnd type="none"/>
          </a:ln>
          <a:effectLst/>
        </p:spPr>
      </p:sp>
      <p:sp>
        <p:nvSpPr>
          <p:cNvPr id="22" name="Straight Connector 37"/>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2wsAAFQVAAA9DgAAjBkAABAAAAAmAAAACAAAAP//////////"/>
              </a:ext>
            </a:extLst>
          </p:cNvSpPr>
          <p:nvPr/>
        </p:nvSpPr>
        <p:spPr>
          <a:xfrm rot="16200000" flipH="1">
            <a:off x="1778000" y="3616325"/>
            <a:ext cx="685800" cy="387350"/>
          </a:xfrm>
          <a:prstGeom prst="line">
            <a:avLst/>
          </a:prstGeom>
          <a:noFill/>
          <a:ln w="9525" cap="flat" cmpd="sng" algn="ctr">
            <a:solidFill>
              <a:schemeClr val="tx1"/>
            </a:solidFill>
            <a:prstDash val="solid"/>
            <a:headEnd type="none"/>
            <a:tailEnd type="none"/>
          </a:ln>
          <a:effectLst/>
        </p:spPr>
      </p:sp>
      <p:sp>
        <p:nvSpPr>
          <p:cNvPr id="23" name="Straight Connector 38"/>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lAwAAPwUAABrEgAAjBkAABAAAAAmAAAACAAAAP//////////"/>
              </a:ext>
            </a:extLst>
          </p:cNvSpPr>
          <p:nvPr/>
        </p:nvSpPr>
        <p:spPr>
          <a:xfrm rot="16200000" flipH="1">
            <a:off x="2148205" y="3307715"/>
            <a:ext cx="741680" cy="949325"/>
          </a:xfrm>
          <a:prstGeom prst="line">
            <a:avLst/>
          </a:prstGeom>
          <a:noFill/>
          <a:ln w="9525" cap="flat" cmpd="sng" algn="ctr">
            <a:solidFill>
              <a:schemeClr val="tx1"/>
            </a:solidFill>
            <a:prstDash val="solid"/>
            <a:headEnd type="none"/>
            <a:tailEnd type="none"/>
          </a:ln>
          <a:effectLst/>
        </p:spPr>
      </p:sp>
      <p:sp>
        <p:nvSpPr>
          <p:cNvPr id="24" name="Straight Connector 41"/>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ExgAACcJAABFJAAA8A0AABAAAAAmAAAACAAAAP//////////"/>
              </a:ext>
            </a:extLst>
          </p:cNvSpPr>
          <p:nvPr/>
        </p:nvSpPr>
        <p:spPr>
          <a:xfrm>
            <a:off x="3913505" y="1487805"/>
            <a:ext cx="1982470" cy="777875"/>
          </a:xfrm>
          <a:prstGeom prst="line">
            <a:avLst/>
          </a:prstGeom>
          <a:noFill/>
          <a:ln w="9525" cap="flat" cmpd="sng" algn="ctr">
            <a:solidFill>
              <a:schemeClr val="tx1"/>
            </a:solidFill>
            <a:prstDash val="solid"/>
            <a:headEnd type="none"/>
            <a:tailEnd type="none"/>
          </a:ln>
          <a:effectLst/>
        </p:spPr>
      </p:sp>
      <p:sp>
        <p:nvSpPr>
          <p:cNvPr id="25" name="Straight Connector 42"/>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ERoAAJgPAABFJAAA/BIAABAAAAAmAAAACAAAAP//////////"/>
              </a:ext>
            </a:extLst>
          </p:cNvSpPr>
          <p:nvPr/>
        </p:nvSpPr>
        <p:spPr>
          <a:xfrm rot="5400000">
            <a:off x="4791075" y="1981200"/>
            <a:ext cx="551180" cy="1658620"/>
          </a:xfrm>
          <a:prstGeom prst="line">
            <a:avLst/>
          </a:prstGeom>
          <a:noFill/>
          <a:ln w="9525" cap="flat" cmpd="sng" algn="ctr">
            <a:solidFill>
              <a:schemeClr val="tx1"/>
            </a:solidFill>
            <a:prstDash val="solid"/>
            <a:headEnd type="none"/>
            <a:tailEnd type="none"/>
          </a:ln>
          <a:effectLst/>
        </p:spPr>
      </p:sp>
      <p:sp>
        <p:nvSpPr>
          <p:cNvPr id="26" name="Straight Connector 43"/>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nSEAAPAPAAD+JAAA/BIAABAAAAAmAAAACAAAAP//////////"/>
              </a:ext>
            </a:extLst>
          </p:cNvSpPr>
          <p:nvPr/>
        </p:nvSpPr>
        <p:spPr>
          <a:xfrm rot="5400000">
            <a:off x="5490845" y="2564130"/>
            <a:ext cx="495300" cy="549275"/>
          </a:xfrm>
          <a:prstGeom prst="line">
            <a:avLst/>
          </a:prstGeom>
          <a:noFill/>
          <a:ln w="9525" cap="flat" cmpd="sng" algn="ctr">
            <a:solidFill>
              <a:schemeClr val="tx1"/>
            </a:solidFill>
            <a:prstDash val="solid"/>
            <a:headEnd type="none"/>
            <a:tailEnd type="none"/>
          </a:ln>
          <a:effectLst/>
        </p:spPr>
      </p:sp>
      <p:sp>
        <p:nvSpPr>
          <p:cNvPr id="27" name="Straight Connector 4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iQAAPAPAAAEKQAA/BIAABAAAAAmAAAACAAAAP//////////"/>
              </a:ext>
            </a:extLst>
          </p:cNvSpPr>
          <p:nvPr/>
        </p:nvSpPr>
        <p:spPr>
          <a:xfrm rot="16200000" flipH="1">
            <a:off x="6092825" y="2511425"/>
            <a:ext cx="495300" cy="654050"/>
          </a:xfrm>
          <a:prstGeom prst="line">
            <a:avLst/>
          </a:prstGeom>
          <a:noFill/>
          <a:ln w="9525" cap="flat" cmpd="sng" algn="ctr">
            <a:solidFill>
              <a:schemeClr val="tx1"/>
            </a:solidFill>
            <a:prstDash val="solid"/>
            <a:headEnd type="none"/>
            <a:tailEnd type="none"/>
          </a:ln>
          <a:effectLst/>
        </p:spPr>
      </p:sp>
      <p:sp>
        <p:nvSpPr>
          <p:cNvPr id="28" name="Straight Connector 45"/>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tyUAAJkPAACyLwAAVBMAABAAAAAmAAAACAAAAP//////////"/>
              </a:ext>
            </a:extLst>
          </p:cNvSpPr>
          <p:nvPr/>
        </p:nvSpPr>
        <p:spPr>
          <a:xfrm rot="16200000" flipH="1">
            <a:off x="6638925" y="2027555"/>
            <a:ext cx="606425" cy="1622425"/>
          </a:xfrm>
          <a:prstGeom prst="line">
            <a:avLst/>
          </a:prstGeom>
          <a:noFill/>
          <a:ln w="9525" cap="flat" cmpd="sng" algn="ctr">
            <a:solidFill>
              <a:schemeClr val="tx1"/>
            </a:solidFill>
            <a:prstDash val="solid"/>
            <a:headEnd type="none"/>
            <a:tailEnd type="none"/>
          </a:ln>
          <a:effectLst/>
        </p:spPr>
      </p:sp>
      <p:sp>
        <p:nvSpPr>
          <p:cNvPr id="29" name="Straight Connector 64"/>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AaJAAeAAAAAQAAABQAAAAUAAAAFAAAAAE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AaJAB/f38AH0l9A8zMzADAwP8Af39/AAAAAAAAAAAAAAAAAAAAAAAAAAAAIQAAABgAAAAUAAAA9QgAAPgHAACtFAAAqAwAABAAAAAmAAAACAAAAP//////////"/>
              </a:ext>
            </a:extLst>
          </p:cNvSpPr>
          <p:nvPr/>
        </p:nvSpPr>
        <p:spPr>
          <a:xfrm rot="10800000" flipV="1">
            <a:off x="1456055" y="1295400"/>
            <a:ext cx="1905000" cy="762000"/>
          </a:xfrm>
          <a:prstGeom prst="line">
            <a:avLst/>
          </a:prstGeom>
          <a:noFill/>
          <a:ln w="19050" cap="flat" cmpd="sng" algn="ctr">
            <a:solidFill>
              <a:srgbClr val="901A24"/>
            </a:solidFill>
            <a:prstDash val="solid"/>
            <a:headEnd type="none"/>
            <a:tailEnd type="triangle" w="med" len="med"/>
          </a:ln>
          <a:effectLst/>
        </p:spPr>
      </p:sp>
      <p:sp>
        <p:nvSpPr>
          <p:cNvPr id="30" name="Straight Connector 6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AaJAAeAAAAAQAAABQAAAAUAAAAFAAAAAE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AaJAB/f38AH0l9A8zMzADAwP8Af39/AAAAAAAAAAAAAAAAAAAAAAAAAAAAIQAAABgAAAAUAAAATQsAABAOAAA1IwAAiA4AABAAAAAmAAAACAAAAP//////////"/>
              </a:ext>
            </a:extLst>
          </p:cNvSpPr>
          <p:nvPr/>
        </p:nvSpPr>
        <p:spPr>
          <a:xfrm>
            <a:off x="1837055" y="2286000"/>
            <a:ext cx="3886200" cy="76200"/>
          </a:xfrm>
          <a:prstGeom prst="line">
            <a:avLst/>
          </a:prstGeom>
          <a:noFill/>
          <a:ln w="19050" cap="flat" cmpd="sng" algn="ctr">
            <a:solidFill>
              <a:srgbClr val="901A24"/>
            </a:solidFill>
            <a:prstDash val="solid"/>
            <a:headEnd type="none"/>
            <a:tailEnd type="triangle" w="med" len="med"/>
          </a:ln>
          <a:effectLst/>
        </p:spPr>
      </p:sp>
      <p:sp>
        <p:nvSpPr>
          <p:cNvPr id="31" name="Straight Connector 68"/>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AaJAAeAAAAAQAAABQAAAAUAAAAFAAAAAE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AaJAB/f38AH0l9A8zMzADAwP8Af39/AAAAAAAAAAAAAAAAAAAAAAAAAAAAIQAAABgAAAAUAAAA8BIAAIAPAAD7IgAAchMAABAAAAAmAAAACAAAAP//////////"/>
              </a:ext>
            </a:extLst>
          </p:cNvSpPr>
          <p:nvPr/>
        </p:nvSpPr>
        <p:spPr>
          <a:xfrm rot="10800000" flipV="1">
            <a:off x="3078480" y="2519680"/>
            <a:ext cx="2607945" cy="641350"/>
          </a:xfrm>
          <a:prstGeom prst="line">
            <a:avLst/>
          </a:prstGeom>
          <a:noFill/>
          <a:ln w="19050" cap="flat" cmpd="sng" algn="ctr">
            <a:solidFill>
              <a:srgbClr val="901A24"/>
            </a:solidFill>
            <a:prstDash val="solid"/>
            <a:headEnd type="none"/>
            <a:tailEnd type="triangle" w="med" len="med"/>
          </a:ln>
          <a:effectLst/>
        </p:spPr>
      </p:sp>
      <p:grpSp>
        <p:nvGrpSpPr>
          <p:cNvPr id="32" name="Group 93"/>
          <p:cNvGrpSpPr>
            <a:extLst>
              <a:ext uri="smNativeData">
                <pr:smNativeData xmlns:pr="smNativeData" xmlns="smNativeData" val="SMDATA_6_VcZhaRMAAAAlAAAAAQAAAA8BAAAAkAAAAEgAAACQAAAASAAAAAAAAAAAAAAAAAAAABcAAAAUAAAAAAAAAAAAAAD/fwAA/38AAAAAAAAJAAAABAAAAGhlYWQfAAAAVAAAAAAAAAAAAAAAAAAAAAAAAAAAAAAAAAAAAAAAAAAAAAAAAAAAAAAAAAAAAAAAAAAAAAAAAAAAAAAAAAAAAAAAAAAAAAAAAAAAAAAAAAAAAAAAAAAAACEAAAAYAAAAFAAAAP0PAADAEgAAcxIAAJAVAAAQAAAAJgAAAAgAAAD/////AAAAAA=="/>
              </a:ext>
            </a:extLst>
          </p:cNvGrpSpPr>
          <p:nvPr/>
        </p:nvGrpSpPr>
        <p:grpSpPr>
          <a:xfrm>
            <a:off x="2599055" y="3048000"/>
            <a:ext cx="400050" cy="457200"/>
            <a:chOff x="2599055" y="3048000"/>
            <a:chExt cx="400050" cy="457200"/>
          </a:xfrm>
        </p:grpSpPr>
        <p:sp>
          <p:nvSpPr>
            <p:cNvPr id="34" name="Oval 9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xAAAPoSAABIEgAAUhUAAAAAAAAmAAAACAAAAP//////////"/>
                </a:ext>
              </a:extLst>
            </p:cNvSpPr>
            <p:nvPr/>
          </p:nvSpPr>
          <p:spPr>
            <a:xfrm>
              <a:off x="2638425" y="308483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33" name="Oval 9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8AAMASAABzEgAAkBUAAAAAAAAmAAAACAAAAP//////////"/>
                </a:ext>
              </a:extLst>
            </p:cNvSpPr>
            <p:nvPr/>
          </p:nvSpPr>
          <p:spPr>
            <a:xfrm>
              <a:off x="2599055" y="304800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35" name="Straight Connector 9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igoAAEwOAABZEAAAKRMAABAAAAAmAAAACAAAAP//////////"/>
              </a:ext>
            </a:extLst>
          </p:cNvSpPr>
          <p:nvPr/>
        </p:nvSpPr>
        <p:spPr>
          <a:xfrm>
            <a:off x="1713230" y="2324100"/>
            <a:ext cx="944245" cy="790575"/>
          </a:xfrm>
          <a:prstGeom prst="line">
            <a:avLst/>
          </a:prstGeom>
          <a:noFill/>
          <a:ln w="9525" cap="flat" cmpd="sng" algn="ctr">
            <a:solidFill>
              <a:schemeClr val="tx1"/>
            </a:solidFill>
            <a:prstDash val="solid"/>
            <a:headEnd type="none"/>
            <a:tailEnd type="none"/>
          </a:ln>
          <a:effectLst/>
        </p:spPr>
      </p:sp>
      <p:sp>
        <p:nvSpPr>
          <p:cNvPr id="36" name="Oval 59"/>
          <p:cNvSpPr>
            <a:extLst>
              <a:ext uri="smNativeData">
                <pr:smNativeData xmlns:pr="smNativeData" xmlns="smNativeData" val="SMDATA_15_VcZhaRMAAAAlAAAAZgAAAA0AAAAAAAAAAAAAAAAAAAAAAAAAAAAAAAABAAAAAAAAAAEAAABQAAAAAAAAAAAA8D8AAAAAAADwPwAAAAAAAOA/AAAAAAAA4D8AAAAAAADgPwAAAAAAAOA/AAAAAAAA4D8AAAAAAADgPwAAAAAAAOA/AAAAAAAA4D8CAAAAjAAAAAEAAAAAAAAAT4G9DP///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DtgjAB/f38AH0l9A8zMzADAwP8Af39/AAAAAAAAAAAAAAAAAAAAAAAAAAAAIQAAABgAAAAUAAAA4Q0AAEUJAACuDgAAEgoAABAAAAAmAAAACAAAAP//////////"/>
              </a:ext>
            </a:extLst>
          </p:cNvSpPr>
          <p:nvPr/>
        </p:nvSpPr>
        <p:spPr>
          <a:xfrm>
            <a:off x="2256155" y="1506855"/>
            <a:ext cx="130175" cy="130175"/>
          </a:xfrm>
          <a:prstGeom prst="ellipse">
            <a:avLst/>
          </a:prstGeom>
          <a:solidFill>
            <a:schemeClr val="accent1"/>
          </a:solidFill>
          <a:ln w="25400" cap="flat" cmpd="sng" algn="ctr">
            <a:solidFill>
              <a:srgbClr val="3B608C"/>
            </a:solidFill>
            <a:prstDash val="solid"/>
            <a:headEnd type="none"/>
            <a:tailEnd type="none"/>
          </a:ln>
          <a:effectLst/>
        </p:spPr>
        <p:txBody>
          <a:bodyPr vert="horz" wrap="square" lIns="0" tIns="0" rIns="0" bIns="0" numCol="1" spcCol="215900" anchor="ctr"/>
          <a:lstStyle/>
          <a:p>
            <a:pPr algn="ctr">
              <a:defRPr cap="none">
                <a:solidFill>
                  <a:srgbClr val="FFFFFF"/>
                </a:solidFill>
              </a:defRPr>
            </a:pPr>
            <a:r>
              <a:rPr lang="en-us" sz="800" cap="none"/>
              <a:t>1</a:t>
            </a:r>
            <a:endParaRPr lang="en-us" sz="800" cap="none"/>
          </a:p>
        </p:txBody>
      </p:sp>
      <p:sp>
        <p:nvSpPr>
          <p:cNvPr id="37" name="Oval 60"/>
          <p:cNvSpPr>
            <a:extLst>
              <a:ext uri="smNativeData">
                <pr:smNativeData xmlns:pr="smNativeData" xmlns="smNativeData" val="SMDATA_15_VcZhaRMAAAAlAAAAZgAAAA0AAAAAAAAAAAAAAAAAAAAAAAAAAAAAAAABAAAAAAAAAAEAAABQAAAAAAAAAAAA8D8AAAAAAADwPwAAAAAAAOA/AAAAAAAA4D8AAAAAAADgPwAAAAAAAOA/AAAAAAAA4D8AAAAAAADgPwAAAAAAAOA/AAAAAAAA4D8CAAAAjAAAAAEAAAAAAAAAT4G9DP///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DtgjAB/f38AH0l9A8zMzADAwP8Af39/AAAAAAAAAAAAAAAAAAAAAAAAAAAAIQAAABgAAAAUAAAAMBYAADkNAAD9FgAACQ4AABAAAAAmAAAACAAAAP//////////"/>
              </a:ext>
            </a:extLst>
          </p:cNvSpPr>
          <p:nvPr/>
        </p:nvSpPr>
        <p:spPr>
          <a:xfrm>
            <a:off x="3606800" y="2149475"/>
            <a:ext cx="130175" cy="132080"/>
          </a:xfrm>
          <a:prstGeom prst="ellipse">
            <a:avLst/>
          </a:prstGeom>
          <a:solidFill>
            <a:schemeClr val="accent1"/>
          </a:solidFill>
          <a:ln w="25400" cap="flat" cmpd="sng" algn="ctr">
            <a:solidFill>
              <a:srgbClr val="3B608C"/>
            </a:solidFill>
            <a:prstDash val="solid"/>
            <a:headEnd type="none"/>
            <a:tailEnd type="none"/>
          </a:ln>
          <a:effectLst/>
        </p:spPr>
        <p:txBody>
          <a:bodyPr vert="horz" wrap="square" lIns="0" tIns="0" rIns="0" bIns="0" numCol="1" spcCol="215900" anchor="ctr"/>
          <a:lstStyle/>
          <a:p>
            <a:pPr algn="ctr">
              <a:defRPr cap="none">
                <a:solidFill>
                  <a:srgbClr val="FFFFFF"/>
                </a:solidFill>
              </a:defRPr>
            </a:pPr>
            <a:r>
              <a:rPr lang="en-us" sz="800" cap="none"/>
              <a:t>2</a:t>
            </a:r>
            <a:endParaRPr lang="en-us" sz="800" cap="none"/>
          </a:p>
        </p:txBody>
      </p:sp>
      <p:sp>
        <p:nvSpPr>
          <p:cNvPr id="38" name="Oval 61"/>
          <p:cNvSpPr>
            <a:extLst>
              <a:ext uri="smNativeData">
                <pr:smNativeData xmlns:pr="smNativeData" xmlns="smNativeData" val="SMDATA_15_VcZhaRMAAAAlAAAAZgAAAA0AAAAAAAAAAAAAAAAAAAAAAAAAAAAAAAABAAAAAAAAAAEAAABQAAAAAAAAAAAA8D8AAAAAAADwPwAAAAAAAOA/AAAAAAAA4D8AAAAAAADgPwAAAAAAAOA/AAAAAAAA4D8AAAAAAADgPwAAAAAAAOA/AAAAAAAA4D8CAAAAjAAAAAEAAAAAAAAAT4G9DP///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DtgjAB/f38AH0l9A8zMzADAwP8Af39/AAAAAAAAAAAAAAAAAAAAAAAAAAAAIQAAABgAAAAUAAAAlBYAAOoQAABkFwAAtxEAABAAAAAmAAAACAAAAP//////////"/>
              </a:ext>
            </a:extLst>
          </p:cNvSpPr>
          <p:nvPr/>
        </p:nvSpPr>
        <p:spPr>
          <a:xfrm>
            <a:off x="3670300" y="2749550"/>
            <a:ext cx="132080" cy="130175"/>
          </a:xfrm>
          <a:prstGeom prst="ellipse">
            <a:avLst/>
          </a:prstGeom>
          <a:solidFill>
            <a:schemeClr val="accent1"/>
          </a:solidFill>
          <a:ln w="25400" cap="flat" cmpd="sng" algn="ctr">
            <a:solidFill>
              <a:srgbClr val="3B608C"/>
            </a:solidFill>
            <a:prstDash val="solid"/>
            <a:headEnd type="none"/>
            <a:tailEnd type="none"/>
          </a:ln>
          <a:effectLst/>
        </p:spPr>
        <p:txBody>
          <a:bodyPr vert="horz" wrap="square" lIns="0" tIns="0" rIns="0" bIns="0" numCol="1" spcCol="215900" anchor="ctr"/>
          <a:lstStyle/>
          <a:p>
            <a:pPr algn="ctr">
              <a:defRPr cap="none">
                <a:solidFill>
                  <a:srgbClr val="FFFFFF"/>
                </a:solidFill>
              </a:defRPr>
            </a:pPr>
            <a:r>
              <a:rPr lang="en-us" sz="800" cap="none"/>
              <a:t>3</a:t>
            </a:r>
            <a:endParaRPr lang="en-us" sz="800" cap="none"/>
          </a:p>
        </p:txBody>
      </p:sp>
      <p:sp>
        <p:nvSpPr>
          <p:cNvPr id="39" name="TextBox 67"/>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7RUAAKgWAADpNwAAXCEAABAgAAAmAAAACAAAAP//////////"/>
              </a:ext>
            </a:extLst>
          </p:cNvSpPr>
          <p:nvPr/>
        </p:nvSpPr>
        <p:spPr>
          <a:xfrm>
            <a:off x="3564255" y="3683000"/>
            <a:ext cx="5524500" cy="1739900"/>
          </a:xfrm>
          <a:prstGeom prst="rect">
            <a:avLst/>
          </a:prstGeom>
          <a:noFill/>
          <a:ln>
            <a:noFill/>
          </a:ln>
          <a:effectLst/>
        </p:spPr>
        <p:txBody>
          <a:bodyPr vert="horz" wrap="square" lIns="91440" tIns="45720" rIns="91440" bIns="45720" numCol="1" spcCol="215900" anchor="t"/>
          <a:lstStyle>
            <a:lvl1pPr marL="342900" indent="-342900">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800" cap="none"/>
              <a:t>	open = {S}, closed={}</a:t>
            </a:r>
            <a:endParaRPr lang="en-us" sz="1800" cap="none"/>
          </a:p>
          <a:p>
            <a:pPr/>
            <a:r>
              <a:rPr lang="en-us" sz="1800" cap="none"/>
              <a:t>0.	Visit S: open = {A,B}, closed={S}</a:t>
            </a:r>
            <a:endParaRPr lang="en-us" sz="1800" cap="none"/>
          </a:p>
          <a:p>
            <a:pPr>
              <a:buFont typeface="Calibri" pitchFamily="2" charset="0"/>
              <a:buAutoNum type="arabicPeriod"/>
            </a:pPr>
            <a:r>
              <a:rPr lang="en-us" sz="1800" cap="none"/>
              <a:t>Visit A: open={B,F,B,S}, closed={S,A}</a:t>
            </a:r>
            <a:endParaRPr lang="en-us" sz="1800" cap="none"/>
          </a:p>
          <a:p>
            <a:pPr>
              <a:buFont typeface="Calibri" pitchFamily="2" charset="0"/>
              <a:buAutoNum type="arabicPeriod"/>
            </a:pPr>
            <a:r>
              <a:rPr lang="en-us" sz="1800" cap="none"/>
              <a:t>Visit B: open={F,B,S,F,A,C,D}, closed={S,A,B}</a:t>
            </a:r>
            <a:endParaRPr lang="en-us" sz="1800" cap="none"/>
          </a:p>
          <a:p>
            <a:pPr>
              <a:buFont typeface="Calibri" pitchFamily="2" charset="0"/>
              <a:buAutoNum type="arabicPeriod"/>
            </a:pPr>
            <a:r>
              <a:rPr lang="en-us" sz="1800" cap="none"/>
              <a:t>Visit F: Goal Found!</a:t>
            </a:r>
            <a:endParaRPr lang="en-us" sz="1800" cap="none"/>
          </a:p>
          <a:p>
            <a:pPr/>
            <a:endParaRPr lang="en-us" sz="1800" cap="none"/>
          </a:p>
        </p:txBody>
      </p:sp>
      <p:sp>
        <p:nvSpPr>
          <p:cNvPr id="40" name="Rectangle 69"/>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SAAABATAADlIgAAaBUAABAAAAAmAAAACAAAAP//////////"/>
              </a:ext>
            </a:extLst>
          </p:cNvSpPr>
          <p:nvPr/>
        </p:nvSpPr>
        <p:spPr>
          <a:xfrm>
            <a:off x="5291455" y="30988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41" name="Rectangle 7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ISgAAPwSAAB5KgAAVBUAABAAAAAmAAAACAAAAP//////////"/>
              </a:ext>
            </a:extLst>
          </p:cNvSpPr>
          <p:nvPr/>
        </p:nvSpPr>
        <p:spPr>
          <a:xfrm>
            <a:off x="6523355" y="30861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C</a:t>
            </a:r>
            <a:endParaRPr lang="en-us" sz="1800" cap="none">
              <a:latin typeface="Calibri" pitchFamily="2" charset="0"/>
              <a:ea typeface="Arial" pitchFamily="1" charset="0"/>
              <a:cs typeface="Arial" pitchFamily="1" charset="0"/>
            </a:endParaRPr>
          </a:p>
        </p:txBody>
      </p:sp>
      <p:sp>
        <p:nvSpPr>
          <p:cNvPr id="42" name="Rectangle 72"/>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H0l9A8zMzADAwP8Af39/AAAAAAAAAAAAAAAAAAAAAAAAAAAAIQAAABgAAAAUAAAA2S4AABATAAAxMQAAaBUAABAAAAAmAAAACAAAAP//////////"/>
              </a:ext>
            </a:extLst>
          </p:cNvSpPr>
          <p:nvPr/>
        </p:nvSpPr>
        <p:spPr>
          <a:xfrm>
            <a:off x="7615555" y="3098800"/>
            <a:ext cx="381000" cy="381000"/>
          </a:xfrm>
          <a:prstGeom prst="rect">
            <a:avLst/>
          </a:prstGeom>
          <a:solidFill>
            <a:schemeClr val="bg1"/>
          </a:solid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D</a:t>
            </a:r>
            <a:endParaRPr lang="en-us" sz="1800" cap="none">
              <a:latin typeface="Calibri" pitchFamily="2" charset="0"/>
              <a:ea typeface="Arial" pitchFamily="1" charset="0"/>
              <a:cs typeface="Arial" pitchFamily="1" charset="0"/>
            </a:endParaRPr>
          </a:p>
        </p:txBody>
      </p:sp>
      <p:grpSp>
        <p:nvGrpSpPr>
          <p:cNvPr id="43" name="Group 16"/>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McYAADUEgAAPRsAAKQVAAAQAAAAJgAAAAgAAAD/////AAAAAA=="/>
              </a:ext>
            </a:extLst>
          </p:cNvGrpSpPr>
          <p:nvPr/>
        </p:nvGrpSpPr>
        <p:grpSpPr>
          <a:xfrm>
            <a:off x="4027805" y="3060700"/>
            <a:ext cx="400050" cy="457200"/>
            <a:chOff x="4027805" y="3060700"/>
            <a:chExt cx="400050" cy="457200"/>
          </a:xfrm>
        </p:grpSpPr>
        <p:sp>
          <p:nvSpPr>
            <p:cNvPr id="45" name="Oval 7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RkAAA4TAAASGwAAZhUAAAAAAAAmAAAACAAAAP//////////"/>
                </a:ext>
              </a:extLst>
            </p:cNvSpPr>
            <p:nvPr/>
          </p:nvSpPr>
          <p:spPr>
            <a:xfrm>
              <a:off x="4067175" y="309753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44" name="Oval 7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xgAANQSAAA9GwAApBUAAAAAAAAmAAAACAAAAP//////////"/>
                </a:ext>
              </a:extLst>
            </p:cNvSpPr>
            <p:nvPr/>
          </p:nvSpPr>
          <p:spPr>
            <a:xfrm>
              <a:off x="4027805" y="306070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46" name="TextBox 4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A8AAP0KAADoEgAADw0AABAgAAAmAAAACAAAAP//////////"/>
              </a:ext>
            </a:extLst>
          </p:cNvSpPr>
          <p:nvPr/>
        </p:nvSpPr>
        <p:spPr>
          <a:xfrm>
            <a:off x="2545080" y="1786255"/>
            <a:ext cx="528320"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h=1</a:t>
            </a:r>
            <a:endParaRPr lang="en-us" sz="1600" cap="none"/>
          </a:p>
        </p:txBody>
      </p:sp>
      <p:sp>
        <p:nvSpPr>
          <p:cNvPr id="47" name="TextBox 50"/>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BsAACALAACtHgAAMg0AABAgAAAmAAAACAAAAP//////////"/>
              </a:ext>
            </a:extLst>
          </p:cNvSpPr>
          <p:nvPr/>
        </p:nvSpPr>
        <p:spPr>
          <a:xfrm>
            <a:off x="4457700" y="180848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h=1</a:t>
            </a:r>
            <a:endParaRPr lang="en-us" sz="1600" cap="none"/>
          </a:p>
        </p:txBody>
      </p:sp>
      <p:sp>
        <p:nvSpPr>
          <p:cNvPr id="48" name="TextBox 5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BsAAMgPAABJHgAA2hEAABAgAAAmAAAACAAAAP//////////"/>
              </a:ext>
            </a:extLst>
          </p:cNvSpPr>
          <p:nvPr/>
        </p:nvSpPr>
        <p:spPr>
          <a:xfrm>
            <a:off x="4394200" y="256540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49" name="TextBox 52"/>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ycAAOAQAADYKgAA8hIAABAgAAAmAAAACAAAAP//////////"/>
              </a:ext>
            </a:extLst>
          </p:cNvSpPr>
          <p:nvPr/>
        </p:nvSpPr>
        <p:spPr>
          <a:xfrm>
            <a:off x="6435725" y="274320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50" name="TextBox 53"/>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9CIAAPcQAAA0JgAACRMAABAgAAAmAAAACAAAAP//////////"/>
              </a:ext>
            </a:extLst>
          </p:cNvSpPr>
          <p:nvPr/>
        </p:nvSpPr>
        <p:spPr>
          <a:xfrm>
            <a:off x="5681980" y="2757805"/>
            <a:ext cx="528320"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51" name="TextBox 5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i0AANsQAACbMAAA7RIAABAgAAAmAAAACAAAAP//////////"/>
              </a:ext>
            </a:extLst>
          </p:cNvSpPr>
          <p:nvPr/>
        </p:nvSpPr>
        <p:spPr>
          <a:xfrm>
            <a:off x="7372350" y="2740025"/>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52" name="TextBox 5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dQ0AACgPAAC2EAAAOhEAABAgAAAmAAAACAAAAP//////////"/>
              </a:ext>
            </a:extLst>
          </p:cNvSpPr>
          <p:nvPr/>
        </p:nvSpPr>
        <p:spPr>
          <a:xfrm>
            <a:off x="2187575" y="246380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53" name="TextBox 5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DgsAABwRAABPDgAALhMAABAgAAAmAAAACAAAAP//////////"/>
              </a:ext>
            </a:extLst>
          </p:cNvSpPr>
          <p:nvPr/>
        </p:nvSpPr>
        <p:spPr>
          <a:xfrm>
            <a:off x="1797050" y="278130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54" name="TextBox 6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lAs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fQMAABIRAAC9BgAAJBMAABAgAAAmAAAACAAAAP//////////"/>
              </a:ext>
            </a:extLst>
          </p:cNvSpPr>
          <p:nvPr/>
        </p:nvSpPr>
        <p:spPr>
          <a:xfrm>
            <a:off x="567055" y="2774950"/>
            <a:ext cx="528320"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55" name="Text Box 6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fhsI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gEAALYkAABAOAAA9yYAABAgAAAmAAAACAAAAP//////////"/>
              </a:ext>
            </a:extLst>
          </p:cNvSpPr>
          <p:nvPr/>
        </p:nvSpPr>
        <p:spPr>
          <a:xfrm>
            <a:off x="273050" y="5967730"/>
            <a:ext cx="8870950" cy="36639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it-it" sz="1800" cap="none"/>
              <a:t>In this case we estimate the cost as the distance from the root node (in term of nodes)</a:t>
            </a:r>
            <a:endParaRPr lang="it-it" sz="1800" cap="none"/>
          </a:p>
        </p:txBody>
      </p:sp>
    </p:spTree>
  </p:cSld>
  <p:clrMapOvr>
    <a:masterClrMapping/>
  </p:clrMapOvr>
  <p:timing>
    <p:tnLst>
      <p:par>
        <p:cTn id="1" dur="indefinite" restart="never" nodeType="tmRoot"/>
      </p:par>
    </p:tnLst>
  </p:timing>
</p:sld>
</file>

<file path=ppt/slides/slide5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cF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defRPr cap="none">
                <a:solidFill>
                  <a:srgbClr val="0000FF"/>
                </a:solidFill>
              </a:defRPr>
            </a:pPr>
            <a:r>
              <a:rPr lang="en-gb" sz="3200" cap="none"/>
              <a:t>Best-First Search: Example</a:t>
            </a:r>
            <a:endParaRPr lang="en-us" sz="3200" cap="none"/>
          </a:p>
        </p:txBody>
      </p:sp>
      <p:sp>
        <p:nvSpPr>
          <p:cNvPr id="3" name="Slide Number Placeholder 3"/>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yCgAAMgoAADoNQAAMCoAABAAAAAmAAAACAAAAP//////////"/>
              </a:ext>
            </a:extLst>
          </p:cNvSpPr>
          <p:nvPr/>
        </p:nvSpPr>
        <p:spPr>
          <a:xfrm>
            <a:off x="6629400" y="6629400"/>
            <a:ext cx="2133600" cy="228600"/>
          </a:xfrm>
          <a:prstGeom prst="rect">
            <a:avLst/>
          </a:prstGeom>
          <a:noFill/>
          <a:ln>
            <a:noFill/>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686C6EF3-BD85-3998-CBD4-4BCD209A3D1E}" type="slidenum">
              <a:rPr lang="en-us" sz="700" b="1" cap="none">
                <a:solidFill>
                  <a:schemeClr val="bg1"/>
                </a:solidFill>
              </a:rPr>
              <a:t>61</a:t>
            </a:fld>
            <a:endParaRPr lang="en-us" sz="700" b="1" cap="none">
              <a:solidFill>
                <a:schemeClr val="bg1"/>
              </a:solidFill>
            </a:endParaRPr>
          </a:p>
        </p:txBody>
      </p:sp>
      <p:grpSp>
        <p:nvGrpSpPr>
          <p:cNvPr id="4" name="Group 4"/>
          <p:cNvGrpSpPr>
            <a:extLst>
              <a:ext uri="smNativeData">
                <pr:smNativeData xmlns:pr="smNativeData" xmlns="smNativeData" val="SMDATA_6_VcZhaRMAAAAlAAAAAQAAAA8BAAAAkAAAAEgAAACQAAAASAAAAAAAAAAAAAAAAAAAABcAAAAUAAAAAAAAAAAAAAD/fwAA/38AAAAAAAAJAAAABAAAACB05AMfAAAAVAAAAAAAAAAAAAAAAAAAAAAAAAAAAAAAAAAAAAAAAAAAAAAAAAAAAAAAAAAAAAAAAAAAAAAAAAAAAAAAAAAAAAAAAAAAAAAAAAAAAAAAAAAAAAAAAAAAACEAAAAYAAAAFAAAAJ0VAAC/BwAAExgAAI8KAAAQAAAAJgAAAAgAAAD/////AAAAAA=="/>
              </a:ext>
            </a:extLst>
          </p:cNvGrpSpPr>
          <p:nvPr/>
        </p:nvGrpSpPr>
        <p:grpSpPr>
          <a:xfrm>
            <a:off x="3513455" y="1259205"/>
            <a:ext cx="400050" cy="457200"/>
            <a:chOff x="3513455" y="1259205"/>
            <a:chExt cx="400050" cy="457200"/>
          </a:xfrm>
        </p:grpSpPr>
        <p:sp>
          <p:nvSpPr>
            <p:cNvPr id="6" name="Oval 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JcAm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2xUAAPgHAADoFwAAUAoAAAAAAAAmAAAACAAAAP//////////"/>
                </a:ext>
              </a:extLst>
            </p:cNvSpPr>
            <p:nvPr/>
          </p:nvSpPr>
          <p:spPr>
            <a:xfrm>
              <a:off x="3552825" y="12954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5" name="Oval 6"/>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RUAAL8HAAATGAAAjwoAAAAAAAAmAAAACAAAAP//////////"/>
                </a:ext>
              </a:extLst>
            </p:cNvSpPr>
            <p:nvPr/>
          </p:nvSpPr>
          <p:spPr>
            <a:xfrm>
              <a:off x="3513455" y="1259205"/>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7" name="Oval 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N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fQgAACANAACKCgAAeA8AABAAAAAmAAAACAAAAP//////////"/>
              </a:ext>
            </a:extLst>
          </p:cNvSpPr>
          <p:nvPr/>
        </p:nvSpPr>
        <p:spPr>
          <a:xfrm>
            <a:off x="1379855" y="21336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8" name="Oval 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MAAJgNAAAFJgAA8A8AABAAAAAmAAAACAAAAP//////////"/>
              </a:ext>
            </a:extLst>
          </p:cNvSpPr>
          <p:nvPr/>
        </p:nvSpPr>
        <p:spPr>
          <a:xfrm>
            <a:off x="5847080" y="22098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B</a:t>
            </a:r>
            <a:endParaRPr lang="en-us" sz="1800" cap="none">
              <a:latin typeface="Calibri" pitchFamily="2" charset="0"/>
              <a:ea typeface="Arial" pitchFamily="1" charset="0"/>
              <a:cs typeface="Arial" pitchFamily="1" charset="0"/>
            </a:endParaRPr>
          </a:p>
        </p:txBody>
      </p:sp>
      <p:sp>
        <p:nvSpPr>
          <p:cNvPr id="9" name="Rectangle 9"/>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EWL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QUAAPwSAAAFCAAAVBUAABAAAAAmAAAACAAAAP//////////"/>
              </a:ext>
            </a:extLst>
          </p:cNvSpPr>
          <p:nvPr/>
        </p:nvSpPr>
        <p:spPr>
          <a:xfrm>
            <a:off x="922655" y="30861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10" name="Oval 10"/>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1QoAAPwSAADiDAAAVBUAABAAAAAmAAAACAAAAP//////////"/>
              </a:ext>
            </a:extLst>
          </p:cNvSpPr>
          <p:nvPr/>
        </p:nvSpPr>
        <p:spPr>
          <a:xfrm>
            <a:off x="1760855" y="30861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B</a:t>
            </a:r>
            <a:endParaRPr lang="en-us" sz="1800" cap="none">
              <a:latin typeface="Calibri" pitchFamily="2" charset="0"/>
              <a:ea typeface="Arial" pitchFamily="1" charset="0"/>
              <a:cs typeface="Arial" pitchFamily="1" charset="0"/>
            </a:endParaRPr>
          </a:p>
        </p:txBody>
      </p:sp>
      <p:sp>
        <p:nvSpPr>
          <p:cNvPr id="11" name="Rectangle 1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QQAAIwZAACdBgAA5BsAABAAAAAmAAAACAAAAP//////////"/>
              </a:ext>
            </a:extLst>
          </p:cNvSpPr>
          <p:nvPr/>
        </p:nvSpPr>
        <p:spPr>
          <a:xfrm>
            <a:off x="694055" y="41529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12" name="Rectangle 12"/>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vggAAIwZAAAWCwAA5BsAABAAAAAmAAAACAAAAP//////////"/>
              </a:ext>
            </a:extLst>
          </p:cNvSpPr>
          <p:nvPr/>
        </p:nvSpPr>
        <p:spPr>
          <a:xfrm>
            <a:off x="1421130" y="41529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13" name="Oval 1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REAAIwZAAByEwAA5BsAABAAAAAmAAAACAAAAP//////////"/>
              </a:ext>
            </a:extLst>
          </p:cNvSpPr>
          <p:nvPr/>
        </p:nvSpPr>
        <p:spPr>
          <a:xfrm>
            <a:off x="2827655" y="41529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D</a:t>
            </a:r>
            <a:endParaRPr lang="en-us" sz="1800" cap="none">
              <a:latin typeface="Calibri" pitchFamily="2" charset="0"/>
              <a:ea typeface="Arial" pitchFamily="1" charset="0"/>
              <a:cs typeface="Arial" pitchFamily="1" charset="0"/>
            </a:endParaRPr>
          </a:p>
        </p:txBody>
      </p:sp>
      <p:grpSp>
        <p:nvGrpSpPr>
          <p:cNvPr id="14" name="Group 16"/>
          <p:cNvGrpSpPr>
            <a:extLst>
              <a:ext uri="smNativeData">
                <pr:smNativeData xmlns:pr="smNativeData" xmlns="smNativeData" val="SMDATA_6_VcZhaRMAAAAlAAAAAQAAAA8BAAAAkAAAAEgAAACQAAAASAAAAAAAAAAAAAAAAAAAABcAAAAUAAAAAAAAAAAAAAD/fwAA/38AAAAAAAAJAAAABAAAAACYwSIfAAAAVAAAAAAAAAAAAAAAAAAAAAAAAAAAAAAAAAAAAAAAAAAAAAAAAAAAAAAAAAAAAAAAAAAAAAAAAAAAAAAAAAAAAAAAAAAAAAAAAAAAAAAAAAAAAAAAAAAAACEAAAAYAAAAFAAAAB4NAABsGQAAlA8AADwcAAAQAAAAJgAAAAgAAAD/////AAAAAA=="/>
              </a:ext>
            </a:extLst>
          </p:cNvGrpSpPr>
          <p:nvPr/>
        </p:nvGrpSpPr>
        <p:grpSpPr>
          <a:xfrm>
            <a:off x="2132330" y="4132580"/>
            <a:ext cx="400050" cy="457200"/>
            <a:chOff x="2132330" y="4132580"/>
            <a:chExt cx="400050" cy="457200"/>
          </a:xfrm>
        </p:grpSpPr>
        <p:sp>
          <p:nvSpPr>
            <p:cNvPr id="16" name="Oval 1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A0AAKUZAABpDwAA/RsAAAAAAAAmAAAACAAAAP//////////"/>
                </a:ext>
              </a:extLst>
            </p:cNvSpPr>
            <p:nvPr/>
          </p:nvSpPr>
          <p:spPr>
            <a:xfrm>
              <a:off x="2171700" y="4168775"/>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15" name="Oval 1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Hg0AAGwZAACUDwAAPBwAAAAAAAAmAAAACAAAAP//////////"/>
                </a:ext>
              </a:extLst>
            </p:cNvSpPr>
            <p:nvPr/>
          </p:nvSpPr>
          <p:spPr>
            <a:xfrm>
              <a:off x="2132330" y="413258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17" name="Straight Connector 32"/>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PAoAACcJAACdFQAAeA0AABAAAAAmAAAACAAAAP//////////"/>
              </a:ext>
            </a:extLst>
          </p:cNvSpPr>
          <p:nvPr/>
        </p:nvSpPr>
        <p:spPr>
          <a:xfrm rot="10800000" flipV="1">
            <a:off x="1663700" y="1487805"/>
            <a:ext cx="1849755" cy="701675"/>
          </a:xfrm>
          <a:prstGeom prst="line">
            <a:avLst/>
          </a:prstGeom>
          <a:noFill/>
          <a:ln w="9525" cap="flat" cmpd="sng" algn="ctr">
            <a:solidFill>
              <a:schemeClr val="tx1"/>
            </a:solidFill>
            <a:prstDash val="solid"/>
            <a:headEnd type="none"/>
            <a:tailEnd type="none"/>
          </a:ln>
          <a:effectLst/>
        </p:spPr>
      </p:sp>
      <p:sp>
        <p:nvSpPr>
          <p:cNvPr id="18" name="Straight Connector 33"/>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2QYAACEPAADKCAAA/BIAABAAAAAmAAAACAAAAP//////////"/>
              </a:ext>
            </a:extLst>
          </p:cNvSpPr>
          <p:nvPr/>
        </p:nvSpPr>
        <p:spPr>
          <a:xfrm rot="5400000">
            <a:off x="957580" y="2614930"/>
            <a:ext cx="626745" cy="315595"/>
          </a:xfrm>
          <a:prstGeom prst="line">
            <a:avLst/>
          </a:prstGeom>
          <a:noFill/>
          <a:ln w="9525" cap="flat" cmpd="sng" algn="ctr">
            <a:solidFill>
              <a:schemeClr val="tx1"/>
            </a:solidFill>
            <a:prstDash val="solid"/>
            <a:headEnd type="none"/>
            <a:tailEnd type="none"/>
          </a:ln>
          <a:effectLst/>
        </p:spPr>
      </p:sp>
      <p:sp>
        <p:nvSpPr>
          <p:cNvPr id="19" name="Straight Connector 3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PAoAACEPAADbCwAA/BIAABAAAAAmAAAACAAAAP//////////"/>
              </a:ext>
            </a:extLst>
          </p:cNvSpPr>
          <p:nvPr/>
        </p:nvSpPr>
        <p:spPr>
          <a:xfrm rot="16200000" flipH="1">
            <a:off x="1482090" y="2640965"/>
            <a:ext cx="626745" cy="263525"/>
          </a:xfrm>
          <a:prstGeom prst="line">
            <a:avLst/>
          </a:prstGeom>
          <a:noFill/>
          <a:ln w="9525" cap="flat" cmpd="sng" algn="ctr">
            <a:solidFill>
              <a:schemeClr val="tx1"/>
            </a:solidFill>
            <a:prstDash val="solid"/>
            <a:headEnd type="none"/>
            <a:tailEnd type="none"/>
          </a:ln>
          <a:effectLst/>
        </p:spPr>
      </p:sp>
      <p:sp>
        <p:nvSpPr>
          <p:cNvPr id="20" name="Straight Connector 35"/>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cQUAAP0UAAAiCwAAjBkAABAAAAAmAAAACAAAAP//////////"/>
              </a:ext>
            </a:extLst>
          </p:cNvSpPr>
          <p:nvPr/>
        </p:nvSpPr>
        <p:spPr>
          <a:xfrm rot="5400000">
            <a:off x="976630" y="3319780"/>
            <a:ext cx="741045" cy="925195"/>
          </a:xfrm>
          <a:prstGeom prst="line">
            <a:avLst/>
          </a:prstGeom>
          <a:noFill/>
          <a:ln w="9525" cap="flat" cmpd="sng" algn="ctr">
            <a:solidFill>
              <a:schemeClr val="tx1"/>
            </a:solidFill>
            <a:prstDash val="solid"/>
            <a:headEnd type="none"/>
            <a:tailEnd type="none"/>
          </a:ln>
          <a:effectLst/>
        </p:spPr>
      </p:sp>
      <p:sp>
        <p:nvSpPr>
          <p:cNvPr id="21" name="Straight Connector 3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6gkAAFQVAADbCwAAjBkAABAAAAAmAAAACAAAAP//////////"/>
              </a:ext>
            </a:extLst>
          </p:cNvSpPr>
          <p:nvPr/>
        </p:nvSpPr>
        <p:spPr>
          <a:xfrm rot="5400000">
            <a:off x="1426845" y="3651885"/>
            <a:ext cx="685800" cy="315595"/>
          </a:xfrm>
          <a:prstGeom prst="line">
            <a:avLst/>
          </a:prstGeom>
          <a:noFill/>
          <a:ln w="9525" cap="flat" cmpd="sng" algn="ctr">
            <a:solidFill>
              <a:schemeClr val="tx1"/>
            </a:solidFill>
            <a:prstDash val="solid"/>
            <a:headEnd type="none"/>
            <a:tailEnd type="none"/>
          </a:ln>
          <a:effectLst/>
        </p:spPr>
      </p:sp>
      <p:sp>
        <p:nvSpPr>
          <p:cNvPr id="22" name="Straight Connector 37"/>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2wsAAFQVAAA9DgAAjBkAABAAAAAmAAAACAAAAP//////////"/>
              </a:ext>
            </a:extLst>
          </p:cNvSpPr>
          <p:nvPr/>
        </p:nvSpPr>
        <p:spPr>
          <a:xfrm rot="16200000" flipH="1">
            <a:off x="1778000" y="3616325"/>
            <a:ext cx="685800" cy="387350"/>
          </a:xfrm>
          <a:prstGeom prst="line">
            <a:avLst/>
          </a:prstGeom>
          <a:noFill/>
          <a:ln w="9525" cap="flat" cmpd="sng" algn="ctr">
            <a:solidFill>
              <a:schemeClr val="tx1"/>
            </a:solidFill>
            <a:prstDash val="solid"/>
            <a:headEnd type="none"/>
            <a:tailEnd type="none"/>
          </a:ln>
          <a:effectLst/>
        </p:spPr>
      </p:sp>
      <p:sp>
        <p:nvSpPr>
          <p:cNvPr id="23" name="Straight Connector 38"/>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lAwAAPwUAABrEgAAjBkAABAAAAAmAAAACAAAAP//////////"/>
              </a:ext>
            </a:extLst>
          </p:cNvSpPr>
          <p:nvPr/>
        </p:nvSpPr>
        <p:spPr>
          <a:xfrm rot="16200000" flipH="1">
            <a:off x="2148205" y="3307715"/>
            <a:ext cx="741680" cy="949325"/>
          </a:xfrm>
          <a:prstGeom prst="line">
            <a:avLst/>
          </a:prstGeom>
          <a:noFill/>
          <a:ln w="9525" cap="flat" cmpd="sng" algn="ctr">
            <a:solidFill>
              <a:schemeClr val="tx1"/>
            </a:solidFill>
            <a:prstDash val="solid"/>
            <a:headEnd type="none"/>
            <a:tailEnd type="none"/>
          </a:ln>
          <a:effectLst/>
        </p:spPr>
      </p:sp>
      <p:sp>
        <p:nvSpPr>
          <p:cNvPr id="24" name="Straight Connector 41"/>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ExgAACcJAABFJAAA8A0AABAAAAAmAAAACAAAAP//////////"/>
              </a:ext>
            </a:extLst>
          </p:cNvSpPr>
          <p:nvPr/>
        </p:nvSpPr>
        <p:spPr>
          <a:xfrm>
            <a:off x="3913505" y="1487805"/>
            <a:ext cx="1982470" cy="777875"/>
          </a:xfrm>
          <a:prstGeom prst="line">
            <a:avLst/>
          </a:prstGeom>
          <a:noFill/>
          <a:ln w="9525" cap="flat" cmpd="sng" algn="ctr">
            <a:solidFill>
              <a:schemeClr val="tx1"/>
            </a:solidFill>
            <a:prstDash val="solid"/>
            <a:headEnd type="none"/>
            <a:tailEnd type="none"/>
          </a:ln>
          <a:effectLst/>
        </p:spPr>
      </p:sp>
      <p:sp>
        <p:nvSpPr>
          <p:cNvPr id="25" name="Straight Connector 42"/>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ERoAAJgPAABFJAAA/BIAABAAAAAmAAAACAAAAP//////////"/>
              </a:ext>
            </a:extLst>
          </p:cNvSpPr>
          <p:nvPr/>
        </p:nvSpPr>
        <p:spPr>
          <a:xfrm rot="5400000">
            <a:off x="4791075" y="1981200"/>
            <a:ext cx="551180" cy="1658620"/>
          </a:xfrm>
          <a:prstGeom prst="line">
            <a:avLst/>
          </a:prstGeom>
          <a:noFill/>
          <a:ln w="9525" cap="flat" cmpd="sng" algn="ctr">
            <a:solidFill>
              <a:schemeClr val="tx1"/>
            </a:solidFill>
            <a:prstDash val="solid"/>
            <a:headEnd type="none"/>
            <a:tailEnd type="none"/>
          </a:ln>
          <a:effectLst/>
        </p:spPr>
      </p:sp>
      <p:sp>
        <p:nvSpPr>
          <p:cNvPr id="26" name="Straight Connector 43"/>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nSEAAPAPAAD+JAAA/BIAABAAAAAmAAAACAAAAP//////////"/>
              </a:ext>
            </a:extLst>
          </p:cNvSpPr>
          <p:nvPr/>
        </p:nvSpPr>
        <p:spPr>
          <a:xfrm rot="5400000">
            <a:off x="5490845" y="2564130"/>
            <a:ext cx="495300" cy="549275"/>
          </a:xfrm>
          <a:prstGeom prst="line">
            <a:avLst/>
          </a:prstGeom>
          <a:noFill/>
          <a:ln w="9525" cap="flat" cmpd="sng" algn="ctr">
            <a:solidFill>
              <a:schemeClr val="tx1"/>
            </a:solidFill>
            <a:prstDash val="solid"/>
            <a:headEnd type="none"/>
            <a:tailEnd type="none"/>
          </a:ln>
          <a:effectLst/>
        </p:spPr>
      </p:sp>
      <p:sp>
        <p:nvSpPr>
          <p:cNvPr id="27" name="Straight Connector 4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iQAAPAPAAAEKQAA/BIAABAAAAAmAAAACAAAAP//////////"/>
              </a:ext>
            </a:extLst>
          </p:cNvSpPr>
          <p:nvPr/>
        </p:nvSpPr>
        <p:spPr>
          <a:xfrm rot="16200000" flipH="1">
            <a:off x="6092825" y="2511425"/>
            <a:ext cx="495300" cy="654050"/>
          </a:xfrm>
          <a:prstGeom prst="line">
            <a:avLst/>
          </a:prstGeom>
          <a:noFill/>
          <a:ln w="9525" cap="flat" cmpd="sng" algn="ctr">
            <a:solidFill>
              <a:schemeClr val="tx1"/>
            </a:solidFill>
            <a:prstDash val="solid"/>
            <a:headEnd type="none"/>
            <a:tailEnd type="none"/>
          </a:ln>
          <a:effectLst/>
        </p:spPr>
      </p:sp>
      <p:sp>
        <p:nvSpPr>
          <p:cNvPr id="28" name="Straight Connector 45"/>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tyUAAJkPAACyLwAAVBMAABAAAAAmAAAACAAAAP//////////"/>
              </a:ext>
            </a:extLst>
          </p:cNvSpPr>
          <p:nvPr/>
        </p:nvSpPr>
        <p:spPr>
          <a:xfrm rot="16200000" flipH="1">
            <a:off x="6638925" y="2027555"/>
            <a:ext cx="606425" cy="1622425"/>
          </a:xfrm>
          <a:prstGeom prst="line">
            <a:avLst/>
          </a:prstGeom>
          <a:noFill/>
          <a:ln w="9525" cap="flat" cmpd="sng" algn="ctr">
            <a:solidFill>
              <a:schemeClr val="tx1"/>
            </a:solidFill>
            <a:prstDash val="solid"/>
            <a:headEnd type="none"/>
            <a:tailEnd type="none"/>
          </a:ln>
          <a:effectLst/>
        </p:spPr>
      </p:sp>
      <p:sp>
        <p:nvSpPr>
          <p:cNvPr id="29" name="Straight Connector 6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AaJAAeAAAAAQAAABQAAAAUAAAAFAAAAAE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AaJAB/f38AH0l9A8zMzADAwP8Af39/AAAAAAAAAAAAAAAAAAAAAAAAAAAAIQAAABgAAAAUAAAAGwsAABoOAAD9DwAAORIAABAAAAAmAAAACAAAAP//////////"/>
              </a:ext>
            </a:extLst>
          </p:cNvSpPr>
          <p:nvPr/>
        </p:nvSpPr>
        <p:spPr>
          <a:xfrm>
            <a:off x="1805305" y="2292350"/>
            <a:ext cx="793750" cy="669925"/>
          </a:xfrm>
          <a:prstGeom prst="line">
            <a:avLst/>
          </a:prstGeom>
          <a:noFill/>
          <a:ln w="19050" cap="flat" cmpd="sng" algn="ctr">
            <a:solidFill>
              <a:srgbClr val="901A24"/>
            </a:solidFill>
            <a:prstDash val="solid"/>
            <a:headEnd type="none"/>
            <a:tailEnd type="triangle" w="med" len="med"/>
          </a:ln>
          <a:effectLst/>
        </p:spPr>
      </p:sp>
      <p:grpSp>
        <p:nvGrpSpPr>
          <p:cNvPr id="30" name="Group 93"/>
          <p:cNvGrpSpPr>
            <a:extLst>
              <a:ext uri="smNativeData">
                <pr:smNativeData xmlns:pr="smNativeData" xmlns="smNativeData" val="SMDATA_6_VcZhaRMAAAAlAAAAAQAAAA8BAAAAkAAAAEgAAACQAAAASAAAAAAAAAAAAAAAAAAAABcAAAAUAAAAAAAAAAAAAAD/fwAA/38AAAAAAAAJAAAABAAAALwaAAAfAAAAVAAAAAAAAAAAAAAAAAAAAAAAAAAAAAAAAAAAAAAAAAAAAAAAAAAAAAAAAAAAAAAAAAAAAAAAAAAAAAAAAAAAAAAAAAAAAAAAAAAAAAAAAAAAAAAAAAAAACEAAAAYAAAAFAAAAP0PAADAEgAAcxIAAJAVAAAQAAAAJgAAAAgAAAD/////AAAAAA=="/>
              </a:ext>
            </a:extLst>
          </p:cNvGrpSpPr>
          <p:nvPr/>
        </p:nvGrpSpPr>
        <p:grpSpPr>
          <a:xfrm>
            <a:off x="2599055" y="3048000"/>
            <a:ext cx="400050" cy="457200"/>
            <a:chOff x="2599055" y="3048000"/>
            <a:chExt cx="400050" cy="457200"/>
          </a:xfrm>
        </p:grpSpPr>
        <p:sp>
          <p:nvSpPr>
            <p:cNvPr id="32" name="Oval 9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xAAAPoSAABIEgAAUhUAAAAAAAAmAAAACAAAAP//////////"/>
                </a:ext>
              </a:extLst>
            </p:cNvSpPr>
            <p:nvPr/>
          </p:nvSpPr>
          <p:spPr>
            <a:xfrm>
              <a:off x="2638425" y="308483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31" name="Oval 9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8AAMASAABzEgAAkBUAAAAAAAAmAAAACAAAAP//////////"/>
                </a:ext>
              </a:extLst>
            </p:cNvSpPr>
            <p:nvPr/>
          </p:nvSpPr>
          <p:spPr>
            <a:xfrm>
              <a:off x="2599055" y="304800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33" name="Straight Connector 9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igoAAEwOAABZEAAAKRMAABAAAAAmAAAACAAAAP//////////"/>
              </a:ext>
            </a:extLst>
          </p:cNvSpPr>
          <p:nvPr/>
        </p:nvSpPr>
        <p:spPr>
          <a:xfrm>
            <a:off x="1713230" y="2324100"/>
            <a:ext cx="944245" cy="790575"/>
          </a:xfrm>
          <a:prstGeom prst="line">
            <a:avLst/>
          </a:prstGeom>
          <a:noFill/>
          <a:ln w="9525" cap="flat" cmpd="sng" algn="ctr">
            <a:solidFill>
              <a:schemeClr val="tx1"/>
            </a:solidFill>
            <a:prstDash val="solid"/>
            <a:headEnd type="none"/>
            <a:tailEnd type="none"/>
          </a:ln>
          <a:effectLst/>
        </p:spPr>
      </p:sp>
      <p:sp>
        <p:nvSpPr>
          <p:cNvPr id="34" name="Rectangle 69"/>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SAAABATAADlIgAAaBUAABAAAAAmAAAACAAAAP//////////"/>
              </a:ext>
            </a:extLst>
          </p:cNvSpPr>
          <p:nvPr/>
        </p:nvSpPr>
        <p:spPr>
          <a:xfrm>
            <a:off x="5291455" y="30988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35" name="Rectangle 7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ISgAAPwSAAB5KgAAVBUAABAAAAAmAAAACAAAAP//////////"/>
              </a:ext>
            </a:extLst>
          </p:cNvSpPr>
          <p:nvPr/>
        </p:nvSpPr>
        <p:spPr>
          <a:xfrm>
            <a:off x="6523355" y="30861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C</a:t>
            </a:r>
            <a:endParaRPr lang="en-us" sz="1800" cap="none">
              <a:latin typeface="Calibri" pitchFamily="2" charset="0"/>
              <a:ea typeface="Arial" pitchFamily="1" charset="0"/>
              <a:cs typeface="Arial" pitchFamily="1" charset="0"/>
            </a:endParaRPr>
          </a:p>
        </p:txBody>
      </p:sp>
      <p:sp>
        <p:nvSpPr>
          <p:cNvPr id="36" name="Rectangle 72"/>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H0l9A8zMzADAwP8Af39/AAAAAAAAAAAAAAAAAAAAAAAAAAAAIQAAABgAAAAUAAAA2S4AABATAAAxMQAAaBUAABAAAAAmAAAACAAAAP//////////"/>
              </a:ext>
            </a:extLst>
          </p:cNvSpPr>
          <p:nvPr/>
        </p:nvSpPr>
        <p:spPr>
          <a:xfrm>
            <a:off x="7615555" y="3098800"/>
            <a:ext cx="381000" cy="381000"/>
          </a:xfrm>
          <a:prstGeom prst="rect">
            <a:avLst/>
          </a:prstGeom>
          <a:solidFill>
            <a:schemeClr val="bg1"/>
          </a:solid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D</a:t>
            </a:r>
            <a:endParaRPr lang="en-us" sz="1800" cap="none">
              <a:latin typeface="Calibri" pitchFamily="2" charset="0"/>
              <a:ea typeface="Arial" pitchFamily="1" charset="0"/>
              <a:cs typeface="Arial" pitchFamily="1" charset="0"/>
            </a:endParaRPr>
          </a:p>
        </p:txBody>
      </p:sp>
      <p:grpSp>
        <p:nvGrpSpPr>
          <p:cNvPr id="37" name="Group 16"/>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McYAADUEgAAPRsAAKQVAAAQAAAAJgAAAAgAAAD/////AAAAAA=="/>
              </a:ext>
            </a:extLst>
          </p:cNvGrpSpPr>
          <p:nvPr/>
        </p:nvGrpSpPr>
        <p:grpSpPr>
          <a:xfrm>
            <a:off x="4027805" y="3060700"/>
            <a:ext cx="400050" cy="457200"/>
            <a:chOff x="4027805" y="3060700"/>
            <a:chExt cx="400050" cy="457200"/>
          </a:xfrm>
        </p:grpSpPr>
        <p:sp>
          <p:nvSpPr>
            <p:cNvPr id="39" name="Oval 7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RkAAA4TAAASGwAAZhUAAAAAAAAmAAAACAAAAP//////////"/>
                </a:ext>
              </a:extLst>
            </p:cNvSpPr>
            <p:nvPr/>
          </p:nvSpPr>
          <p:spPr>
            <a:xfrm>
              <a:off x="4067175" y="309753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38" name="Oval 7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xgAANQSAAA9GwAApBUAAAAAAAAmAAAACAAAAP//////////"/>
                </a:ext>
              </a:extLst>
            </p:cNvSpPr>
            <p:nvPr/>
          </p:nvSpPr>
          <p:spPr>
            <a:xfrm>
              <a:off x="4027805" y="306070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40" name="TextBox 9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QsAAFQfAABKKQAApyYAABAgAAAmAAAACAAAAP//////////"/>
              </a:ext>
            </a:extLst>
          </p:cNvSpPr>
          <p:nvPr/>
        </p:nvSpPr>
        <p:spPr>
          <a:xfrm>
            <a:off x="1793875" y="5092700"/>
            <a:ext cx="4918075" cy="1190625"/>
          </a:xfrm>
          <a:prstGeom prst="rect">
            <a:avLst/>
          </a:prstGeom>
          <a:noFill/>
          <a:ln>
            <a:noFill/>
          </a:ln>
          <a:effectLst/>
        </p:spPr>
        <p:txBody>
          <a:bodyPr vert="horz" wrap="squar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800" cap="none"/>
              <a:t>Result is: S-&gt;A-&gt;F!</a:t>
            </a:r>
            <a:endParaRPr lang="en-us" sz="1800" cap="none"/>
          </a:p>
          <a:p>
            <a:pPr/>
            <a:endParaRPr lang="en-us" sz="1800" cap="none"/>
          </a:p>
          <a:p>
            <a:pPr/>
            <a:r>
              <a:rPr lang="en-us" sz="1800" cap="none"/>
              <a:t>If we consider real costs, optimal solution is:</a:t>
            </a:r>
            <a:endParaRPr lang="en-us" sz="1800" cap="none"/>
          </a:p>
          <a:p>
            <a:pPr/>
            <a:r>
              <a:rPr lang="en-us" sz="1800" cap="none"/>
              <a:t>S-&gt;B-&gt;F</a:t>
            </a:r>
            <a:endParaRPr lang="en-us" sz="1800" cap="none"/>
          </a:p>
        </p:txBody>
      </p:sp>
      <p:sp>
        <p:nvSpPr>
          <p:cNvPr id="41" name="TextBox 4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A8AAP0KAAA6FgAAPg0AABAgAAAmAAAACAAAAP//////////"/>
              </a:ext>
            </a:extLst>
          </p:cNvSpPr>
          <p:nvPr/>
        </p:nvSpPr>
        <p:spPr>
          <a:xfrm>
            <a:off x="2545080" y="1786255"/>
            <a:ext cx="1068070" cy="36639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h=1, </a:t>
            </a:r>
            <a:r>
              <a:rPr lang="en-us" sz="1800" cap="none"/>
              <a:t>w=2</a:t>
            </a:r>
            <a:endParaRPr lang="en-us" sz="1600" cap="none"/>
          </a:p>
        </p:txBody>
      </p:sp>
      <p:sp>
        <p:nvSpPr>
          <p:cNvPr id="42" name="TextBox 50"/>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hkAAEoLAADtHwAAjA0AABAgAAAmAAAACAAAAP//////////"/>
              </a:ext>
            </a:extLst>
          </p:cNvSpPr>
          <p:nvPr/>
        </p:nvSpPr>
        <p:spPr>
          <a:xfrm>
            <a:off x="4121150" y="1835150"/>
            <a:ext cx="1068705" cy="36703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h=1, </a:t>
            </a:r>
            <a:r>
              <a:rPr lang="en-us" sz="1800" cap="none"/>
              <a:t>w=1</a:t>
            </a:r>
            <a:endParaRPr lang="en-us" sz="1600" cap="none"/>
          </a:p>
        </p:txBody>
      </p:sp>
      <p:sp>
        <p:nvSpPr>
          <p:cNvPr id="43" name="TextBox 5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xkAAEsPAADeHwAAjREAABAgAAAmAAAACAAAAP//////////"/>
              </a:ext>
            </a:extLst>
          </p:cNvSpPr>
          <p:nvPr/>
        </p:nvSpPr>
        <p:spPr>
          <a:xfrm>
            <a:off x="4111625" y="2486025"/>
            <a:ext cx="1068705" cy="36703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 </a:t>
            </a:r>
            <a:r>
              <a:rPr lang="en-us" sz="1800" cap="none"/>
              <a:t>w=4</a:t>
            </a:r>
            <a:endParaRPr lang="en-us" sz="1600" cap="none"/>
          </a:p>
        </p:txBody>
      </p:sp>
      <p:sp>
        <p:nvSpPr>
          <p:cNvPr id="44" name="TextBox 52"/>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ycAAOAQAADYKgAA8hIAABAgAAAmAAAACAAAAP//////////"/>
              </a:ext>
            </a:extLst>
          </p:cNvSpPr>
          <p:nvPr/>
        </p:nvSpPr>
        <p:spPr>
          <a:xfrm>
            <a:off x="6435725" y="274320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45" name="TextBox 53"/>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9CIAAPcQAAA0JgAACRMAABAgAAAmAAAACAAAAP//////////"/>
              </a:ext>
            </a:extLst>
          </p:cNvSpPr>
          <p:nvPr/>
        </p:nvSpPr>
        <p:spPr>
          <a:xfrm>
            <a:off x="5681980" y="2757805"/>
            <a:ext cx="528320"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46" name="TextBox 5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N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i0AANsQAACbMAAA7RIAABAgAAAmAAAACAAAAP//////////"/>
              </a:ext>
            </a:extLst>
          </p:cNvSpPr>
          <p:nvPr/>
        </p:nvSpPr>
        <p:spPr>
          <a:xfrm>
            <a:off x="7372350" y="2740025"/>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47" name="TextBox 5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dQ0AACgPAAAIFAAAahEAABAgAAAmAAAACAAAAP//////////"/>
              </a:ext>
            </a:extLst>
          </p:cNvSpPr>
          <p:nvPr/>
        </p:nvSpPr>
        <p:spPr>
          <a:xfrm>
            <a:off x="2187575" y="2463800"/>
            <a:ext cx="1068705" cy="36703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 </a:t>
            </a:r>
            <a:r>
              <a:rPr lang="en-us" sz="1800" cap="none"/>
              <a:t>w=7</a:t>
            </a:r>
            <a:endParaRPr lang="en-us" sz="1600" cap="none"/>
          </a:p>
        </p:txBody>
      </p:sp>
      <p:sp>
        <p:nvSpPr>
          <p:cNvPr id="48" name="TextBox 5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DgsAABwRAABPDgAALhMAABAgAAAmAAAACAAAAP//////////"/>
              </a:ext>
            </a:extLst>
          </p:cNvSpPr>
          <p:nvPr/>
        </p:nvSpPr>
        <p:spPr>
          <a:xfrm>
            <a:off x="1797050" y="278130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49" name="TextBox 6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fQMAABIRAAC9BgAAJBMAABAgAAAmAAAACAAAAP//////////"/>
              </a:ext>
            </a:extLst>
          </p:cNvSpPr>
          <p:nvPr/>
        </p:nvSpPr>
        <p:spPr>
          <a:xfrm>
            <a:off x="567055" y="2774950"/>
            <a:ext cx="528320"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50" name="Straight Connector 64"/>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AaJAAeAAAAAQAAABQAAAAUAAAAFAAAAAE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AaJAB/f38AH0l9A8zMzADAwP8Af39/AAAAAAAAAAAAAAAAAAAAAAAAAAAAIQAAABgAAAAUAAAA9QgAAPgHAACtFAAAqAwAABAAAAAmAAAACAAAAP//////////"/>
              </a:ext>
            </a:extLst>
          </p:cNvSpPr>
          <p:nvPr/>
        </p:nvSpPr>
        <p:spPr>
          <a:xfrm rot="10800000" flipV="1">
            <a:off x="1456055" y="1295400"/>
            <a:ext cx="1905000" cy="762000"/>
          </a:xfrm>
          <a:prstGeom prst="line">
            <a:avLst/>
          </a:prstGeom>
          <a:noFill/>
          <a:ln w="19050" cap="flat" cmpd="sng" algn="ctr">
            <a:solidFill>
              <a:srgbClr val="901A24"/>
            </a:solidFill>
            <a:prstDash val="solid"/>
            <a:headEnd type="none"/>
            <a:tailEnd type="triangle" w="med" len="med"/>
          </a:ln>
          <a:effectLst/>
        </p:spPr>
      </p:sp>
    </p:spTree>
  </p:cSld>
  <p:clrMapOvr>
    <a:masterClrMapping/>
  </p:clrMapOvr>
  <p:timing>
    <p:tnLst>
      <p:par>
        <p:cTn id="1" dur="indefinite" restart="never" nodeType="tmRoot"/>
      </p:par>
    </p:tnLst>
  </p:timing>
</p:sld>
</file>

<file path=ppt/slides/slide5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lgn="ctr">
              <a:defRPr cap="none">
                <a:solidFill>
                  <a:srgbClr val="0000FF"/>
                </a:solidFill>
              </a:defRPr>
            </a:pPr>
            <a:r>
              <a:rPr lang="en-gb" sz="3200" cap="none"/>
              <a:t>A*</a:t>
            </a:r>
            <a:r>
              <a:rPr lang="en-us" sz="3200" cap="none"/>
              <a:t> Algorithm</a:t>
            </a:r>
            <a:endParaRPr lang="en-us" sz="3200" cap="none"/>
          </a:p>
        </p:txBody>
      </p:sp>
      <p:sp>
        <p:nvSpPr>
          <p:cNvPr id="3" name="Content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wNQAAyBkAABAAAAAmAAAACAAAAAEAAAAAAAAA"/>
              </a:ext>
            </a:extLst>
          </p:cNvSpPr>
          <p:nvPr>
            <p:ph type="body" idx="1"/>
          </p:nvPr>
        </p:nvSpPr>
        <p:spPr>
          <a:xfrm>
            <a:off x="457200" y="1600200"/>
            <a:ext cx="8229600" cy="2590800"/>
          </a:xfrm>
        </p:spPr>
        <p:txBody>
          <a:bodyPr/>
          <a:lstStyle/>
          <a:p>
            <a:pPr/>
            <a:r>
              <a:rPr lang="en-gb" cap="none"/>
              <a:t>Derived from Best-First Search</a:t>
            </a:r>
            <a:endParaRPr lang="en-gb" cap="none"/>
          </a:p>
          <a:p>
            <a:pPr/>
            <a:r>
              <a:rPr lang="en-gb" cap="none"/>
              <a:t>Uses both g(n) and h(n)</a:t>
            </a:r>
            <a:endParaRPr lang="en-gb" cap="none"/>
          </a:p>
          <a:p>
            <a:pPr/>
            <a:r>
              <a:rPr lang="en-gb" cap="none"/>
              <a:t>A* is optimal</a:t>
            </a:r>
            <a:endParaRPr lang="en-gb" cap="none"/>
          </a:p>
          <a:p>
            <a:pPr/>
            <a:r>
              <a:rPr lang="en-gb" cap="none"/>
              <a:t>A* is complete</a:t>
            </a:r>
            <a:endParaRPr lang="en-us" cap="none"/>
          </a:p>
        </p:txBody>
      </p:sp>
    </p:spTree>
  </p:cSld>
  <p:clrMapOvr>
    <a:masterClrMapping/>
  </p:clrMapOvr>
  <p:timing>
    <p:tnLst>
      <p:par>
        <p:cTn id="1" dur="indefinite" restart="never" nodeType="tmRoot"/>
      </p:par>
    </p:tnLst>
  </p:timing>
</p:sld>
</file>

<file path=ppt/slides/slide5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XYCb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lgn="ctr">
              <a:defRPr cap="none">
                <a:solidFill>
                  <a:srgbClr val="0000FF"/>
                </a:solidFill>
              </a:defRPr>
            </a:pPr>
            <a:r>
              <a:rPr lang="en-gb" sz="3200" cap="none"/>
              <a:t>A* : Algorithm</a:t>
            </a:r>
            <a:endParaRPr lang="en-us" sz="3200" cap="none"/>
          </a:p>
        </p:txBody>
      </p:sp>
      <p:sp>
        <p:nvSpPr>
          <p:cNvPr id="3" name="Content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AAAAAAAAA"/>
              </a:ext>
            </a:extLst>
          </p:cNvSpPr>
          <p:nvPr>
            <p:ph type="body" idx="1"/>
          </p:nvPr>
        </p:nvSpPr>
        <p:spPr/>
        <p:txBody>
          <a:bodyPr/>
          <a:lstStyle/>
          <a:p>
            <a:pPr marL="457200" indent="-457200">
              <a:buNone/>
            </a:pPr>
            <a:r>
              <a:rPr lang="en-us" cap="none"/>
              <a:t>List open, closed, successors={};</a:t>
            </a:r>
            <a:endParaRPr lang="en-us" cap="none"/>
          </a:p>
          <a:p>
            <a:pPr marL="457200" indent="-457200">
              <a:buNone/>
            </a:pPr>
            <a:r>
              <a:rPr lang="en-us" cap="none"/>
              <a:t>Node root_node, current_node, goal;</a:t>
            </a:r>
            <a:endParaRPr lang="en-us" cap="none"/>
          </a:p>
          <a:p>
            <a:pPr marL="457200" indent="-457200">
              <a:buNone/>
            </a:pPr>
            <a:r>
              <a:rPr lang="en-us" i="1" cap="none"/>
              <a:t>insert-back(</a:t>
            </a:r>
            <a:r>
              <a:rPr lang="en-us" cap="none"/>
              <a:t>root_node,open)</a:t>
            </a:r>
            <a:endParaRPr lang="en-us" cap="none"/>
          </a:p>
          <a:p>
            <a:pPr marL="457200" indent="-457200">
              <a:buNone/>
            </a:pPr>
            <a:endParaRPr lang="en-us" cap="none"/>
          </a:p>
          <a:p>
            <a:pPr marL="457200" indent="-457200">
              <a:buNone/>
            </a:pPr>
            <a:r>
              <a:rPr lang="en-us" cap="none"/>
              <a:t>while </a:t>
            </a:r>
            <a:r>
              <a:rPr lang="en-us" i="1" cap="none"/>
              <a:t>not-empty</a:t>
            </a:r>
            <a:r>
              <a:rPr lang="en-us" cap="none"/>
              <a:t>(open</a:t>
            </a:r>
            <a:r>
              <a:rPr lang="en-us" i="1" cap="none"/>
              <a:t>);</a:t>
            </a:r>
            <a:endParaRPr lang="en-us" cap="none"/>
          </a:p>
          <a:p>
            <a:pPr marL="457200" indent="-457200">
              <a:buNone/>
            </a:pPr>
            <a:r>
              <a:rPr lang="en-us" cap="none"/>
              <a:t>	current_node=</a:t>
            </a:r>
            <a:r>
              <a:rPr lang="en-us" i="1" cap="none"/>
              <a:t>remove-front</a:t>
            </a:r>
            <a:r>
              <a:rPr lang="en-us" cap="none"/>
              <a:t>(open);</a:t>
            </a:r>
            <a:endParaRPr lang="en-us" cap="none"/>
          </a:p>
          <a:p>
            <a:pPr marL="457200" indent="-457200">
              <a:buNone/>
            </a:pPr>
            <a:r>
              <a:rPr lang="en-us" b="1" i="1" cap="none">
                <a:solidFill>
                  <a:srgbClr val="901A24"/>
                </a:solidFill>
              </a:rPr>
              <a:t>	</a:t>
            </a:r>
            <a:r>
              <a:rPr lang="en-us" i="1" cap="none"/>
              <a:t>insert-back(</a:t>
            </a:r>
            <a:r>
              <a:rPr lang="en-us" cap="none"/>
              <a:t>current_node,closed);</a:t>
            </a:r>
            <a:endParaRPr lang="en-us" cap="none"/>
          </a:p>
          <a:p>
            <a:pPr marL="457200" indent="-457200">
              <a:buNone/>
            </a:pPr>
            <a:r>
              <a:rPr lang="en-us" cap="none"/>
              <a:t>	if (current_node==goal) return current_node;</a:t>
            </a:r>
            <a:endParaRPr lang="en-us" cap="none"/>
          </a:p>
          <a:p>
            <a:pPr marL="457200" indent="-457200">
              <a:buNone/>
            </a:pPr>
            <a:r>
              <a:rPr lang="en-us" cap="none"/>
              <a:t>	else</a:t>
            </a:r>
            <a:endParaRPr lang="en-us" cap="none"/>
          </a:p>
          <a:p>
            <a:pPr marL="457200" indent="-457200">
              <a:buNone/>
            </a:pPr>
            <a:r>
              <a:rPr lang="en-us" cap="none"/>
              <a:t>		successors=</a:t>
            </a:r>
            <a:r>
              <a:rPr lang="en-us" b="1" i="1" cap="none">
                <a:solidFill>
                  <a:srgbClr val="901A24"/>
                </a:solidFill>
              </a:rPr>
              <a:t>totalEstOrderedSuccessorsOf</a:t>
            </a:r>
            <a:r>
              <a:rPr lang="en-us" i="1" cap="none"/>
              <a:t>(</a:t>
            </a:r>
            <a:r>
              <a:rPr lang="en-us" cap="none"/>
              <a:t>current_node);</a:t>
            </a:r>
            <a:endParaRPr lang="en-us" cap="none"/>
          </a:p>
          <a:p>
            <a:pPr marL="457200" indent="-457200">
              <a:buNone/>
            </a:pPr>
            <a:r>
              <a:rPr lang="en-us" cap="none"/>
              <a:t>		for(x in successors)</a:t>
            </a:r>
            <a:endParaRPr lang="en-us" cap="none"/>
          </a:p>
          <a:p>
            <a:pPr marL="457200" indent="-457200">
              <a:buNone/>
            </a:pPr>
            <a:r>
              <a:rPr lang="en-us" i="1" cap="none"/>
              <a:t>			</a:t>
            </a:r>
            <a:r>
              <a:rPr lang="en-us" cap="none"/>
              <a:t>if(</a:t>
            </a:r>
            <a:r>
              <a:rPr lang="en-us" i="1" cap="none"/>
              <a:t>not-in</a:t>
            </a:r>
            <a:r>
              <a:rPr lang="en-us" cap="none"/>
              <a:t>(x,closed))</a:t>
            </a:r>
            <a:r>
              <a:rPr lang="en-us" i="1" cap="none"/>
              <a:t> insert-back</a:t>
            </a:r>
            <a:r>
              <a:rPr lang="en-us" cap="none"/>
              <a:t>(x,open);</a:t>
            </a:r>
            <a:endParaRPr lang="en-us" cap="none"/>
          </a:p>
          <a:p>
            <a:pPr marL="457200" indent="-457200">
              <a:buNone/>
            </a:pPr>
            <a:r>
              <a:rPr lang="en-us" cap="none"/>
              <a:t>	endIf</a:t>
            </a:r>
            <a:endParaRPr lang="en-us" cap="none"/>
          </a:p>
          <a:p>
            <a:pPr marL="457200" indent="-457200">
              <a:buNone/>
            </a:pPr>
            <a:r>
              <a:rPr lang="en-us" cap="none"/>
              <a:t>endWhile</a:t>
            </a:r>
            <a:endParaRPr lang="en-us" cap="none"/>
          </a:p>
        </p:txBody>
      </p:sp>
      <p:sp>
        <p:nvSpPr>
          <p:cNvPr id="4" name="Slide Number Placeholder 3"/>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yCgAAMgoAADoNQAAMCoAABAAAAAmAAAACAAAAP//////////"/>
              </a:ext>
            </a:extLst>
          </p:cNvSpPr>
          <p:nvPr/>
        </p:nvSpPr>
        <p:spPr>
          <a:xfrm>
            <a:off x="6629400" y="6629400"/>
            <a:ext cx="2133600" cy="228600"/>
          </a:xfrm>
          <a:prstGeom prst="rect">
            <a:avLst/>
          </a:prstGeom>
          <a:noFill/>
          <a:ln>
            <a:noFill/>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37907329-67DA-C585-9428-91D03D6662C4}" type="slidenum">
              <a:rPr lang="en-us" sz="700" b="1" cap="none">
                <a:solidFill>
                  <a:schemeClr val="bg1"/>
                </a:solidFill>
              </a:rPr>
              <a:t>63</a:t>
            </a:fld>
            <a:endParaRPr lang="en-us" sz="700" b="1" cap="none">
              <a:solidFill>
                <a:schemeClr val="bg1"/>
              </a:solidFill>
            </a:endParaRPr>
          </a:p>
        </p:txBody>
      </p:sp>
      <p:sp>
        <p:nvSpPr>
          <p:cNvPr id="5" name="TextBox 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w0AAEYmAAADLwAAjCgAABAgAAAmAAAACAAAAP//////////"/>
              </a:ext>
            </a:extLst>
          </p:cNvSpPr>
          <p:nvPr/>
        </p:nvSpPr>
        <p:spPr>
          <a:xfrm>
            <a:off x="2117725" y="6221730"/>
            <a:ext cx="5524500" cy="36957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800" cap="none">
                <a:solidFill>
                  <a:srgbClr val="901A24"/>
                </a:solidFill>
              </a:rPr>
              <a:t>N.B.= this version is not saving the path for simplicity</a:t>
            </a:r>
            <a:endParaRPr lang="en-us" sz="1800" cap="none">
              <a:solidFill>
                <a:srgbClr val="901A24"/>
              </a:solidFill>
            </a:endParaRPr>
          </a:p>
        </p:txBody>
      </p:sp>
      <p:sp>
        <p:nvSpPr>
          <p:cNvPr id="6" name="Rectangular Callout 5"/>
          <p:cNvSpPr>
            <a:extLst>
              <a:ext uri="smNativeData">
                <pr:smNativeData xmlns:pr="smNativeData" xmlns="smNativeData" val="SMDATA_15_VcZhaRMAAAAlAAAA9AEAAA0AAAAAkAAAAEgAAACQAAAASAAAAAAAAAABAAAAAAAAAAEAAABQAAAAoblOIy2V778vbqMBvAX+PwAAAAAAAOA/AAAAAAAA4D8AAAAAAADgPwAAAAAAAOA/AAAAAAAA4D8AAAAAAADgPwAAAAAAAOA/AAAAAAAA4D8CAAAAjAAAAAEAAAAAAAAAT4G9DP///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DtgjAB/f38AH0l9A8zMzADAwP8Af39/AAAAAAAAAAAAAAAAAAAAAAAAAAAAIQAAABgAAAAUAAAAZCMAANQIAADYNgAAZBQAABAAAAAmAAAACAAAAP//////////"/>
              </a:ext>
            </a:extLst>
          </p:cNvSpPr>
          <p:nvPr/>
        </p:nvSpPr>
        <p:spPr>
          <a:xfrm>
            <a:off x="5753100" y="1435100"/>
            <a:ext cx="3162300" cy="1879600"/>
          </a:xfrm>
          <a:prstGeom prst="wedgeRectCallout">
            <a:avLst>
              <a:gd name="adj1" fmla="val -49348"/>
              <a:gd name="adj2" fmla="val 93820"/>
            </a:avLst>
          </a:prstGeom>
          <a:solidFill>
            <a:schemeClr val="accent1"/>
          </a:solidFill>
          <a:ln w="25400" cap="flat" cmpd="sng" algn="ctr">
            <a:solidFill>
              <a:srgbClr val="3B608C"/>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r>
              <a:rPr lang="en-us" sz="2000" cap="none"/>
              <a:t>returns the list of direct descendants of the current node in shortest total estimation order </a:t>
            </a:r>
            <a:endParaRPr lang="en-us" sz="2000" cap="none"/>
          </a:p>
        </p:txBody>
      </p:sp>
    </p:spTree>
  </p:cSld>
  <p:clrMapOvr>
    <a:masterClrMapping/>
  </p:clrMapOvr>
  <p:timing>
    <p:tnLst>
      <p:par>
        <p:cTn id="1" dur="indefinite" restart="never" nodeType="tmRoot"/>
      </p:par>
    </p:tnLst>
  </p:timing>
</p:sld>
</file>

<file path=ppt/slides/slide5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gb" sz="3200" cap="none"/>
              <a:t>A* : Example</a:t>
            </a:r>
            <a:endParaRPr lang="en-us" sz="3200" cap="none"/>
          </a:p>
        </p:txBody>
      </p:sp>
      <p:sp>
        <p:nvSpPr>
          <p:cNvPr id="3" name="Slide Number Placeholder 3"/>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yCgAAMgoAADoNQAAMCoAABAAAAAmAAAACAAAAP//////////"/>
              </a:ext>
            </a:extLst>
          </p:cNvSpPr>
          <p:nvPr/>
        </p:nvSpPr>
        <p:spPr>
          <a:xfrm>
            <a:off x="6629400" y="6629400"/>
            <a:ext cx="2133600" cy="228600"/>
          </a:xfrm>
          <a:prstGeom prst="rect">
            <a:avLst/>
          </a:prstGeom>
          <a:noFill/>
          <a:ln>
            <a:noFill/>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2A4C0CEE-A0C7-19FA-89F4-56AF42BA7F03}" type="slidenum">
              <a:rPr lang="en-us" sz="700" b="1" cap="none">
                <a:solidFill>
                  <a:schemeClr val="bg1"/>
                </a:solidFill>
              </a:rPr>
              <a:t>64</a:t>
            </a:fld>
            <a:endParaRPr lang="en-us" sz="700" b="1" cap="none">
              <a:solidFill>
                <a:schemeClr val="bg1"/>
              </a:solidFill>
            </a:endParaRPr>
          </a:p>
        </p:txBody>
      </p:sp>
      <p:grpSp>
        <p:nvGrpSpPr>
          <p:cNvPr id="4" name="Group 4"/>
          <p:cNvGrpSpPr>
            <a:extLst>
              <a:ext uri="smNativeData">
                <pr:smNativeData xmlns:pr="smNativeData" xmlns="smNativeData" val="SMDATA_6_VcZhaRMAAAAlAAAAAQAAAA8BAAAAkAAAAEgAAACQAAAASAAAAAAAAAAAAAAAAAAAABcAAAAUAAAAAAAAAAAAAAD/fwAA/38AAAAAAAAJAAAABAAAAESZAQAfAAAAVAAAAAAAAAAAAAAAAAAAAAAAAAAAAAAAAAAAAAAAAAAAAAAAAAAAAAAAAAAAAAAAAAAAAAAAAAAAAAAAAAAAAAAAAAAAAAAAAAAAAAAAAAAAAAAAAAAAACEAAAAYAAAAFAAAAJ0VAAC/BwAAExgAAI8KAAAQAAAAJgAAAAgAAAD/////AAAAAA=="/>
              </a:ext>
            </a:extLst>
          </p:cNvGrpSpPr>
          <p:nvPr/>
        </p:nvGrpSpPr>
        <p:grpSpPr>
          <a:xfrm>
            <a:off x="3513455" y="1259205"/>
            <a:ext cx="400050" cy="457200"/>
            <a:chOff x="3513455" y="1259205"/>
            <a:chExt cx="400050" cy="457200"/>
          </a:xfrm>
        </p:grpSpPr>
        <p:sp>
          <p:nvSpPr>
            <p:cNvPr id="6" name="Oval 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9MAo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2xUAAPgHAADoFwAAUAoAAAAAAAAmAAAACAAAAP//////////"/>
                </a:ext>
              </a:extLst>
            </p:cNvSpPr>
            <p:nvPr/>
          </p:nvSpPr>
          <p:spPr>
            <a:xfrm>
              <a:off x="3552825" y="12954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5" name="Oval 6"/>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RUAAL8HAAATGAAAjwoAAAAAAAAmAAAACAAAAP//////////"/>
                </a:ext>
              </a:extLst>
            </p:cNvSpPr>
            <p:nvPr/>
          </p:nvSpPr>
          <p:spPr>
            <a:xfrm>
              <a:off x="3513455" y="1259205"/>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7" name="Oval 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Aq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fQgAACANAACKCgAAeA8AABAAAAAmAAAACAAAAP//////////"/>
              </a:ext>
            </a:extLst>
          </p:cNvSpPr>
          <p:nvPr/>
        </p:nvSpPr>
        <p:spPr>
          <a:xfrm>
            <a:off x="1379855" y="21336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8" name="Oval 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GB8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MAAJgNAAAFJgAA8A8AABAAAAAmAAAACAAAAP//////////"/>
              </a:ext>
            </a:extLst>
          </p:cNvSpPr>
          <p:nvPr/>
        </p:nvSpPr>
        <p:spPr>
          <a:xfrm>
            <a:off x="5847080" y="22098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B</a:t>
            </a:r>
            <a:endParaRPr lang="en-us" sz="1800" cap="none">
              <a:latin typeface="Calibri" pitchFamily="2" charset="0"/>
              <a:ea typeface="Arial" pitchFamily="1" charset="0"/>
              <a:cs typeface="Arial" pitchFamily="1" charset="0"/>
            </a:endParaRPr>
          </a:p>
        </p:txBody>
      </p:sp>
      <p:sp>
        <p:nvSpPr>
          <p:cNvPr id="9" name="Rectangle 9"/>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QjWS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QUAAPwSAAAFCAAAVBUAABAAAAAmAAAACAAAAP//////////"/>
              </a:ext>
            </a:extLst>
          </p:cNvSpPr>
          <p:nvPr/>
        </p:nvSpPr>
        <p:spPr>
          <a:xfrm>
            <a:off x="922655" y="30861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10" name="Oval 10"/>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FCQ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1QoAAPwSAADiDAAAVBUAABAAAAAmAAAACAAAAP//////////"/>
              </a:ext>
            </a:extLst>
          </p:cNvSpPr>
          <p:nvPr/>
        </p:nvSpPr>
        <p:spPr>
          <a:xfrm>
            <a:off x="1760855" y="30861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B</a:t>
            </a:r>
            <a:endParaRPr lang="en-us" sz="1800" cap="none">
              <a:latin typeface="Calibri" pitchFamily="2" charset="0"/>
              <a:ea typeface="Arial" pitchFamily="1" charset="0"/>
              <a:cs typeface="Arial" pitchFamily="1" charset="0"/>
            </a:endParaRPr>
          </a:p>
        </p:txBody>
      </p:sp>
      <p:sp>
        <p:nvSpPr>
          <p:cNvPr id="11" name="Rectangle 1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QQAAIwZAACdBgAA5BsAABAAAAAmAAAACAAAAP//////////"/>
              </a:ext>
            </a:extLst>
          </p:cNvSpPr>
          <p:nvPr/>
        </p:nvSpPr>
        <p:spPr>
          <a:xfrm>
            <a:off x="694055" y="41529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12" name="Rectangle 12"/>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vggAAIwZAAAWCwAA5BsAABAAAAAmAAAACAAAAP//////////"/>
              </a:ext>
            </a:extLst>
          </p:cNvSpPr>
          <p:nvPr/>
        </p:nvSpPr>
        <p:spPr>
          <a:xfrm>
            <a:off x="1421130" y="41529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13" name="Oval 1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G/g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REAAIwZAAByEwAA5BsAABAAAAAmAAAACAAAAP//////////"/>
              </a:ext>
            </a:extLst>
          </p:cNvSpPr>
          <p:nvPr/>
        </p:nvSpPr>
        <p:spPr>
          <a:xfrm>
            <a:off x="2827655" y="41529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D</a:t>
            </a:r>
            <a:endParaRPr lang="en-us" sz="1800" cap="none">
              <a:latin typeface="Calibri" pitchFamily="2" charset="0"/>
              <a:ea typeface="Arial" pitchFamily="1" charset="0"/>
              <a:cs typeface="Arial" pitchFamily="1" charset="0"/>
            </a:endParaRPr>
          </a:p>
        </p:txBody>
      </p:sp>
      <p:grpSp>
        <p:nvGrpSpPr>
          <p:cNvPr id="14" name="Group 16"/>
          <p:cNvGrpSpPr>
            <a:extLst>
              <a:ext uri="smNativeData">
                <pr:smNativeData xmlns:pr="smNativeData" xmlns="smNativeData" val="SMDATA_6_VcZhaRMAAAAlAAAAAQAAAA8BAAAAkAAAAEgAAACQAAAASAAAAAAAAAAAAAAAAAAAABcAAAAUAAAAAAAAAAAAAAD/fwAA/38AAAAAAAAJAAAABAAAADMyFhMfAAAAVAAAAAAAAAAAAAAAAAAAAAAAAAAAAAAAAAAAAAAAAAAAAAAAAAAAAAAAAAAAAAAAAAAAAAAAAAAAAAAAAAAAAAAAAAAAAAAAAAAAAAAAAAAAAAAAAAAAACEAAAAYAAAAFAAAAB4NAABsGQAAlA8AADwcAAAQAAAAJgAAAAgAAAD/////AAAAAA=="/>
              </a:ext>
            </a:extLst>
          </p:cNvGrpSpPr>
          <p:nvPr/>
        </p:nvGrpSpPr>
        <p:grpSpPr>
          <a:xfrm>
            <a:off x="2132330" y="4132580"/>
            <a:ext cx="400050" cy="457200"/>
            <a:chOff x="2132330" y="4132580"/>
            <a:chExt cx="400050" cy="457200"/>
          </a:xfrm>
        </p:grpSpPr>
        <p:sp>
          <p:nvSpPr>
            <p:cNvPr id="16" name="Oval 1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gAxw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A0AAKUZAABpDwAA/RsAAAAAAAAmAAAACAAAAP//////////"/>
                </a:ext>
              </a:extLst>
            </p:cNvSpPr>
            <p:nvPr/>
          </p:nvSpPr>
          <p:spPr>
            <a:xfrm>
              <a:off x="2171700" y="4168775"/>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15" name="Oval 1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Hg0AAGwZAACUDwAAPBwAAAAAAAAmAAAACAAAAP//////////"/>
                </a:ext>
              </a:extLst>
            </p:cNvSpPr>
            <p:nvPr/>
          </p:nvSpPr>
          <p:spPr>
            <a:xfrm>
              <a:off x="2132330" y="413258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17" name="Straight Connector 32"/>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PAoAACcJAACdFQAAeA0AABAAAAAmAAAACAAAAP//////////"/>
              </a:ext>
            </a:extLst>
          </p:cNvSpPr>
          <p:nvPr/>
        </p:nvSpPr>
        <p:spPr>
          <a:xfrm rot="10800000" flipV="1">
            <a:off x="1663700" y="1487805"/>
            <a:ext cx="1849755" cy="701675"/>
          </a:xfrm>
          <a:prstGeom prst="line">
            <a:avLst/>
          </a:prstGeom>
          <a:noFill/>
          <a:ln w="9525" cap="flat" cmpd="sng" algn="ctr">
            <a:solidFill>
              <a:schemeClr val="tx1"/>
            </a:solidFill>
            <a:prstDash val="solid"/>
            <a:headEnd type="none"/>
            <a:tailEnd type="none"/>
          </a:ln>
          <a:effectLst/>
        </p:spPr>
      </p:sp>
      <p:sp>
        <p:nvSpPr>
          <p:cNvPr id="18" name="Straight Connector 33"/>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2QYAACEPAADKCAAA/BIAABAAAAAmAAAACAAAAP//////////"/>
              </a:ext>
            </a:extLst>
          </p:cNvSpPr>
          <p:nvPr/>
        </p:nvSpPr>
        <p:spPr>
          <a:xfrm rot="5400000">
            <a:off x="957580" y="2614930"/>
            <a:ext cx="626745" cy="315595"/>
          </a:xfrm>
          <a:prstGeom prst="line">
            <a:avLst/>
          </a:prstGeom>
          <a:noFill/>
          <a:ln w="9525" cap="flat" cmpd="sng" algn="ctr">
            <a:solidFill>
              <a:schemeClr val="tx1"/>
            </a:solidFill>
            <a:prstDash val="solid"/>
            <a:headEnd type="none"/>
            <a:tailEnd type="none"/>
          </a:ln>
          <a:effectLst/>
        </p:spPr>
      </p:sp>
      <p:sp>
        <p:nvSpPr>
          <p:cNvPr id="19" name="Straight Connector 3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PAoAACEPAADbCwAA/BIAABAAAAAmAAAACAAAAP//////////"/>
              </a:ext>
            </a:extLst>
          </p:cNvSpPr>
          <p:nvPr/>
        </p:nvSpPr>
        <p:spPr>
          <a:xfrm rot="16200000" flipH="1">
            <a:off x="1482090" y="2640965"/>
            <a:ext cx="626745" cy="263525"/>
          </a:xfrm>
          <a:prstGeom prst="line">
            <a:avLst/>
          </a:prstGeom>
          <a:noFill/>
          <a:ln w="9525" cap="flat" cmpd="sng" algn="ctr">
            <a:solidFill>
              <a:schemeClr val="tx1"/>
            </a:solidFill>
            <a:prstDash val="solid"/>
            <a:headEnd type="none"/>
            <a:tailEnd type="none"/>
          </a:ln>
          <a:effectLst/>
        </p:spPr>
      </p:sp>
      <p:sp>
        <p:nvSpPr>
          <p:cNvPr id="20" name="Straight Connector 35"/>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iOln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cQUAAP0UAAAiCwAAjBkAABAAAAAmAAAACAAAAP//////////"/>
              </a:ext>
            </a:extLst>
          </p:cNvSpPr>
          <p:nvPr/>
        </p:nvSpPr>
        <p:spPr>
          <a:xfrm rot="5400000">
            <a:off x="976630" y="3319780"/>
            <a:ext cx="741045" cy="925195"/>
          </a:xfrm>
          <a:prstGeom prst="line">
            <a:avLst/>
          </a:prstGeom>
          <a:noFill/>
          <a:ln w="9525" cap="flat" cmpd="sng" algn="ctr">
            <a:solidFill>
              <a:schemeClr val="tx1"/>
            </a:solidFill>
            <a:prstDash val="solid"/>
            <a:headEnd type="none"/>
            <a:tailEnd type="none"/>
          </a:ln>
          <a:effectLst/>
        </p:spPr>
      </p:sp>
      <p:sp>
        <p:nvSpPr>
          <p:cNvPr id="21" name="Straight Connector 3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DIft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6gkAAFQVAADbCwAAjBkAABAAAAAmAAAACAAAAP//////////"/>
              </a:ext>
            </a:extLst>
          </p:cNvSpPr>
          <p:nvPr/>
        </p:nvSpPr>
        <p:spPr>
          <a:xfrm rot="5400000">
            <a:off x="1426845" y="3651885"/>
            <a:ext cx="685800" cy="315595"/>
          </a:xfrm>
          <a:prstGeom prst="line">
            <a:avLst/>
          </a:prstGeom>
          <a:noFill/>
          <a:ln w="9525" cap="flat" cmpd="sng" algn="ctr">
            <a:solidFill>
              <a:schemeClr val="tx1"/>
            </a:solidFill>
            <a:prstDash val="solid"/>
            <a:headEnd type="none"/>
            <a:tailEnd type="none"/>
          </a:ln>
          <a:effectLst/>
        </p:spPr>
      </p:sp>
      <p:sp>
        <p:nvSpPr>
          <p:cNvPr id="22" name="Straight Connector 37"/>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CHz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2wsAAFQVAAA9DgAAjBkAABAAAAAmAAAACAAAAP//////////"/>
              </a:ext>
            </a:extLst>
          </p:cNvSpPr>
          <p:nvPr/>
        </p:nvSpPr>
        <p:spPr>
          <a:xfrm rot="16200000" flipH="1">
            <a:off x="1778000" y="3616325"/>
            <a:ext cx="685800" cy="387350"/>
          </a:xfrm>
          <a:prstGeom prst="line">
            <a:avLst/>
          </a:prstGeom>
          <a:noFill/>
          <a:ln w="9525" cap="flat" cmpd="sng" algn="ctr">
            <a:solidFill>
              <a:schemeClr val="tx1"/>
            </a:solidFill>
            <a:prstDash val="solid"/>
            <a:headEnd type="none"/>
            <a:tailEnd type="none"/>
          </a:ln>
          <a:effectLst/>
        </p:spPr>
      </p:sp>
      <p:sp>
        <p:nvSpPr>
          <p:cNvPr id="23" name="Straight Connector 38"/>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DDZ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lAwAAPwUAABrEgAAjBkAABAAAAAmAAAACAAAAP//////////"/>
              </a:ext>
            </a:extLst>
          </p:cNvSpPr>
          <p:nvPr/>
        </p:nvSpPr>
        <p:spPr>
          <a:xfrm rot="16200000" flipH="1">
            <a:off x="2148205" y="3307715"/>
            <a:ext cx="741680" cy="949325"/>
          </a:xfrm>
          <a:prstGeom prst="line">
            <a:avLst/>
          </a:prstGeom>
          <a:noFill/>
          <a:ln w="9525" cap="flat" cmpd="sng" algn="ctr">
            <a:solidFill>
              <a:schemeClr val="tx1"/>
            </a:solidFill>
            <a:prstDash val="solid"/>
            <a:headEnd type="none"/>
            <a:tailEnd type="none"/>
          </a:ln>
          <a:effectLst/>
        </p:spPr>
      </p:sp>
      <p:sp>
        <p:nvSpPr>
          <p:cNvPr id="24" name="Straight Connector 41"/>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D/a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ExgAACcJAABFJAAA8A0AABAAAAAmAAAACAAAAP//////////"/>
              </a:ext>
            </a:extLst>
          </p:cNvSpPr>
          <p:nvPr/>
        </p:nvSpPr>
        <p:spPr>
          <a:xfrm>
            <a:off x="3913505" y="1487805"/>
            <a:ext cx="1982470" cy="777875"/>
          </a:xfrm>
          <a:prstGeom prst="line">
            <a:avLst/>
          </a:prstGeom>
          <a:noFill/>
          <a:ln w="9525" cap="flat" cmpd="sng" algn="ctr">
            <a:solidFill>
              <a:schemeClr val="tx1"/>
            </a:solidFill>
            <a:prstDash val="solid"/>
            <a:headEnd type="none"/>
            <a:tailEnd type="none"/>
          </a:ln>
          <a:effectLst/>
        </p:spPr>
      </p:sp>
      <p:sp>
        <p:nvSpPr>
          <p:cNvPr id="25" name="Straight Connector 42"/>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EUZ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ERoAAJgPAABFJAAA/BIAABAAAAAmAAAACAAAAP//////////"/>
              </a:ext>
            </a:extLst>
          </p:cNvSpPr>
          <p:nvPr/>
        </p:nvSpPr>
        <p:spPr>
          <a:xfrm rot="5400000">
            <a:off x="4791075" y="1981200"/>
            <a:ext cx="551180" cy="1658620"/>
          </a:xfrm>
          <a:prstGeom prst="line">
            <a:avLst/>
          </a:prstGeom>
          <a:noFill/>
          <a:ln w="9525" cap="flat" cmpd="sng" algn="ctr">
            <a:solidFill>
              <a:schemeClr val="tx1"/>
            </a:solidFill>
            <a:prstDash val="solid"/>
            <a:headEnd type="none"/>
            <a:tailEnd type="none"/>
          </a:ln>
          <a:effectLst/>
        </p:spPr>
      </p:sp>
      <p:sp>
        <p:nvSpPr>
          <p:cNvPr id="26" name="Straight Connector 43"/>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gv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nSEAAPAPAAD+JAAA/BIAABAAAAAmAAAACAAAAP//////////"/>
              </a:ext>
            </a:extLst>
          </p:cNvSpPr>
          <p:nvPr/>
        </p:nvSpPr>
        <p:spPr>
          <a:xfrm rot="5400000">
            <a:off x="5490845" y="2564130"/>
            <a:ext cx="495300" cy="549275"/>
          </a:xfrm>
          <a:prstGeom prst="line">
            <a:avLst/>
          </a:prstGeom>
          <a:noFill/>
          <a:ln w="9525" cap="flat" cmpd="sng" algn="ctr">
            <a:solidFill>
              <a:schemeClr val="tx1"/>
            </a:solidFill>
            <a:prstDash val="solid"/>
            <a:headEnd type="none"/>
            <a:tailEnd type="none"/>
          </a:ln>
          <a:effectLst/>
        </p:spPr>
      </p:sp>
      <p:sp>
        <p:nvSpPr>
          <p:cNvPr id="27" name="Straight Connector 4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iQAAPAPAAAEKQAA/BIAABAAAAAmAAAACAAAAP//////////"/>
              </a:ext>
            </a:extLst>
          </p:cNvSpPr>
          <p:nvPr/>
        </p:nvSpPr>
        <p:spPr>
          <a:xfrm rot="16200000" flipH="1">
            <a:off x="6092825" y="2511425"/>
            <a:ext cx="495300" cy="654050"/>
          </a:xfrm>
          <a:prstGeom prst="line">
            <a:avLst/>
          </a:prstGeom>
          <a:noFill/>
          <a:ln w="9525" cap="flat" cmpd="sng" algn="ctr">
            <a:solidFill>
              <a:schemeClr val="tx1"/>
            </a:solidFill>
            <a:prstDash val="solid"/>
            <a:headEnd type="none"/>
            <a:tailEnd type="none"/>
          </a:ln>
          <a:effectLst/>
        </p:spPr>
      </p:sp>
      <p:sp>
        <p:nvSpPr>
          <p:cNvPr id="28" name="Straight Connector 45"/>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YAB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tyUAAJkPAACyLwAAVBMAABAAAAAmAAAACAAAAP//////////"/>
              </a:ext>
            </a:extLst>
          </p:cNvSpPr>
          <p:nvPr/>
        </p:nvSpPr>
        <p:spPr>
          <a:xfrm rot="16200000" flipH="1">
            <a:off x="6638925" y="2027555"/>
            <a:ext cx="606425" cy="1622425"/>
          </a:xfrm>
          <a:prstGeom prst="line">
            <a:avLst/>
          </a:prstGeom>
          <a:noFill/>
          <a:ln w="9525" cap="flat" cmpd="sng" algn="ctr">
            <a:solidFill>
              <a:schemeClr val="tx1"/>
            </a:solidFill>
            <a:prstDash val="solid"/>
            <a:headEnd type="none"/>
            <a:tailEnd type="none"/>
          </a:ln>
          <a:effectLst/>
        </p:spPr>
      </p:sp>
      <p:sp>
        <p:nvSpPr>
          <p:cNvPr id="29" name="Straight Connector 6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JAaJAAeAAAAAQAAACMAAAAjAAAAIwAAAB4AAAAC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N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JAaJAB/f38AH0l9A8zMzADAwP8Af39/AAAAAAAAAAAAAAAAAAAAAAAAAAAAIQAAABgAAAAUAAAATQsAABAOAAA1IwAAiA4AABAAAAAmAAAACAAAAP//////////"/>
              </a:ext>
            </a:extLst>
          </p:cNvSpPr>
          <p:nvPr/>
        </p:nvSpPr>
        <p:spPr>
          <a:xfrm>
            <a:off x="1837055" y="2286000"/>
            <a:ext cx="3886200" cy="76200"/>
          </a:xfrm>
          <a:prstGeom prst="line">
            <a:avLst/>
          </a:prstGeom>
          <a:noFill/>
          <a:ln w="19050" cap="flat" cmpd="sng" algn="ctr">
            <a:solidFill>
              <a:srgbClr val="901A24"/>
            </a:solidFill>
            <a:prstDash val="solid"/>
            <a:headEnd type="triangle" w="med" len="med"/>
            <a:tailEnd type="none"/>
          </a:ln>
          <a:effectLst/>
        </p:spPr>
      </p:sp>
      <p:grpSp>
        <p:nvGrpSpPr>
          <p:cNvPr id="30" name="Group 93"/>
          <p:cNvGrpSpPr>
            <a:extLst>
              <a:ext uri="smNativeData">
                <pr:smNativeData xmlns:pr="smNativeData" xmlns="smNativeData" val="SMDATA_6_VcZhaRMAAAAlAAAAAQAAAA8BAAAAkAAAAEgAAACQAAAASAAAAAAAAAAAAAAAAAAAABcAAAAUAAAAAAAAAAAAAAD/fwAA/38AAAAAAAAJAAAABAAAANYEAAAfAAAAVAAAAAAAAAAAAAAAAAAAAAAAAAAAAAAAAAAAAAAAAAAAAAAAAAAAAAAAAAAAAAAAAAAAAAAAAAAAAAAAAAAAAAAAAAAAAAAAAAAAAAAAAAAAAAAAAAAAACEAAAAYAAAAFAAAAP0PAADAEgAAcxIAAJAVAAAQAAAAJgAAAAgAAAD/////AAAAAA=="/>
              </a:ext>
            </a:extLst>
          </p:cNvGrpSpPr>
          <p:nvPr/>
        </p:nvGrpSpPr>
        <p:grpSpPr>
          <a:xfrm>
            <a:off x="2599055" y="3048000"/>
            <a:ext cx="400050" cy="457200"/>
            <a:chOff x="2599055" y="3048000"/>
            <a:chExt cx="400050" cy="457200"/>
          </a:xfrm>
        </p:grpSpPr>
        <p:sp>
          <p:nvSpPr>
            <p:cNvPr id="32" name="Oval 9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wEAS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xAAAPoSAABIEgAAUhUAAAAAAAAmAAAACAAAAP//////////"/>
                </a:ext>
              </a:extLst>
            </p:cNvSpPr>
            <p:nvPr/>
          </p:nvSpPr>
          <p:spPr>
            <a:xfrm>
              <a:off x="2638425" y="308483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31" name="Oval 9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JcAm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8AAMASAABzEgAAkBUAAAAAAAAmAAAACAAAAP//////////"/>
                </a:ext>
              </a:extLst>
            </p:cNvSpPr>
            <p:nvPr/>
          </p:nvSpPr>
          <p:spPr>
            <a:xfrm>
              <a:off x="2599055" y="304800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33" name="Straight Connector 9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FJQci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igoAAEwOAABZEAAAKRMAABAAAAAmAAAACAAAAP//////////"/>
              </a:ext>
            </a:extLst>
          </p:cNvSpPr>
          <p:nvPr/>
        </p:nvSpPr>
        <p:spPr>
          <a:xfrm>
            <a:off x="1713230" y="2324100"/>
            <a:ext cx="944245" cy="790575"/>
          </a:xfrm>
          <a:prstGeom prst="line">
            <a:avLst/>
          </a:prstGeom>
          <a:noFill/>
          <a:ln w="9525" cap="flat" cmpd="sng" algn="ctr">
            <a:solidFill>
              <a:schemeClr val="tx1"/>
            </a:solidFill>
            <a:prstDash val="solid"/>
            <a:headEnd type="none"/>
            <a:tailEnd type="none"/>
          </a:ln>
          <a:effectLst/>
        </p:spPr>
      </p:sp>
      <p:sp>
        <p:nvSpPr>
          <p:cNvPr id="34" name="Oval 59"/>
          <p:cNvSpPr>
            <a:extLst>
              <a:ext uri="smNativeData">
                <pr:smNativeData xmlns:pr="smNativeData" xmlns="smNativeData" val="SMDATA_15_VcZhaRMAAAAlAAAAZgAAAA0AAAAAAAAAAAAAAAAAAAAAAAAAAAAAAAABAAAAAAAAAAEAAABQAAAAAAAAAAAA8D8AAAAAAADwPwAAAAAAAOA/AAAAAAAA4D8AAAAAAADgPwAAAAAAAOA/AAAAAAAA4D8AAAAAAADgPwAAAAAAAOA/AAAAAAAA4D8CAAAAjAAAAAEAAAAAAAAAT4G9DP///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M0Ii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DtgjAB/f38AH0l9A8zMzADAwP8Af39/AAAAAAAAAAAAAAAAAAAAAAAAAAAAIQAAABgAAAAUAAAAxx0AAJAJAACUHgAAXQoAABAAAAAmAAAACAAAAP//////////"/>
              </a:ext>
            </a:extLst>
          </p:cNvSpPr>
          <p:nvPr/>
        </p:nvSpPr>
        <p:spPr>
          <a:xfrm>
            <a:off x="4840605" y="1554480"/>
            <a:ext cx="130175" cy="130175"/>
          </a:xfrm>
          <a:prstGeom prst="ellipse">
            <a:avLst/>
          </a:prstGeom>
          <a:solidFill>
            <a:schemeClr val="accent1"/>
          </a:solidFill>
          <a:ln w="25400" cap="flat" cmpd="sng" algn="ctr">
            <a:solidFill>
              <a:srgbClr val="3B608C"/>
            </a:solidFill>
            <a:prstDash val="solid"/>
            <a:headEnd type="none"/>
            <a:tailEnd type="none"/>
          </a:ln>
          <a:effectLst/>
        </p:spPr>
        <p:txBody>
          <a:bodyPr vert="horz" wrap="square" lIns="0" tIns="0" rIns="0" bIns="0" numCol="1" spcCol="215900" anchor="ctr"/>
          <a:lstStyle/>
          <a:p>
            <a:pPr algn="ctr">
              <a:defRPr cap="none">
                <a:solidFill>
                  <a:srgbClr val="FFFFFF"/>
                </a:solidFill>
              </a:defRPr>
            </a:pPr>
            <a:r>
              <a:rPr lang="en-us" sz="800" cap="none"/>
              <a:t>1</a:t>
            </a:r>
            <a:endParaRPr lang="en-us" sz="800" cap="none"/>
          </a:p>
        </p:txBody>
      </p:sp>
      <p:sp>
        <p:nvSpPr>
          <p:cNvPr id="35" name="Oval 60"/>
          <p:cNvSpPr>
            <a:extLst>
              <a:ext uri="smNativeData">
                <pr:smNativeData xmlns:pr="smNativeData" xmlns="smNativeData" val="SMDATA_15_VcZhaRMAAAAlAAAAZgAAAA0AAAAAAAAAAAAAAAAAAAAAAAAAAAAAAAABAAAAAAAAAAEAAABQAAAAAAAAAAAA8D8AAAAAAADwPwAAAAAAAOA/AAAAAAAA4D8AAAAAAADgPwAAAAAAAOA/AAAAAAAA4D8AAAAAAADgPwAAAAAAAOA/AAAAAAAA4D8CAAAAjAAAAAEAAAAAAAAAT4G9DP///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RFIi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DtgjAB/f38AH0l9A8zMzADAwP8Af39/AAAAAAAAAAAAAAAAAAAAAAAAAAAAIQAAABgAAAAUAAAAMBYAADkNAAD9FgAACQ4AABAAAAAmAAAACAAAAP//////////"/>
              </a:ext>
            </a:extLst>
          </p:cNvSpPr>
          <p:nvPr/>
        </p:nvSpPr>
        <p:spPr>
          <a:xfrm>
            <a:off x="3606800" y="2149475"/>
            <a:ext cx="130175" cy="132080"/>
          </a:xfrm>
          <a:prstGeom prst="ellipse">
            <a:avLst/>
          </a:prstGeom>
          <a:solidFill>
            <a:schemeClr val="accent1"/>
          </a:solidFill>
          <a:ln w="25400" cap="flat" cmpd="sng" algn="ctr">
            <a:solidFill>
              <a:srgbClr val="3B608C"/>
            </a:solidFill>
            <a:prstDash val="solid"/>
            <a:headEnd type="none"/>
            <a:tailEnd type="none"/>
          </a:ln>
          <a:effectLst/>
        </p:spPr>
        <p:txBody>
          <a:bodyPr vert="horz" wrap="square" lIns="0" tIns="0" rIns="0" bIns="0" numCol="1" spcCol="215900" anchor="ctr"/>
          <a:lstStyle/>
          <a:p>
            <a:pPr algn="ctr">
              <a:defRPr cap="none">
                <a:solidFill>
                  <a:srgbClr val="FFFFFF"/>
                </a:solidFill>
              </a:defRPr>
            </a:pPr>
            <a:r>
              <a:rPr lang="en-us" sz="800" cap="none"/>
              <a:t>2</a:t>
            </a:r>
            <a:endParaRPr lang="en-us" sz="800" cap="none"/>
          </a:p>
        </p:txBody>
      </p:sp>
      <p:sp>
        <p:nvSpPr>
          <p:cNvPr id="36" name="Oval 61"/>
          <p:cNvSpPr>
            <a:extLst>
              <a:ext uri="smNativeData">
                <pr:smNativeData xmlns:pr="smNativeData" xmlns="smNativeData" val="SMDATA_15_VcZhaRMAAAAlAAAAZgAAAA0AAAAAAAAAAAAAAAAAAAAAAAAAAAAAAAABAAAAAAAAAAEAAABQAAAAAAAAAAAA8D8AAAAAAADwPwAAAAAAAOA/AAAAAAAA4D8AAAAAAADgPwAAAAAAAOA/AAAAAAAA4D8AAAAAAADgPwAAAAAAAOA/AAAAAAAA4D8CAAAAjAAAAAEAAAAAAAAAT4G9DP///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E3Mj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DtgjAB/f38AH0l9A8zMzADAwP8Af39/AAAAAAAAAAAAAAAAAAAAAAAAAAAAIQAAABgAAAAUAAAAlBYAAOoQAABkFwAAtxEAABAAAAAmAAAACAAAAP//////////"/>
              </a:ext>
            </a:extLst>
          </p:cNvSpPr>
          <p:nvPr/>
        </p:nvSpPr>
        <p:spPr>
          <a:xfrm>
            <a:off x="3670300" y="2749550"/>
            <a:ext cx="132080" cy="130175"/>
          </a:xfrm>
          <a:prstGeom prst="ellipse">
            <a:avLst/>
          </a:prstGeom>
          <a:solidFill>
            <a:schemeClr val="accent1"/>
          </a:solidFill>
          <a:ln w="25400" cap="flat" cmpd="sng" algn="ctr">
            <a:solidFill>
              <a:srgbClr val="3B608C"/>
            </a:solidFill>
            <a:prstDash val="solid"/>
            <a:headEnd type="none"/>
            <a:tailEnd type="none"/>
          </a:ln>
          <a:effectLst/>
        </p:spPr>
        <p:txBody>
          <a:bodyPr vert="horz" wrap="square" lIns="0" tIns="0" rIns="0" bIns="0" numCol="1" spcCol="215900" anchor="ctr"/>
          <a:lstStyle/>
          <a:p>
            <a:pPr algn="ctr">
              <a:defRPr cap="none">
                <a:solidFill>
                  <a:srgbClr val="FFFFFF"/>
                </a:solidFill>
              </a:defRPr>
            </a:pPr>
            <a:r>
              <a:rPr lang="en-us" sz="800" cap="none"/>
              <a:t>3</a:t>
            </a:r>
            <a:endParaRPr lang="en-us" sz="800" cap="none"/>
          </a:p>
        </p:txBody>
      </p:sp>
      <p:sp>
        <p:nvSpPr>
          <p:cNvPr id="37" name="TextBox 67"/>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R5cG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7RUAAKgWAADpNwAAvSQAABAgAAAmAAAACAAAAP//////////"/>
              </a:ext>
            </a:extLst>
          </p:cNvSpPr>
          <p:nvPr/>
        </p:nvSpPr>
        <p:spPr>
          <a:xfrm>
            <a:off x="3564255" y="3683000"/>
            <a:ext cx="5524500" cy="2289175"/>
          </a:xfrm>
          <a:prstGeom prst="rect">
            <a:avLst/>
          </a:prstGeom>
          <a:noFill/>
          <a:ln>
            <a:noFill/>
          </a:ln>
          <a:effectLst/>
        </p:spPr>
        <p:txBody>
          <a:bodyPr vert="horz" wrap="square" lIns="91440" tIns="45720" rIns="91440" bIns="45720" numCol="1" spcCol="215900" anchor="t"/>
          <a:lstStyle>
            <a:lvl1pPr marL="342900" indent="-342900">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800" cap="none"/>
              <a:t>	open = {S}, closed={}</a:t>
            </a:r>
            <a:endParaRPr lang="en-us" sz="1800" cap="none"/>
          </a:p>
          <a:p>
            <a:pPr/>
            <a:r>
              <a:rPr lang="en-us" sz="1800" cap="none"/>
              <a:t>0.	Visit S: open = {B,A}, closed={S}</a:t>
            </a:r>
            <a:endParaRPr lang="en-us" sz="1800" cap="none"/>
          </a:p>
          <a:p>
            <a:pPr>
              <a:buFont typeface="Calibri" pitchFamily="2" charset="0"/>
              <a:buAutoNum type="arabicPeriod"/>
            </a:pPr>
            <a:r>
              <a:rPr lang="en-us" sz="1800" cap="none"/>
              <a:t>Visit B: open={A,C,A,F,D}, closed={S,B}</a:t>
            </a:r>
            <a:endParaRPr lang="en-us" sz="1800" cap="none"/>
          </a:p>
          <a:p>
            <a:pPr>
              <a:buFont typeface="Calibri" pitchFamily="2" charset="0"/>
              <a:buAutoNum type="arabicPeriod"/>
            </a:pPr>
            <a:r>
              <a:rPr lang="en-us" sz="1800" cap="none"/>
              <a:t>Visit A: open={C,A,F,D,B,S,F}, closed={S,B,A}</a:t>
            </a:r>
            <a:endParaRPr lang="en-us" sz="1800" cap="none"/>
          </a:p>
          <a:p>
            <a:pPr>
              <a:buFont typeface="Calibri" pitchFamily="2" charset="0"/>
              <a:buAutoNum type="arabicPeriod"/>
            </a:pPr>
            <a:r>
              <a:rPr lang="en-us" sz="1800" cap="none"/>
              <a:t>Visit C: open={A,F,D,B,S,F}, closed={S,B,A,C}</a:t>
            </a:r>
            <a:endParaRPr lang="en-us" sz="1800" cap="none"/>
          </a:p>
          <a:p>
            <a:pPr>
              <a:buFont typeface="Calibri" pitchFamily="2" charset="0"/>
              <a:buAutoNum type="arabicPeriod"/>
            </a:pPr>
            <a:r>
              <a:rPr lang="en-us" sz="1800" cap="none"/>
              <a:t>Visit A: open={F,D,B,S,F}, closed={S,B,A,C,A}</a:t>
            </a:r>
            <a:endParaRPr lang="en-us" sz="1800" cap="none"/>
          </a:p>
          <a:p>
            <a:pPr>
              <a:buFont typeface="Calibri" pitchFamily="2" charset="0"/>
              <a:buAutoNum type="arabicPeriod"/>
            </a:pPr>
            <a:r>
              <a:rPr lang="en-us" sz="1800" cap="none"/>
              <a:t>Visit F: Goal Found!</a:t>
            </a:r>
            <a:endParaRPr lang="en-us" sz="1800" cap="none"/>
          </a:p>
          <a:p>
            <a:pPr/>
            <a:endParaRPr lang="en-us" sz="1800" cap="none"/>
          </a:p>
        </p:txBody>
      </p:sp>
      <p:sp>
        <p:nvSpPr>
          <p:cNvPr id="38" name="Rectangle 69"/>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0iMS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SAAABATAADlIgAAaBUAABAAAAAmAAAACAAAAP//////////"/>
              </a:ext>
            </a:extLst>
          </p:cNvSpPr>
          <p:nvPr/>
        </p:nvSpPr>
        <p:spPr>
          <a:xfrm>
            <a:off x="5291455" y="30988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39" name="Rectangle 7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NoYX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ISgAAPwSAAB5KgAAVBUAABAAAAAmAAAACAAAAP//////////"/>
              </a:ext>
            </a:extLst>
          </p:cNvSpPr>
          <p:nvPr/>
        </p:nvSpPr>
        <p:spPr>
          <a:xfrm>
            <a:off x="6523355" y="30861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C</a:t>
            </a:r>
            <a:endParaRPr lang="en-us" sz="1800" cap="none">
              <a:latin typeface="Calibri" pitchFamily="2" charset="0"/>
              <a:ea typeface="Arial" pitchFamily="1" charset="0"/>
              <a:cs typeface="Arial" pitchFamily="1" charset="0"/>
            </a:endParaRPr>
          </a:p>
        </p:txBody>
      </p:sp>
      <p:sp>
        <p:nvSpPr>
          <p:cNvPr id="40" name="Rectangle 72"/>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xhOn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H0l9A8zMzADAwP8Af39/AAAAAAAAAAAAAAAAAAAAAAAAAAAAIQAAABgAAAAUAAAA2S4AABATAAAxMQAAaBUAABAAAAAmAAAACAAAAP//////////"/>
              </a:ext>
            </a:extLst>
          </p:cNvSpPr>
          <p:nvPr/>
        </p:nvSpPr>
        <p:spPr>
          <a:xfrm>
            <a:off x="7615555" y="3098800"/>
            <a:ext cx="381000" cy="381000"/>
          </a:xfrm>
          <a:prstGeom prst="rect">
            <a:avLst/>
          </a:prstGeom>
          <a:solidFill>
            <a:schemeClr val="bg1"/>
          </a:solid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D</a:t>
            </a:r>
            <a:endParaRPr lang="en-us" sz="1800" cap="none">
              <a:latin typeface="Calibri" pitchFamily="2" charset="0"/>
              <a:ea typeface="Arial" pitchFamily="1" charset="0"/>
              <a:cs typeface="Arial" pitchFamily="1" charset="0"/>
            </a:endParaRPr>
          </a:p>
        </p:txBody>
      </p:sp>
      <p:grpSp>
        <p:nvGrpSpPr>
          <p:cNvPr id="41" name="Group 16"/>
          <p:cNvGrpSpPr>
            <a:extLst>
              <a:ext uri="smNativeData">
                <pr:smNativeData xmlns:pr="smNativeData" xmlns="smNativeData" val="SMDATA_6_VcZhaRMAAAAlAAAAAQAAAA8BAAAAkAAAAEgAAACQAAAASAAAAAAAAAAAAAAAAAAAABcAAAAUAAAAAAAAAAAAAAD/fwAA/38AAAAAAAAJAAAABAAAABBCSAcfAAAAVAAAAAAAAAAAAAAAAAAAAAAAAAAAAAAAAAAAAAAAAAAAAAAAAAAAAAAAAAAAAAAAAAAAAAAAAAAAAAAAAAAAAAAAAAAAAAAAAAAAAAAAAAAAAAAAAAAAACEAAAAYAAAAFAAAAMcYAADUEgAAPRsAAKQVAAAQAAAAJgAAAAgAAAD/////AAAAAA=="/>
              </a:ext>
            </a:extLst>
          </p:cNvGrpSpPr>
          <p:nvPr/>
        </p:nvGrpSpPr>
        <p:grpSpPr>
          <a:xfrm>
            <a:off x="4027805" y="3060700"/>
            <a:ext cx="400050" cy="457200"/>
            <a:chOff x="4027805" y="3060700"/>
            <a:chExt cx="400050" cy="457200"/>
          </a:xfrm>
        </p:grpSpPr>
        <p:sp>
          <p:nvSpPr>
            <p:cNvPr id="43" name="Oval 7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I4Ii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RkAAA4TAAASGwAAZhUAAAAAAAAmAAAACAAAAP//////////"/>
                </a:ext>
              </a:extLst>
            </p:cNvSpPr>
            <p:nvPr/>
          </p:nvSpPr>
          <p:spPr>
            <a:xfrm>
              <a:off x="4067175" y="309753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42" name="Oval 7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LTjgrc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xgAANQSAAA9GwAApBUAAAAAAAAmAAAACAAAAP//////////"/>
                </a:ext>
              </a:extLst>
            </p:cNvSpPr>
            <p:nvPr/>
          </p:nvSpPr>
          <p:spPr>
            <a:xfrm>
              <a:off x="4027805" y="306070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44" name="TextBox 5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E6c3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AcAAFcQAAC+CgAARhQAABAgAAAmAAAACAAAAP//////////"/>
              </a:ext>
            </a:extLst>
          </p:cNvSpPr>
          <p:nvPr/>
        </p:nvSpPr>
        <p:spPr>
          <a:xfrm>
            <a:off x="1262380" y="2656205"/>
            <a:ext cx="483870" cy="63944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h=2,</a:t>
            </a:r>
            <a:endParaRPr lang="en-us" sz="1200" cap="none"/>
          </a:p>
          <a:p>
            <a:pPr/>
            <a:r>
              <a:rPr lang="en-us" sz="1200" cap="none"/>
              <a:t>w=1</a:t>
            </a:r>
            <a:endParaRPr lang="en-us" sz="1200" cap="none"/>
          </a:p>
          <a:p>
            <a:pPr/>
            <a:r>
              <a:rPr lang="en-us" sz="1200" cap="none"/>
              <a:t>g=3</a:t>
            </a:r>
            <a:endParaRPr lang="en-us" sz="1200" cap="none"/>
          </a:p>
        </p:txBody>
      </p:sp>
      <p:sp>
        <p:nvSpPr>
          <p:cNvPr id="45" name="TextBox 6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BwYW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gMAAJ4PAAAlBgAAjRMAABAgAAAmAAAACAAAAP//////////"/>
              </a:ext>
            </a:extLst>
          </p:cNvSpPr>
          <p:nvPr/>
        </p:nvSpPr>
        <p:spPr>
          <a:xfrm>
            <a:off x="488950" y="2538730"/>
            <a:ext cx="509905" cy="63944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h=2,</a:t>
            </a:r>
            <a:endParaRPr lang="en-us" sz="1200" cap="none"/>
          </a:p>
          <a:p>
            <a:pPr/>
            <a:r>
              <a:rPr lang="en-us" sz="1200" cap="none"/>
              <a:t>w=2,</a:t>
            </a:r>
            <a:endParaRPr lang="en-us" sz="1200" cap="none"/>
          </a:p>
          <a:p>
            <a:pPr/>
            <a:r>
              <a:rPr lang="en-us" sz="1200" cap="none"/>
              <a:t>g=4</a:t>
            </a:r>
            <a:endParaRPr lang="en-us" sz="1200" cap="none"/>
          </a:p>
        </p:txBody>
      </p:sp>
      <p:sp>
        <p:nvSpPr>
          <p:cNvPr id="46" name="Text Box 5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9wOn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gEAALYkAABAOAAA9yYAABAgAAAmAAAACAAAAP//////////"/>
              </a:ext>
            </a:extLst>
          </p:cNvSpPr>
          <p:nvPr/>
        </p:nvSpPr>
        <p:spPr>
          <a:xfrm>
            <a:off x="273050" y="5967730"/>
            <a:ext cx="8870950" cy="36639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it-it" sz="1800" cap="none"/>
              <a:t>In this case we estimate the cost as the distance from the root node (in term of nodes)</a:t>
            </a:r>
            <a:endParaRPr lang="it-it" sz="1800" cap="none"/>
          </a:p>
        </p:txBody>
      </p:sp>
      <p:sp>
        <p:nvSpPr>
          <p:cNvPr id="47" name="TextBox 4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lhbC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A8AAP0KAAC/FgAArQwAABAgAAAmAAAACAAAAP//////////"/>
              </a:ext>
            </a:extLst>
          </p:cNvSpPr>
          <p:nvPr/>
        </p:nvSpPr>
        <p:spPr>
          <a:xfrm>
            <a:off x="2545080" y="1786255"/>
            <a:ext cx="1152525" cy="27432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h=1, w=2, g=2</a:t>
            </a:r>
            <a:endParaRPr lang="en-us" sz="1200" cap="none"/>
          </a:p>
        </p:txBody>
      </p:sp>
      <p:sp>
        <p:nvSpPr>
          <p:cNvPr id="48" name="TextBox 50"/>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49Im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hkAAEoLAABxIAAA+wwAABAgAAAmAAAACAAAAP//////////"/>
              </a:ext>
            </a:extLst>
          </p:cNvSpPr>
          <p:nvPr/>
        </p:nvSpPr>
        <p:spPr>
          <a:xfrm>
            <a:off x="4121150" y="1835150"/>
            <a:ext cx="1152525" cy="27495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h=1, w=1, g=1</a:t>
            </a:r>
            <a:endParaRPr lang="en-us" sz="1200" cap="none"/>
          </a:p>
        </p:txBody>
      </p:sp>
      <p:sp>
        <p:nvSpPr>
          <p:cNvPr id="49" name="TextBox 5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xsPj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xkAAEsPAABiIAAA/BAAABAgAAAmAAAACAAAAP//////////"/>
              </a:ext>
            </a:extLst>
          </p:cNvSpPr>
          <p:nvPr/>
        </p:nvSpPr>
        <p:spPr>
          <a:xfrm>
            <a:off x="4111625" y="2486025"/>
            <a:ext cx="1152525" cy="27495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h=2, w=4, g=5</a:t>
            </a:r>
            <a:endParaRPr lang="en-us" sz="1200" cap="none"/>
          </a:p>
        </p:txBody>
      </p:sp>
      <p:sp>
        <p:nvSpPr>
          <p:cNvPr id="50" name="TextBox 5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IgcG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dQ0AACgPAACMFAAA2RAAABAgAAAmAAAACAAAAP//////////"/>
              </a:ext>
            </a:extLst>
          </p:cNvSpPr>
          <p:nvPr/>
        </p:nvSpPr>
        <p:spPr>
          <a:xfrm>
            <a:off x="2187575" y="2463800"/>
            <a:ext cx="1152525" cy="27495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h=2, w=7, g=9</a:t>
            </a:r>
            <a:endParaRPr lang="en-us" sz="1200" cap="none"/>
          </a:p>
        </p:txBody>
      </p:sp>
      <p:sp>
        <p:nvSpPr>
          <p:cNvPr id="51" name="TextBox 52"/>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hlbW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mSoAAKASAACULQAAjxYAABAgAAAmAAAACAAAAP//////////"/>
              </a:ext>
            </a:extLst>
          </p:cNvSpPr>
          <p:nvPr/>
        </p:nvSpPr>
        <p:spPr>
          <a:xfrm>
            <a:off x="6924675" y="3027680"/>
            <a:ext cx="484505" cy="63944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h=2,</a:t>
            </a:r>
            <a:br/>
            <a:r>
              <a:rPr lang="en-us" sz="1200" cap="none"/>
              <a:t>w=1</a:t>
            </a:r>
            <a:endParaRPr lang="en-us" sz="1200" cap="none"/>
          </a:p>
          <a:p>
            <a:pPr/>
            <a:r>
              <a:rPr lang="en-us" sz="1200" cap="none"/>
              <a:t>g=2</a:t>
            </a:r>
            <a:endParaRPr lang="en-us" sz="1200" cap="none"/>
          </a:p>
        </p:txBody>
      </p:sp>
      <p:sp>
        <p:nvSpPr>
          <p:cNvPr id="52" name="TextBox 53"/>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o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9CIAAPcQAADTJQAA5hQAABAgAAAmAAAACAAAAP//////////"/>
              </a:ext>
            </a:extLst>
          </p:cNvSpPr>
          <p:nvPr/>
        </p:nvSpPr>
        <p:spPr>
          <a:xfrm>
            <a:off x="5681980" y="2757805"/>
            <a:ext cx="466725" cy="63944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h=2</a:t>
            </a:r>
            <a:endParaRPr lang="en-us" sz="1200" cap="none"/>
          </a:p>
          <a:p>
            <a:pPr/>
            <a:r>
              <a:rPr lang="en-us" sz="1200" cap="none"/>
              <a:t>w=3</a:t>
            </a:r>
            <a:endParaRPr lang="en-us" sz="1200" cap="none"/>
          </a:p>
          <a:p>
            <a:pPr/>
            <a:r>
              <a:rPr lang="en-us" sz="1200" cap="none"/>
              <a:t>g=4</a:t>
            </a:r>
            <a:endParaRPr lang="en-us" sz="1200" cap="none"/>
          </a:p>
        </p:txBody>
      </p:sp>
      <p:sp>
        <p:nvSpPr>
          <p:cNvPr id="53" name="TextBox 5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i0AANsQAABxNAAAjBIAABAgAAAmAAAACAAAAP//////////"/>
              </a:ext>
            </a:extLst>
          </p:cNvSpPr>
          <p:nvPr/>
        </p:nvSpPr>
        <p:spPr>
          <a:xfrm>
            <a:off x="7372350" y="2740025"/>
            <a:ext cx="1152525" cy="27495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h=2, w=4, g=5</a:t>
            </a:r>
            <a:endParaRPr lang="en-us" sz="1200" cap="none"/>
          </a:p>
        </p:txBody>
      </p:sp>
      <p:sp>
        <p:nvSpPr>
          <p:cNvPr id="54" name="Straight Connector 6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AaJAAeAAAAAQAAABQAAAAUAAAAFAAAAAE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U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AaJAB/f38AH0l9A8zMzADAwP8Af39/AAAAAAAAAAAAAAAAAAAAAAAAAAAAIQAAABgAAAAUAAAArhgAAM8IAAAWJAAAQw0AABAAAAAmAAAACAAAAP//////////"/>
              </a:ext>
            </a:extLst>
          </p:cNvSpPr>
          <p:nvPr/>
        </p:nvSpPr>
        <p:spPr>
          <a:xfrm>
            <a:off x="4011930" y="1431925"/>
            <a:ext cx="1854200" cy="723900"/>
          </a:xfrm>
          <a:prstGeom prst="line">
            <a:avLst/>
          </a:prstGeom>
          <a:noFill/>
          <a:ln w="19050" cap="flat" cmpd="sng" algn="ctr">
            <a:solidFill>
              <a:srgbClr val="901A24"/>
            </a:solidFill>
            <a:prstDash val="solid"/>
            <a:headEnd type="none"/>
            <a:tailEnd type="triangle" w="med" len="med"/>
          </a:ln>
          <a:effectLst/>
        </p:spPr>
      </p:sp>
      <p:sp>
        <p:nvSpPr>
          <p:cNvPr id="55" name="Line 6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JAaJAAe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JAaJAB/f38AH0l9A8zMzADAwP8Af39/AAAAAAAAAAAAAAAAAAAAAAAAAAAAIQAAABgAAAAUAAAAzgwAAFMPAABHJwAAZRMAABAAAAAmAAAACAAAAP//////////"/>
              </a:ext>
            </a:extLst>
          </p:cNvSpPr>
          <p:nvPr/>
        </p:nvSpPr>
        <p:spPr>
          <a:xfrm>
            <a:off x="2081530" y="2491105"/>
            <a:ext cx="4303395" cy="661670"/>
          </a:xfrm>
          <a:prstGeom prst="line">
            <a:avLst/>
          </a:prstGeom>
          <a:noFill/>
          <a:ln w="19050" cap="flat" cmpd="sng" algn="ctr">
            <a:solidFill>
              <a:srgbClr val="901A24"/>
            </a:solidFill>
            <a:prstDash val="solid"/>
            <a:headEnd type="none"/>
            <a:tailEnd type="triangle" w="med" len="med"/>
          </a:ln>
          <a:effectLst/>
        </p:spPr>
        <p:txBody>
          <a:bodyPr vert="horz" wrap="square" lIns="91440" tIns="45720" rIns="91440" bIns="45720" numCol="1" spcCol="215900" anchor="t"/>
          <a:lstStyle/>
          <a:p>
            <a:pPr/>
            <a:endParaRPr lang="en-us" cap="none"/>
          </a:p>
        </p:txBody>
      </p:sp>
      <p:sp>
        <p:nvSpPr>
          <p:cNvPr id="56" name="Straight Connector 97"/>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JAaJAAeAAAAAQAAACMAAAAjAAAAIwAAAB4AAAAC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ZAs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JAaJAB/f38AH0l9A8zMzADAwP8Af39/AAAAAAAAAAAAAAAAAAAAAAAAAAAAIQAAABgAAAAUAAAALyQAAFAUAACHJgAAUxQAABAAAAAmAAAACAAAAP//////////"/>
              </a:ext>
            </a:extLst>
          </p:cNvSpPr>
          <p:nvPr/>
        </p:nvSpPr>
        <p:spPr>
          <a:xfrm>
            <a:off x="5882005" y="3302000"/>
            <a:ext cx="381000" cy="1905"/>
          </a:xfrm>
          <a:prstGeom prst="line">
            <a:avLst/>
          </a:prstGeom>
          <a:noFill/>
          <a:ln w="19050" cap="flat" cmpd="sng" algn="ctr">
            <a:solidFill>
              <a:srgbClr val="901A24"/>
            </a:solidFill>
            <a:prstDash val="solid"/>
            <a:headEnd type="triangle" w="med" len="med"/>
            <a:tailEnd type="none"/>
          </a:ln>
          <a:effectLst/>
        </p:spPr>
      </p:sp>
      <p:sp>
        <p:nvSpPr>
          <p:cNvPr id="57" name="Oval 62"/>
          <p:cNvSpPr>
            <a:extLst>
              <a:ext uri="smNativeData">
                <pr:smNativeData xmlns:pr="smNativeData" xmlns="smNativeData" val="SMDATA_15_VcZhaRMAAAAlAAAAZgAAAA0AAAAAAAAAAAAAAAAAAAAAAAAAAAAAAAABAAAAAAAAAAEAAABQAAAAAAAAAAAA8D8AAAAAAADwPwAAAAAAAOA/AAAAAAAA4D8AAAAAAADgPwAAAAAAAOA/AAAAAAAA4D8AAAAAAADgPwAAAAAAAOA/AAAAAAAA4D8CAAAAjAAAAAEAAAAAAAAAT4G9DP///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sD3w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DtgjAB/f38AH0l9A8zMzADAwP8Af39/AAAAAAAAAAAAAAAAAAAAAAAAAAAAIQAAABgAAAAUAAAAJiUAAKAUAADzJQAAcBUAABAAAAAmAAAACAAAAP//////////"/>
              </a:ext>
            </a:extLst>
          </p:cNvSpPr>
          <p:nvPr/>
        </p:nvSpPr>
        <p:spPr>
          <a:xfrm>
            <a:off x="6038850" y="3352800"/>
            <a:ext cx="130175" cy="132080"/>
          </a:xfrm>
          <a:prstGeom prst="ellipse">
            <a:avLst/>
          </a:prstGeom>
          <a:solidFill>
            <a:schemeClr val="accent1"/>
          </a:solidFill>
          <a:ln w="25400" cap="flat" cmpd="sng" algn="ctr">
            <a:solidFill>
              <a:srgbClr val="3B608C"/>
            </a:solidFill>
            <a:prstDash val="solid"/>
            <a:headEnd type="none"/>
            <a:tailEnd type="none"/>
          </a:ln>
          <a:effectLst/>
        </p:spPr>
        <p:txBody>
          <a:bodyPr vert="horz" wrap="square" lIns="0" tIns="0" rIns="0" bIns="0" numCol="1" spcCol="215900" anchor="ctr"/>
          <a:lstStyle/>
          <a:p>
            <a:pPr algn="ctr">
              <a:defRPr cap="none">
                <a:solidFill>
                  <a:srgbClr val="FFFFFF"/>
                </a:solidFill>
              </a:defRPr>
            </a:pPr>
            <a:r>
              <a:rPr lang="en-us" sz="800" cap="none"/>
              <a:t>4</a:t>
            </a:r>
            <a:endParaRPr lang="en-us" sz="800" cap="none"/>
          </a:p>
        </p:txBody>
      </p:sp>
      <p:sp>
        <p:nvSpPr>
          <p:cNvPr id="58" name="Oval 63"/>
          <p:cNvSpPr>
            <a:extLst>
              <a:ext uri="smNativeData">
                <pr:smNativeData xmlns:pr="smNativeData" xmlns="smNativeData" val="SMDATA_15_VcZhaRMAAAAlAAAAZgAAAA0AAAAAAAAAAAAAAAAAAAAAAAAAAAAAAAABAAAAAAAAAAEAAABQAAAAAAAAAAAA8D8AAAAAAADwPwAAAAAAAOA/AAAAAAAA4D8AAAAAAADgPwAAAAAAAOA/AAAAAAAA4D8AAAAAAADgPwAAAAAAAOA/AAAAAAAA4D8CAAAAjAAAAAEAAAAAAAAAT4G9DP///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LsItQ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DtgjAB/f38AH0l9A8zMzADAwP8Af39/AAAAAAAAAAAAAAAAAAAAAAAAAAAAIQAAABgAAAAUAAAAXh0AAIwUAAArHgAAXBUAABAAAAAmAAAACAAAAP//////////"/>
              </a:ext>
            </a:extLst>
          </p:cNvSpPr>
          <p:nvPr/>
        </p:nvSpPr>
        <p:spPr>
          <a:xfrm>
            <a:off x="4773930" y="3340100"/>
            <a:ext cx="130175" cy="132080"/>
          </a:xfrm>
          <a:prstGeom prst="ellipse">
            <a:avLst/>
          </a:prstGeom>
          <a:solidFill>
            <a:schemeClr val="accent1"/>
          </a:solidFill>
          <a:ln w="25400" cap="flat" cmpd="sng" algn="ctr">
            <a:solidFill>
              <a:srgbClr val="3B608C"/>
            </a:solidFill>
            <a:prstDash val="solid"/>
            <a:headEnd type="none"/>
            <a:tailEnd type="none"/>
          </a:ln>
          <a:effectLst/>
        </p:spPr>
        <p:txBody>
          <a:bodyPr vert="horz" wrap="square" lIns="0" tIns="0" rIns="0" bIns="0" numCol="1" spcCol="215900" anchor="ctr"/>
          <a:lstStyle/>
          <a:p>
            <a:pPr algn="ctr">
              <a:defRPr cap="none">
                <a:solidFill>
                  <a:srgbClr val="FFFFFF"/>
                </a:solidFill>
              </a:defRPr>
            </a:pPr>
            <a:r>
              <a:rPr lang="en-us" sz="800" cap="none"/>
              <a:t>5</a:t>
            </a:r>
            <a:endParaRPr lang="en-us" sz="800" cap="none"/>
          </a:p>
        </p:txBody>
      </p:sp>
      <p:sp>
        <p:nvSpPr>
          <p:cNvPr id="59" name="Straight Connector 97"/>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JAaJAAeAAAAAQAAACMAAAAjAAAAIwAAAB4AAAAC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kAPw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JAaJAB/f38AH0l9A8zMzADAwP8Af39/AAAAAAAAAAAAAAAAAAAAAAAAAAAAIQAAABgAAAAUAAAAlhwAACsUAADuHgAALRQAABAAAAAmAAAACAAAAP//////////"/>
              </a:ext>
            </a:extLst>
          </p:cNvSpPr>
          <p:nvPr/>
        </p:nvSpPr>
        <p:spPr>
          <a:xfrm>
            <a:off x="4646930" y="3278505"/>
            <a:ext cx="381000" cy="1270"/>
          </a:xfrm>
          <a:prstGeom prst="line">
            <a:avLst/>
          </a:prstGeom>
          <a:noFill/>
          <a:ln w="19050" cap="flat" cmpd="sng" algn="ctr">
            <a:solidFill>
              <a:srgbClr val="901A24"/>
            </a:solidFill>
            <a:prstDash val="solid"/>
            <a:headEnd type="triangle" w="med" len="med"/>
            <a:tailEnd type="none"/>
          </a:ln>
          <a:effectLst/>
        </p:spPr>
      </p:sp>
    </p:spTree>
  </p:cSld>
  <p:clrMapOvr>
    <a:masterClrMapping/>
  </p:clrMapOvr>
  <p:timing>
    <p:tnLst>
      <p:par>
        <p:cTn id="1" dur="indefinite" restart="never" nodeType="tmRoot"/>
      </p:par>
    </p:tnLst>
  </p:timing>
</p:sld>
</file>

<file path=ppt/slides/slide6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gb" sz="3200" cap="none"/>
              <a:t>A* : Example</a:t>
            </a:r>
            <a:endParaRPr lang="en-us" sz="3200" cap="none"/>
          </a:p>
        </p:txBody>
      </p:sp>
      <p:sp>
        <p:nvSpPr>
          <p:cNvPr id="3" name="Slide Number Placeholder 3"/>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MCNxF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yCgAAMgoAADoNQAAMCoAABAAAAAmAAAACAAAAP//////////"/>
              </a:ext>
            </a:extLst>
          </p:cNvSpPr>
          <p:nvPr/>
        </p:nvSpPr>
        <p:spPr>
          <a:xfrm>
            <a:off x="6629400" y="6629400"/>
            <a:ext cx="2133600" cy="228600"/>
          </a:xfrm>
          <a:prstGeom prst="rect">
            <a:avLst/>
          </a:prstGeom>
          <a:noFill/>
          <a:ln>
            <a:noFill/>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129E85E6-A8FF-CB73-B126-5E26CB68470B}" type="slidenum">
              <a:rPr lang="en-us" sz="700" b="1" cap="none">
                <a:solidFill>
                  <a:schemeClr val="bg1"/>
                </a:solidFill>
              </a:rPr>
              <a:t>65</a:t>
            </a:fld>
            <a:endParaRPr lang="en-us" sz="700" b="1" cap="none">
              <a:solidFill>
                <a:schemeClr val="bg1"/>
              </a:solidFill>
            </a:endParaRPr>
          </a:p>
        </p:txBody>
      </p:sp>
      <p:grpSp>
        <p:nvGrpSpPr>
          <p:cNvPr id="4" name="Group 4"/>
          <p:cNvGrpSpPr>
            <a:extLst>
              <a:ext uri="smNativeData">
                <pr:smNativeData xmlns:pr="smNativeData" xmlns="smNativeData" val="SMDATA_6_VcZhaRMAAAAlAAAAAQAAAA8BAAAAkAAAAEgAAACQAAAASAAAAAAAAAAAAAAAAAAAABcAAAAUAAAAAAAAAAAAAAD/fwAA/38AAAAAAAAJAAAABAAAAIAeAAAfAAAAVAAAAAAAAAAAAAAAAAAAAAAAAAAAAAAAAAAAAAAAAAAAAAAAAAAAAAAAAAAAAAAAAAAAAAAAAAAAAAAAAAAAAAAAAAAAAAAAAAAAAAAAAAAAAAAAAAAAACEAAAAYAAAAFAAAAJ0VAAC/BwAAExgAAI8KAAAQAAAAJgAAAAgAAAD/////AAAAAA=="/>
              </a:ext>
            </a:extLst>
          </p:cNvGrpSpPr>
          <p:nvPr/>
        </p:nvGrpSpPr>
        <p:grpSpPr>
          <a:xfrm>
            <a:off x="3513455" y="1259205"/>
            <a:ext cx="400050" cy="457200"/>
            <a:chOff x="3513455" y="1259205"/>
            <a:chExt cx="400050" cy="457200"/>
          </a:xfrm>
        </p:grpSpPr>
        <p:sp>
          <p:nvSpPr>
            <p:cNvPr id="6" name="Oval 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2xUAAPgHAADoFwAAUAoAAAAAAAAmAAAACAAAAP//////////"/>
                </a:ext>
              </a:extLst>
            </p:cNvSpPr>
            <p:nvPr/>
          </p:nvSpPr>
          <p:spPr>
            <a:xfrm>
              <a:off x="3552825" y="12954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5" name="Oval 6"/>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cK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RUAAL8HAAATGAAAjwoAAAAAAAAmAAAACAAAAP//////////"/>
                </a:ext>
              </a:extLst>
            </p:cNvSpPr>
            <p:nvPr/>
          </p:nvSpPr>
          <p:spPr>
            <a:xfrm>
              <a:off x="3513455" y="1259205"/>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7" name="Oval 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v2//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fQgAACANAACKCgAAeA8AABAAAAAmAAAACAAAAP//////////"/>
              </a:ext>
            </a:extLst>
          </p:cNvSpPr>
          <p:nvPr/>
        </p:nvSpPr>
        <p:spPr>
          <a:xfrm>
            <a:off x="1379855" y="21336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8" name="Oval 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Ig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MAAJgNAAAFJgAA8A8AABAAAAAmAAAACAAAAP//////////"/>
              </a:ext>
            </a:extLst>
          </p:cNvSpPr>
          <p:nvPr/>
        </p:nvSpPr>
        <p:spPr>
          <a:xfrm>
            <a:off x="5847080" y="22098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B</a:t>
            </a:r>
            <a:endParaRPr lang="en-us" sz="1800" cap="none">
              <a:latin typeface="Calibri" pitchFamily="2" charset="0"/>
              <a:ea typeface="Arial" pitchFamily="1" charset="0"/>
              <a:cs typeface="Arial" pitchFamily="1" charset="0"/>
            </a:endParaRPr>
          </a:p>
        </p:txBody>
      </p:sp>
      <p:sp>
        <p:nvSpPr>
          <p:cNvPr id="9" name="Rectangle 9"/>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E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QUAAPwSAAAFCAAAVBUAABAAAAAmAAAACAAAAP//////////"/>
              </a:ext>
            </a:extLst>
          </p:cNvSpPr>
          <p:nvPr/>
        </p:nvSpPr>
        <p:spPr>
          <a:xfrm>
            <a:off x="922655" y="30861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10" name="Oval 10"/>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OKy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1QoAAPwSAADiDAAAVBUAABAAAAAmAAAACAAAAP//////////"/>
              </a:ext>
            </a:extLst>
          </p:cNvSpPr>
          <p:nvPr/>
        </p:nvSpPr>
        <p:spPr>
          <a:xfrm>
            <a:off x="1760855" y="30861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B</a:t>
            </a:r>
            <a:endParaRPr lang="en-us" sz="1800" cap="none">
              <a:latin typeface="Calibri" pitchFamily="2" charset="0"/>
              <a:ea typeface="Arial" pitchFamily="1" charset="0"/>
              <a:cs typeface="Arial" pitchFamily="1" charset="0"/>
            </a:endParaRPr>
          </a:p>
        </p:txBody>
      </p:sp>
      <p:sp>
        <p:nvSpPr>
          <p:cNvPr id="11" name="Rectangle 1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QQAAIwZAACdBgAA5BsAABAAAAAmAAAACAAAAP//////////"/>
              </a:ext>
            </a:extLst>
          </p:cNvSpPr>
          <p:nvPr/>
        </p:nvSpPr>
        <p:spPr>
          <a:xfrm>
            <a:off x="694055" y="41529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12" name="Rectangle 12"/>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vggAAIwZAAAWCwAA5BsAABAAAAAmAAAACAAAAP//////////"/>
              </a:ext>
            </a:extLst>
          </p:cNvSpPr>
          <p:nvPr/>
        </p:nvSpPr>
        <p:spPr>
          <a:xfrm>
            <a:off x="1421130" y="41529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13" name="Oval 1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REAAIwZAAByEwAA5BsAABAAAAAmAAAACAAAAP//////////"/>
              </a:ext>
            </a:extLst>
          </p:cNvSpPr>
          <p:nvPr/>
        </p:nvSpPr>
        <p:spPr>
          <a:xfrm>
            <a:off x="2827655" y="41529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D</a:t>
            </a:r>
            <a:endParaRPr lang="en-us" sz="1800" cap="none">
              <a:latin typeface="Calibri" pitchFamily="2" charset="0"/>
              <a:ea typeface="Arial" pitchFamily="1" charset="0"/>
              <a:cs typeface="Arial" pitchFamily="1" charset="0"/>
            </a:endParaRPr>
          </a:p>
        </p:txBody>
      </p:sp>
      <p:grpSp>
        <p:nvGrpSpPr>
          <p:cNvPr id="14" name="Group 16"/>
          <p:cNvGrpSpPr>
            <a:extLst>
              <a:ext uri="smNativeData">
                <pr:smNativeData xmlns:pr="smNativeData" xmlns="smNativeData" val="SMDATA_6_VcZhaRMAAAAlAAAAAQAAAA8BAAAAkAAAAEgAAACQAAAASAAAAAAAAAAAAAAAAAAAABcAAAAUAAAAAAAAAAAAAAD/fwAA/38AAAAAAAAJAAAABAAAABAnAAAfAAAAVAAAAAAAAAAAAAAAAAAAAAAAAAAAAAAAAAAAAAAAAAAAAAAAAAAAAAAAAAAAAAAAAAAAAAAAAAAAAAAAAAAAAAAAAAAAAAAAAAAAAAAAAAAAAAAAAAAAACEAAAAYAAAAFAAAAB4NAABsGQAAlA8AADwcAAAQAAAAJgAAAAgAAAD/////AAAAAA=="/>
              </a:ext>
            </a:extLst>
          </p:cNvGrpSpPr>
          <p:nvPr/>
        </p:nvGrpSpPr>
        <p:grpSpPr>
          <a:xfrm>
            <a:off x="2132330" y="4132580"/>
            <a:ext cx="400050" cy="457200"/>
            <a:chOff x="2132330" y="4132580"/>
            <a:chExt cx="400050" cy="457200"/>
          </a:xfrm>
        </p:grpSpPr>
        <p:sp>
          <p:nvSpPr>
            <p:cNvPr id="16" name="Oval 1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A0AAKUZAABpDwAA/RsAAAAAAAAmAAAACAAAAP//////////"/>
                </a:ext>
              </a:extLst>
            </p:cNvSpPr>
            <p:nvPr/>
          </p:nvSpPr>
          <p:spPr>
            <a:xfrm>
              <a:off x="2171700" y="4168775"/>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15" name="Oval 1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Hg0AAGwZAACUDwAAPBwAAAAAAAAmAAAACAAAAP//////////"/>
                </a:ext>
              </a:extLst>
            </p:cNvSpPr>
            <p:nvPr/>
          </p:nvSpPr>
          <p:spPr>
            <a:xfrm>
              <a:off x="2132330" y="413258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17" name="Straight Connector 32"/>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vp4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PAoAACcJAACdFQAAeA0AABAAAAAmAAAACAAAAP//////////"/>
              </a:ext>
            </a:extLst>
          </p:cNvSpPr>
          <p:nvPr/>
        </p:nvSpPr>
        <p:spPr>
          <a:xfrm rot="10800000" flipV="1">
            <a:off x="1663700" y="1487805"/>
            <a:ext cx="1849755" cy="701675"/>
          </a:xfrm>
          <a:prstGeom prst="line">
            <a:avLst/>
          </a:prstGeom>
          <a:noFill/>
          <a:ln w="9525" cap="flat" cmpd="sng" algn="ctr">
            <a:solidFill>
              <a:schemeClr val="tx1"/>
            </a:solidFill>
            <a:prstDash val="solid"/>
            <a:headEnd type="none"/>
            <a:tailEnd type="none"/>
          </a:ln>
          <a:effectLst/>
        </p:spPr>
      </p:sp>
      <p:sp>
        <p:nvSpPr>
          <p:cNvPr id="18" name="Straight Connector 33"/>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K1w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2QYAACEPAADKCAAA/BIAABAAAAAmAAAACAAAAP//////////"/>
              </a:ext>
            </a:extLst>
          </p:cNvSpPr>
          <p:nvPr/>
        </p:nvSpPr>
        <p:spPr>
          <a:xfrm rot="5400000">
            <a:off x="957580" y="2614930"/>
            <a:ext cx="626745" cy="315595"/>
          </a:xfrm>
          <a:prstGeom prst="line">
            <a:avLst/>
          </a:prstGeom>
          <a:noFill/>
          <a:ln w="9525" cap="flat" cmpd="sng" algn="ctr">
            <a:solidFill>
              <a:schemeClr val="tx1"/>
            </a:solidFill>
            <a:prstDash val="solid"/>
            <a:headEnd type="none"/>
            <a:tailEnd type="none"/>
          </a:ln>
          <a:effectLst/>
        </p:spPr>
      </p:sp>
      <p:sp>
        <p:nvSpPr>
          <p:cNvPr id="19" name="Straight Connector 3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wjww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PAoAACEPAADbCwAA/BIAABAAAAAmAAAACAAAAP//////////"/>
              </a:ext>
            </a:extLst>
          </p:cNvSpPr>
          <p:nvPr/>
        </p:nvSpPr>
        <p:spPr>
          <a:xfrm rot="16200000" flipH="1">
            <a:off x="1482090" y="2640965"/>
            <a:ext cx="626745" cy="263525"/>
          </a:xfrm>
          <a:prstGeom prst="line">
            <a:avLst/>
          </a:prstGeom>
          <a:noFill/>
          <a:ln w="9525" cap="flat" cmpd="sng" algn="ctr">
            <a:solidFill>
              <a:schemeClr val="tx1"/>
            </a:solidFill>
            <a:prstDash val="solid"/>
            <a:headEnd type="none"/>
            <a:tailEnd type="none"/>
          </a:ln>
          <a:effectLst/>
        </p:spPr>
      </p:sp>
      <p:sp>
        <p:nvSpPr>
          <p:cNvPr id="20" name="Straight Connector 35"/>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mDED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cQUAAP0UAAAiCwAAjBkAABAAAAAmAAAACAAAAP//////////"/>
              </a:ext>
            </a:extLst>
          </p:cNvSpPr>
          <p:nvPr/>
        </p:nvSpPr>
        <p:spPr>
          <a:xfrm rot="5400000">
            <a:off x="976630" y="3319780"/>
            <a:ext cx="741045" cy="925195"/>
          </a:xfrm>
          <a:prstGeom prst="line">
            <a:avLst/>
          </a:prstGeom>
          <a:noFill/>
          <a:ln w="9525" cap="flat" cmpd="sng" algn="ctr">
            <a:solidFill>
              <a:schemeClr val="tx1"/>
            </a:solidFill>
            <a:prstDash val="solid"/>
            <a:headEnd type="none"/>
            <a:tailEnd type="none"/>
          </a:ln>
          <a:effectLst/>
        </p:spPr>
      </p:sp>
      <p:sp>
        <p:nvSpPr>
          <p:cNvPr id="21" name="Straight Connector 3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AxMC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6gkAAFQVAADbCwAAjBkAABAAAAAmAAAACAAAAP//////////"/>
              </a:ext>
            </a:extLst>
          </p:cNvSpPr>
          <p:nvPr/>
        </p:nvSpPr>
        <p:spPr>
          <a:xfrm rot="5400000">
            <a:off x="1426845" y="3651885"/>
            <a:ext cx="685800" cy="315595"/>
          </a:xfrm>
          <a:prstGeom prst="line">
            <a:avLst/>
          </a:prstGeom>
          <a:noFill/>
          <a:ln w="9525" cap="flat" cmpd="sng" algn="ctr">
            <a:solidFill>
              <a:schemeClr val="tx1"/>
            </a:solidFill>
            <a:prstDash val="solid"/>
            <a:headEnd type="none"/>
            <a:tailEnd type="none"/>
          </a:ln>
          <a:effectLst/>
        </p:spPr>
      </p:sp>
      <p:sp>
        <p:nvSpPr>
          <p:cNvPr id="22" name="Straight Connector 37"/>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pzb2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2wsAAFQVAAA9DgAAjBkAABAAAAAmAAAACAAAAP//////////"/>
              </a:ext>
            </a:extLst>
          </p:cNvSpPr>
          <p:nvPr/>
        </p:nvSpPr>
        <p:spPr>
          <a:xfrm rot="16200000" flipH="1">
            <a:off x="1778000" y="3616325"/>
            <a:ext cx="685800" cy="387350"/>
          </a:xfrm>
          <a:prstGeom prst="line">
            <a:avLst/>
          </a:prstGeom>
          <a:noFill/>
          <a:ln w="9525" cap="flat" cmpd="sng" algn="ctr">
            <a:solidFill>
              <a:schemeClr val="tx1"/>
            </a:solidFill>
            <a:prstDash val="solid"/>
            <a:headEnd type="none"/>
            <a:tailEnd type="none"/>
          </a:ln>
          <a:effectLst/>
        </p:spPr>
      </p:sp>
      <p:sp>
        <p:nvSpPr>
          <p:cNvPr id="23" name="Straight Connector 38"/>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NQY3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lAwAAPwUAABrEgAAjBkAABAAAAAmAAAACAAAAP//////////"/>
              </a:ext>
            </a:extLst>
          </p:cNvSpPr>
          <p:nvPr/>
        </p:nvSpPr>
        <p:spPr>
          <a:xfrm rot="16200000" flipH="1">
            <a:off x="2148205" y="3307715"/>
            <a:ext cx="741680" cy="949325"/>
          </a:xfrm>
          <a:prstGeom prst="line">
            <a:avLst/>
          </a:prstGeom>
          <a:noFill/>
          <a:ln w="9525" cap="flat" cmpd="sng" algn="ctr">
            <a:solidFill>
              <a:schemeClr val="tx1"/>
            </a:solidFill>
            <a:prstDash val="solid"/>
            <a:headEnd type="none"/>
            <a:tailEnd type="none"/>
          </a:ln>
          <a:effectLst/>
        </p:spPr>
      </p:sp>
      <p:sp>
        <p:nvSpPr>
          <p:cNvPr id="24" name="Straight Connector 41"/>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ExgAACcJAABFJAAA8A0AABAAAAAmAAAACAAAAP//////////"/>
              </a:ext>
            </a:extLst>
          </p:cNvSpPr>
          <p:nvPr/>
        </p:nvSpPr>
        <p:spPr>
          <a:xfrm>
            <a:off x="3913505" y="1487805"/>
            <a:ext cx="1982470" cy="777875"/>
          </a:xfrm>
          <a:prstGeom prst="line">
            <a:avLst/>
          </a:prstGeom>
          <a:noFill/>
          <a:ln w="9525" cap="flat" cmpd="sng" algn="ctr">
            <a:solidFill>
              <a:schemeClr val="tx1"/>
            </a:solidFill>
            <a:prstDash val="solid"/>
            <a:headEnd type="none"/>
            <a:tailEnd type="none"/>
          </a:ln>
          <a:effectLst/>
        </p:spPr>
      </p:sp>
      <p:sp>
        <p:nvSpPr>
          <p:cNvPr id="25" name="Straight Connector 42"/>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ERoAAJgPAABFJAAA/BIAABAAAAAmAAAACAAAAP//////////"/>
              </a:ext>
            </a:extLst>
          </p:cNvSpPr>
          <p:nvPr/>
        </p:nvSpPr>
        <p:spPr>
          <a:xfrm rot="5400000">
            <a:off x="4791075" y="1981200"/>
            <a:ext cx="551180" cy="1658620"/>
          </a:xfrm>
          <a:prstGeom prst="line">
            <a:avLst/>
          </a:prstGeom>
          <a:noFill/>
          <a:ln w="9525" cap="flat" cmpd="sng" algn="ctr">
            <a:solidFill>
              <a:schemeClr val="tx1"/>
            </a:solidFill>
            <a:prstDash val="solid"/>
            <a:headEnd type="none"/>
            <a:tailEnd type="none"/>
          </a:ln>
          <a:effectLst/>
        </p:spPr>
      </p:sp>
      <p:sp>
        <p:nvSpPr>
          <p:cNvPr id="26" name="Straight Connector 43"/>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nSEAAPAPAAD+JAAA/BIAABAAAAAmAAAACAAAAP//////////"/>
              </a:ext>
            </a:extLst>
          </p:cNvSpPr>
          <p:nvPr/>
        </p:nvSpPr>
        <p:spPr>
          <a:xfrm rot="5400000">
            <a:off x="5490845" y="2564130"/>
            <a:ext cx="495300" cy="549275"/>
          </a:xfrm>
          <a:prstGeom prst="line">
            <a:avLst/>
          </a:prstGeom>
          <a:noFill/>
          <a:ln w="9525" cap="flat" cmpd="sng" algn="ctr">
            <a:solidFill>
              <a:schemeClr val="tx1"/>
            </a:solidFill>
            <a:prstDash val="solid"/>
            <a:headEnd type="none"/>
            <a:tailEnd type="none"/>
          </a:ln>
          <a:effectLst/>
        </p:spPr>
      </p:sp>
      <p:sp>
        <p:nvSpPr>
          <p:cNvPr id="27" name="Straight Connector 4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iQAAPAPAAAEKQAA/BIAABAAAAAmAAAACAAAAP//////////"/>
              </a:ext>
            </a:extLst>
          </p:cNvSpPr>
          <p:nvPr/>
        </p:nvSpPr>
        <p:spPr>
          <a:xfrm rot="16200000" flipH="1">
            <a:off x="6092825" y="2511425"/>
            <a:ext cx="495300" cy="654050"/>
          </a:xfrm>
          <a:prstGeom prst="line">
            <a:avLst/>
          </a:prstGeom>
          <a:noFill/>
          <a:ln w="9525" cap="flat" cmpd="sng" algn="ctr">
            <a:solidFill>
              <a:schemeClr val="tx1"/>
            </a:solidFill>
            <a:prstDash val="solid"/>
            <a:headEnd type="none"/>
            <a:tailEnd type="none"/>
          </a:ln>
          <a:effectLst/>
        </p:spPr>
      </p:sp>
      <p:sp>
        <p:nvSpPr>
          <p:cNvPr id="28" name="Straight Connector 45"/>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YAB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tyUAAJkPAACyLwAAVBMAABAAAAAmAAAACAAAAP//////////"/>
              </a:ext>
            </a:extLst>
          </p:cNvSpPr>
          <p:nvPr/>
        </p:nvSpPr>
        <p:spPr>
          <a:xfrm rot="16200000" flipH="1">
            <a:off x="6638925" y="2027555"/>
            <a:ext cx="606425" cy="1622425"/>
          </a:xfrm>
          <a:prstGeom prst="line">
            <a:avLst/>
          </a:prstGeom>
          <a:noFill/>
          <a:ln w="9525" cap="flat" cmpd="sng" algn="ctr">
            <a:solidFill>
              <a:schemeClr val="tx1"/>
            </a:solidFill>
            <a:prstDash val="solid"/>
            <a:headEnd type="none"/>
            <a:tailEnd type="none"/>
          </a:ln>
          <a:effectLst/>
        </p:spPr>
      </p:sp>
      <p:grpSp>
        <p:nvGrpSpPr>
          <p:cNvPr id="29" name="Group 93"/>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P0PAADAEgAAcxIAAJAVAAAQAAAAJgAAAAgAAAD/////AAAAAA=="/>
              </a:ext>
            </a:extLst>
          </p:cNvGrpSpPr>
          <p:nvPr/>
        </p:nvGrpSpPr>
        <p:grpSpPr>
          <a:xfrm>
            <a:off x="2599055" y="3048000"/>
            <a:ext cx="400050" cy="457200"/>
            <a:chOff x="2599055" y="3048000"/>
            <a:chExt cx="400050" cy="457200"/>
          </a:xfrm>
        </p:grpSpPr>
        <p:sp>
          <p:nvSpPr>
            <p:cNvPr id="31" name="Oval 9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N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xAAAPoSAABIEgAAUhUAAAAAAAAmAAAACAAAAP//////////"/>
                </a:ext>
              </a:extLst>
            </p:cNvSpPr>
            <p:nvPr/>
          </p:nvSpPr>
          <p:spPr>
            <a:xfrm>
              <a:off x="2638425" y="308483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30" name="Oval 9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kEAQ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8AAMASAABzEgAAkBUAAAAAAAAmAAAACAAAAP//////////"/>
                </a:ext>
              </a:extLst>
            </p:cNvSpPr>
            <p:nvPr/>
          </p:nvSpPr>
          <p:spPr>
            <a:xfrm>
              <a:off x="2599055" y="304800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32" name="Straight Connector 9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igoAAEwOAABZEAAAKRMAABAAAAAmAAAACAAAAP//////////"/>
              </a:ext>
            </a:extLst>
          </p:cNvSpPr>
          <p:nvPr/>
        </p:nvSpPr>
        <p:spPr>
          <a:xfrm>
            <a:off x="1713230" y="2324100"/>
            <a:ext cx="944245" cy="790575"/>
          </a:xfrm>
          <a:prstGeom prst="line">
            <a:avLst/>
          </a:prstGeom>
          <a:noFill/>
          <a:ln w="9525" cap="flat" cmpd="sng" algn="ctr">
            <a:solidFill>
              <a:schemeClr val="tx1"/>
            </a:solidFill>
            <a:prstDash val="solid"/>
            <a:headEnd type="none"/>
            <a:tailEnd type="none"/>
          </a:ln>
          <a:effectLst/>
        </p:spPr>
      </p:sp>
      <p:sp>
        <p:nvSpPr>
          <p:cNvPr id="33" name="Rectangle 69"/>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SAAABATAADlIgAAaBUAABAAAAAmAAAACAAAAP//////////"/>
              </a:ext>
            </a:extLst>
          </p:cNvSpPr>
          <p:nvPr/>
        </p:nvSpPr>
        <p:spPr>
          <a:xfrm>
            <a:off x="5291455" y="30988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34" name="Rectangle 7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Bhbm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ISgAAPwSAAB5KgAAVBUAABAAAAAmAAAACAAAAP//////////"/>
              </a:ext>
            </a:extLst>
          </p:cNvSpPr>
          <p:nvPr/>
        </p:nvSpPr>
        <p:spPr>
          <a:xfrm>
            <a:off x="6523355" y="30861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C</a:t>
            </a:r>
            <a:endParaRPr lang="en-us" sz="1800" cap="none">
              <a:latin typeface="Calibri" pitchFamily="2" charset="0"/>
              <a:ea typeface="Arial" pitchFamily="1" charset="0"/>
              <a:cs typeface="Arial" pitchFamily="1" charset="0"/>
            </a:endParaRPr>
          </a:p>
        </p:txBody>
      </p:sp>
      <p:sp>
        <p:nvSpPr>
          <p:cNvPr id="35" name="Rectangle 72"/>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48YT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H0l9A8zMzADAwP8Af39/AAAAAAAAAAAAAAAAAAAAAAAAAAAAIQAAABgAAAAUAAAA2S4AABATAAAxMQAAaBUAABAAAAAmAAAACAAAAP//////////"/>
              </a:ext>
            </a:extLst>
          </p:cNvSpPr>
          <p:nvPr/>
        </p:nvSpPr>
        <p:spPr>
          <a:xfrm>
            <a:off x="7615555" y="3098800"/>
            <a:ext cx="381000" cy="381000"/>
          </a:xfrm>
          <a:prstGeom prst="rect">
            <a:avLst/>
          </a:prstGeom>
          <a:solidFill>
            <a:schemeClr val="bg1"/>
          </a:solid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D</a:t>
            </a:r>
            <a:endParaRPr lang="en-us" sz="1800" cap="none">
              <a:latin typeface="Calibri" pitchFamily="2" charset="0"/>
              <a:ea typeface="Arial" pitchFamily="1" charset="0"/>
              <a:cs typeface="Arial" pitchFamily="1" charset="0"/>
            </a:endParaRPr>
          </a:p>
        </p:txBody>
      </p:sp>
      <p:grpSp>
        <p:nvGrpSpPr>
          <p:cNvPr id="36" name="Group 16"/>
          <p:cNvGrpSpPr>
            <a:extLst>
              <a:ext uri="smNativeData">
                <pr:smNativeData xmlns:pr="smNativeData" xmlns="smNativeData" val="SMDATA_6_VcZhaRMAAAAlAAAAAQAAAA8BAAAAkAAAAEgAAACQAAAASAAAAAAAAAAAAAAAAAAAABcAAAAUAAAAAAAAAAAAAAD/fwAA/38AAAAAAAAJAAAABAAAAIC0QAEfAAAAVAAAAAAAAAAAAAAAAAAAAAAAAAAAAAAAAAAAAAAAAAAAAAAAAAAAAAAAAAAAAAAAAAAAAAAAAAAAAAAAAAAAAAAAAAAAAAAAAAAAAAAAAAAAAAAAAAAAACEAAAAYAAAAFAAAAMcYAADUEgAAPRsAAKQVAAAQAAAAJgAAAAgAAAD/////AAAAAA=="/>
              </a:ext>
            </a:extLst>
          </p:cNvGrpSpPr>
          <p:nvPr/>
        </p:nvGrpSpPr>
        <p:grpSpPr>
          <a:xfrm>
            <a:off x="4027805" y="3060700"/>
            <a:ext cx="400050" cy="457200"/>
            <a:chOff x="4027805" y="3060700"/>
            <a:chExt cx="400050" cy="457200"/>
          </a:xfrm>
        </p:grpSpPr>
        <p:sp>
          <p:nvSpPr>
            <p:cNvPr id="38" name="Oval 7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AyMD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RkAAA4TAAASGwAAZhUAAAAAAAAmAAAACAAAAP//////////"/>
                </a:ext>
              </a:extLst>
            </p:cNvSpPr>
            <p:nvPr/>
          </p:nvSpPr>
          <p:spPr>
            <a:xfrm>
              <a:off x="4067175" y="309753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37" name="Oval 7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k9Ij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xgAANQSAAA9GwAApBUAAAAAAAAmAAAACAAAAP//////////"/>
                </a:ext>
              </a:extLst>
            </p:cNvSpPr>
            <p:nvPr/>
          </p:nvSpPr>
          <p:spPr>
            <a:xfrm>
              <a:off x="4027805" y="306070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39" name="TextBox 5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1EI1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AcAAFcQAAC+CgAARhQAABAgAAAmAAAACAAAAP//////////"/>
              </a:ext>
            </a:extLst>
          </p:cNvSpPr>
          <p:nvPr/>
        </p:nvSpPr>
        <p:spPr>
          <a:xfrm>
            <a:off x="1262380" y="2656205"/>
            <a:ext cx="483870" cy="63944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h=2,</a:t>
            </a:r>
            <a:endParaRPr lang="en-us" sz="1200" cap="none"/>
          </a:p>
          <a:p>
            <a:pPr/>
            <a:r>
              <a:rPr lang="en-us" sz="1200" cap="none"/>
              <a:t>w=1</a:t>
            </a:r>
            <a:endParaRPr lang="en-us" sz="1200" cap="none"/>
          </a:p>
          <a:p>
            <a:pPr/>
            <a:r>
              <a:rPr lang="en-us" sz="1200" cap="none"/>
              <a:t>g=3</a:t>
            </a:r>
            <a:endParaRPr lang="en-us" sz="1200" cap="none"/>
          </a:p>
        </p:txBody>
      </p:sp>
      <p:sp>
        <p:nvSpPr>
          <p:cNvPr id="40" name="TextBox 6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QeBB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AgMAAJ4PAAAlBgAAjRMAABAgAAAmAAAACAAAAP//////////"/>
              </a:ext>
            </a:extLst>
          </p:cNvSpPr>
          <p:nvPr/>
        </p:nvSpPr>
        <p:spPr>
          <a:xfrm>
            <a:off x="488950" y="2538730"/>
            <a:ext cx="509905" cy="63944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h=2,</a:t>
            </a:r>
            <a:endParaRPr lang="en-us" sz="1200" cap="none"/>
          </a:p>
          <a:p>
            <a:pPr/>
            <a:r>
              <a:rPr lang="en-us" sz="1200" cap="none"/>
              <a:t>w=2,</a:t>
            </a:r>
            <a:endParaRPr lang="en-us" sz="1200" cap="none"/>
          </a:p>
          <a:p>
            <a:pPr/>
            <a:r>
              <a:rPr lang="en-us" sz="1200" cap="none"/>
              <a:t>g=4</a:t>
            </a:r>
            <a:endParaRPr lang="en-us" sz="1200" cap="none"/>
          </a:p>
        </p:txBody>
      </p:sp>
      <p:sp>
        <p:nvSpPr>
          <p:cNvPr id="41" name="TextBox 4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A8AAP0KAAC/FgAArQwAABAgAAAmAAAACAAAAP//////////"/>
              </a:ext>
            </a:extLst>
          </p:cNvSpPr>
          <p:nvPr/>
        </p:nvSpPr>
        <p:spPr>
          <a:xfrm>
            <a:off x="2545080" y="1786255"/>
            <a:ext cx="1152525" cy="27432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h=1, w=2, g=2</a:t>
            </a:r>
            <a:endParaRPr lang="en-us" sz="1200" cap="none"/>
          </a:p>
        </p:txBody>
      </p:sp>
      <p:sp>
        <p:nvSpPr>
          <p:cNvPr id="42" name="TextBox 50"/>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hkAAEoLAABxIAAA+wwAABAgAAAmAAAACAAAAP//////////"/>
              </a:ext>
            </a:extLst>
          </p:cNvSpPr>
          <p:nvPr/>
        </p:nvSpPr>
        <p:spPr>
          <a:xfrm>
            <a:off x="4121150" y="1835150"/>
            <a:ext cx="1152525" cy="27495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h=1, w=1, g=1</a:t>
            </a:r>
            <a:endParaRPr lang="en-us" sz="1200" cap="none"/>
          </a:p>
        </p:txBody>
      </p:sp>
      <p:sp>
        <p:nvSpPr>
          <p:cNvPr id="43" name="TextBox 5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xkAAEsPAABiIAAA/BAAABAgAAAmAAAACAAAAP//////////"/>
              </a:ext>
            </a:extLst>
          </p:cNvSpPr>
          <p:nvPr/>
        </p:nvSpPr>
        <p:spPr>
          <a:xfrm>
            <a:off x="4111625" y="2486025"/>
            <a:ext cx="1152525" cy="27495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h=2, w=4, g=5</a:t>
            </a:r>
            <a:endParaRPr lang="en-us" sz="1200" cap="none"/>
          </a:p>
        </p:txBody>
      </p:sp>
      <p:sp>
        <p:nvSpPr>
          <p:cNvPr id="44" name="TextBox 5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U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dQ0AACgPAACMFAAA2RAAABAgAAAmAAAACAAAAP//////////"/>
              </a:ext>
            </a:extLst>
          </p:cNvSpPr>
          <p:nvPr/>
        </p:nvSpPr>
        <p:spPr>
          <a:xfrm>
            <a:off x="2187575" y="2463800"/>
            <a:ext cx="1152525" cy="27495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h=2, w=7, g=9</a:t>
            </a:r>
            <a:endParaRPr lang="en-us" sz="1200" cap="none"/>
          </a:p>
        </p:txBody>
      </p:sp>
      <p:sp>
        <p:nvSpPr>
          <p:cNvPr id="45" name="TextBox 52"/>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LMuOj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mSoAAKASAACULQAAjxYAABAgAAAmAAAACAAAAP//////////"/>
              </a:ext>
            </a:extLst>
          </p:cNvSpPr>
          <p:nvPr/>
        </p:nvSpPr>
        <p:spPr>
          <a:xfrm>
            <a:off x="6924675" y="3027680"/>
            <a:ext cx="484505" cy="63944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h=2,</a:t>
            </a:r>
            <a:br/>
            <a:r>
              <a:rPr lang="en-us" sz="1200" cap="none"/>
              <a:t>w=1</a:t>
            </a:r>
            <a:endParaRPr lang="en-us" sz="1200" cap="none"/>
          </a:p>
          <a:p>
            <a:pPr/>
            <a:r>
              <a:rPr lang="en-us" sz="1200" cap="none"/>
              <a:t>g=2</a:t>
            </a:r>
            <a:endParaRPr lang="en-us" sz="1200" cap="none"/>
          </a:p>
        </p:txBody>
      </p:sp>
      <p:sp>
        <p:nvSpPr>
          <p:cNvPr id="46" name="TextBox 53"/>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C94L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9CIAAPcQAADTJQAA5hQAABAgAAAmAAAACAAAAP//////////"/>
              </a:ext>
            </a:extLst>
          </p:cNvSpPr>
          <p:nvPr/>
        </p:nvSpPr>
        <p:spPr>
          <a:xfrm>
            <a:off x="5681980" y="2757805"/>
            <a:ext cx="466725" cy="63944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h=2</a:t>
            </a:r>
            <a:endParaRPr lang="en-us" sz="1200" cap="none"/>
          </a:p>
          <a:p>
            <a:pPr/>
            <a:r>
              <a:rPr lang="en-us" sz="1200" cap="none"/>
              <a:t>w=3</a:t>
            </a:r>
            <a:endParaRPr lang="en-us" sz="1200" cap="none"/>
          </a:p>
          <a:p>
            <a:pPr/>
            <a:r>
              <a:rPr lang="en-us" sz="1200" cap="none"/>
              <a:t>g=4</a:t>
            </a:r>
            <a:endParaRPr lang="en-us" sz="1200" cap="none"/>
          </a:p>
        </p:txBody>
      </p:sp>
      <p:sp>
        <p:nvSpPr>
          <p:cNvPr id="47" name="TextBox 5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IJAg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i0AANsQAABxNAAAjBIAABAgAAAmAAAACAAAAP//////////"/>
              </a:ext>
            </a:extLst>
          </p:cNvSpPr>
          <p:nvPr/>
        </p:nvSpPr>
        <p:spPr>
          <a:xfrm>
            <a:off x="7372350" y="2740025"/>
            <a:ext cx="1152525" cy="27495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200" cap="none"/>
              <a:t>h=2, w=4, g=5</a:t>
            </a:r>
            <a:endParaRPr lang="en-us" sz="1200" cap="none"/>
          </a:p>
        </p:txBody>
      </p:sp>
      <p:sp>
        <p:nvSpPr>
          <p:cNvPr id="48" name="Straight Connector 6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AaJAAeAAAAAQAAABQAAAAUAAAAFAAAAAE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zr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AaJAB/f38AH0l9A8zMzADAwP8Af39/AAAAAAAAAAAAAAAAAAAAAAAAAAAAIQAAABgAAAAUAAAArhgAAM8IAAAWJAAAQw0AABAAAAAmAAAACAAAAP//////////"/>
              </a:ext>
            </a:extLst>
          </p:cNvSpPr>
          <p:nvPr/>
        </p:nvSpPr>
        <p:spPr>
          <a:xfrm>
            <a:off x="4011930" y="1431925"/>
            <a:ext cx="1854200" cy="723900"/>
          </a:xfrm>
          <a:prstGeom prst="line">
            <a:avLst/>
          </a:prstGeom>
          <a:noFill/>
          <a:ln w="19050" cap="flat" cmpd="sng" algn="ctr">
            <a:solidFill>
              <a:srgbClr val="901A24"/>
            </a:solidFill>
            <a:prstDash val="solid"/>
            <a:headEnd type="none"/>
            <a:tailEnd type="triangle" w="med" len="med"/>
          </a:ln>
          <a:effectLst/>
        </p:spPr>
      </p:sp>
      <p:sp>
        <p:nvSpPr>
          <p:cNvPr id="49" name="TextBox 9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IsYKx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Q0AAH4gAABuKwAAvyIAABAgAAAmAAAACAAAAP//////////"/>
              </a:ext>
            </a:extLst>
          </p:cNvSpPr>
          <p:nvPr/>
        </p:nvSpPr>
        <p:spPr>
          <a:xfrm>
            <a:off x="2141855" y="5281930"/>
            <a:ext cx="4918075" cy="366395"/>
          </a:xfrm>
          <a:prstGeom prst="rect">
            <a:avLst/>
          </a:prstGeom>
          <a:noFill/>
          <a:ln>
            <a:noFill/>
          </a:ln>
          <a:effectLst/>
        </p:spPr>
        <p:txBody>
          <a:bodyPr vert="horz" wrap="squar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800" cap="none"/>
              <a:t>Result is: S-&gt;B-&gt;F!</a:t>
            </a:r>
            <a:endParaRPr lang="en-us" sz="1800" cap="none"/>
          </a:p>
        </p:txBody>
      </p:sp>
      <p:sp>
        <p:nvSpPr>
          <p:cNvPr id="50" name="Line 61"/>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JAaJAAeAAAAAQAAACMAAAAjAAAAIwAAAB4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8rK8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JAaJAB/f38AH0l9A8zMzADAwP8Af39/AAAAAAAAAAAAAAAAAAAAAAAAAAAAIQAAABgAAAAUAAAALBoAAFAPAACMIwAAXBIAABAAAAAmAAAACAAAAP//////////"/>
              </a:ext>
            </a:extLst>
          </p:cNvSpPr>
          <p:nvPr/>
        </p:nvSpPr>
        <p:spPr>
          <a:xfrm flipH="1">
            <a:off x="4254500" y="2489200"/>
            <a:ext cx="1524000" cy="495300"/>
          </a:xfrm>
          <a:prstGeom prst="line">
            <a:avLst/>
          </a:prstGeom>
          <a:noFill/>
          <a:ln w="19050" cap="flat" cmpd="sng" algn="ctr">
            <a:solidFill>
              <a:srgbClr val="901A24"/>
            </a:solidFill>
            <a:prstDash val="solid"/>
            <a:headEnd type="none"/>
            <a:tailEnd type="triangle" w="med" len="med"/>
          </a:ln>
          <a:effectLst/>
        </p:spPr>
        <p:txBody>
          <a:bodyPr vert="horz" wrap="square" lIns="91440" tIns="45720" rIns="91440" bIns="45720" numCol="1" spcCol="215900" anchor="t"/>
          <a:lstStyle/>
          <a:p>
            <a:pPr/>
            <a:endParaRPr lang="en-us" cap="none"/>
          </a:p>
        </p:txBody>
      </p:sp>
    </p:spTree>
  </p:cSld>
  <p:clrMapOvr>
    <a:masterClrMapping/>
  </p:clrMapOvr>
  <p:timing>
    <p:tnLst>
      <p:par>
        <p:cTn id="1" dur="indefinite" restart="never" nodeType="tmRoot"/>
      </p:par>
    </p:tnLst>
  </p:timing>
</p:sld>
</file>

<file path=ppt/slides/slide6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gb" sz="3200" cap="none"/>
              <a:t>Hill Climbing</a:t>
            </a:r>
            <a:endParaRPr lang="en-us" sz="3200" cap="none"/>
          </a:p>
        </p:txBody>
      </p:sp>
      <p:sp>
        <p:nvSpPr>
          <p:cNvPr id="3" name="Content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ryUAABAAAAAmAAAACAAAAAAAAAAAAAAA"/>
              </a:ext>
            </a:extLst>
          </p:cNvSpPr>
          <p:nvPr>
            <p:ph type="body" idx="1"/>
          </p:nvPr>
        </p:nvSpPr>
        <p:spPr/>
        <p:txBody>
          <a:bodyPr/>
          <a:lstStyle/>
          <a:p>
            <a:pPr/>
            <a:r>
              <a:rPr lang="en-us" cap="none"/>
              <a:t>Special case of depth-first search</a:t>
            </a:r>
            <a:endParaRPr lang="en-us" cap="none"/>
          </a:p>
          <a:p>
            <a:pPr/>
            <a:r>
              <a:rPr lang="en-us" cap="none"/>
              <a:t>Uses h(n) = heuristic function as its evaluation function</a:t>
            </a:r>
            <a:endParaRPr lang="en-us" cap="none"/>
          </a:p>
          <a:p>
            <a:pPr/>
            <a:r>
              <a:rPr lang="en-us" cap="none"/>
              <a:t>Ignores cost so far to get to that node</a:t>
            </a:r>
            <a:r>
              <a:rPr lang="en-us" sz="2000" cap="none"/>
              <a:t> </a:t>
            </a:r>
            <a:r>
              <a:rPr lang="en-us" cap="none"/>
              <a:t>(g(n))</a:t>
            </a:r>
            <a:endParaRPr lang="en-us" cap="none"/>
          </a:p>
          <a:p>
            <a:pPr/>
            <a:r>
              <a:rPr lang="en-us" cap="none"/>
              <a:t>Expand the node that </a:t>
            </a:r>
            <a:r>
              <a:rPr lang="en-us" i="1" cap="none"/>
              <a:t>appears</a:t>
            </a:r>
            <a:r>
              <a:rPr lang="en-us" cap="none"/>
              <a:t> closest to goal</a:t>
            </a:r>
            <a:endParaRPr lang="en-us" cap="none"/>
          </a:p>
          <a:p>
            <a:pPr/>
            <a:endParaRPr lang="en-us" cap="none"/>
          </a:p>
          <a:p>
            <a:pPr/>
            <a:r>
              <a:rPr lang="en-us" cap="none"/>
              <a:t>Hill Climbing is not complete</a:t>
            </a:r>
            <a:endParaRPr lang="en-us" cap="none"/>
          </a:p>
          <a:p>
            <a:pPr lvl="1"/>
            <a:r>
              <a:rPr lang="en-us" cap="none"/>
              <a:t>Unless we introduce backtracking</a:t>
            </a:r>
            <a:endParaRPr lang="en-us" cap="none"/>
          </a:p>
          <a:p>
            <a:pPr/>
            <a:r>
              <a:rPr lang="en-us" cap="none"/>
              <a:t>Hill Climbing is not optimal</a:t>
            </a:r>
            <a:endParaRPr lang="en-us" cap="none"/>
          </a:p>
          <a:p>
            <a:pPr lvl="1"/>
            <a:r>
              <a:rPr lang="en-us" cap="none"/>
              <a:t>Solution found is a local optimum</a:t>
            </a:r>
            <a:endParaRPr lang="en-us" cap="none"/>
          </a:p>
          <a:p>
            <a:pPr/>
            <a:endParaRPr lang="en-us" sz="1500" cap="none"/>
          </a:p>
        </p:txBody>
      </p:sp>
    </p:spTree>
  </p:cSld>
  <p:clrMapOvr>
    <a:masterClrMapping/>
  </p:clrMapOvr>
  <p:timing>
    <p:tnLst>
      <p:par>
        <p:cTn id="1" dur="indefinite" restart="never" nodeType="tmRoot"/>
      </p:par>
    </p:tnLst>
  </p:timing>
</p:sld>
</file>

<file path=ppt/slides/slide6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SKC3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gb" sz="3200" cap="none"/>
              <a:t>Hill Climbing: Algorithm</a:t>
            </a:r>
            <a:endParaRPr lang="en-us" sz="3200" cap="none"/>
          </a:p>
        </p:txBody>
      </p:sp>
      <p:sp>
        <p:nvSpPr>
          <p:cNvPr id="3" name="Content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wNQAAyCgAABAAAAAmAAAACAAAAAEgAAAAAAAA"/>
              </a:ext>
            </a:extLst>
          </p:cNvSpPr>
          <p:nvPr>
            <p:ph type="body" idx="1"/>
          </p:nvPr>
        </p:nvSpPr>
        <p:spPr>
          <a:xfrm>
            <a:off x="457200" y="1600200"/>
            <a:ext cx="8229600" cy="5029200"/>
          </a:xfrm>
        </p:spPr>
        <p:txBody>
          <a:bodyPr vert="horz" wrap="square" lIns="0" tIns="0" rIns="0" bIns="0" numCol="1" spcCol="215900" anchor="t">
            <a:prstTxWarp prst="textNoShape">
              <a:avLst/>
            </a:prstTxWarp>
          </a:bodyPr>
          <a:lstStyle/>
          <a:p>
            <a:pPr marL="457200" indent="-457200">
              <a:lnSpc>
                <a:spcPct val="90000"/>
              </a:lnSpc>
              <a:buNone/>
            </a:pPr>
            <a:r>
              <a:rPr lang="en-us" cap="none"/>
              <a:t>List successors={}; Node root_node, current_node, nextNode;</a:t>
            </a:r>
            <a:endParaRPr lang="en-us" cap="none"/>
          </a:p>
          <a:p>
            <a:pPr marL="457200" indent="-457200">
              <a:lnSpc>
                <a:spcPct val="90000"/>
              </a:lnSpc>
              <a:buNone/>
            </a:pPr>
            <a:endParaRPr lang="en-us" cap="none"/>
          </a:p>
          <a:p>
            <a:pPr marL="457200" indent="-457200">
              <a:lnSpc>
                <a:spcPct val="90000"/>
              </a:lnSpc>
              <a:buNone/>
            </a:pPr>
            <a:r>
              <a:rPr lang="en-us" cap="none"/>
              <a:t>current_node=root_node</a:t>
            </a:r>
            <a:endParaRPr lang="en-us" cap="none"/>
          </a:p>
          <a:p>
            <a:pPr marL="457200" indent="-457200">
              <a:lnSpc>
                <a:spcPct val="90000"/>
              </a:lnSpc>
              <a:buNone/>
            </a:pPr>
            <a:r>
              <a:rPr lang="en-us" cap="none"/>
              <a:t>while (current_node!=null)</a:t>
            </a:r>
            <a:endParaRPr lang="en-us" cap="none"/>
          </a:p>
          <a:p>
            <a:pPr marL="457200" indent="-457200">
              <a:lnSpc>
                <a:spcPct val="90000"/>
              </a:lnSpc>
              <a:buNone/>
            </a:pPr>
            <a:r>
              <a:rPr lang="en-us" cap="none"/>
              <a:t>	if (</a:t>
            </a:r>
            <a:r>
              <a:rPr lang="en-us" i="1" cap="none"/>
              <a:t>goal</a:t>
            </a:r>
            <a:r>
              <a:rPr lang="en-us" cap="none"/>
              <a:t>(current_node)) return current_node;</a:t>
            </a:r>
            <a:endParaRPr lang="en-us" cap="none"/>
          </a:p>
          <a:p>
            <a:pPr marL="457200" indent="-457200">
              <a:lnSpc>
                <a:spcPct val="90000"/>
              </a:lnSpc>
              <a:buNone/>
            </a:pPr>
            <a:r>
              <a:rPr lang="en-us" cap="none"/>
              <a:t>	else</a:t>
            </a:r>
            <a:endParaRPr lang="en-us" cap="none"/>
          </a:p>
          <a:p>
            <a:pPr marL="457200" indent="-457200">
              <a:lnSpc>
                <a:spcPct val="90000"/>
              </a:lnSpc>
              <a:buNone/>
            </a:pPr>
            <a:r>
              <a:rPr lang="en-us" cap="none"/>
              <a:t>		successors=successorsOf(current_node);</a:t>
            </a:r>
            <a:endParaRPr lang="en-us" cap="none"/>
          </a:p>
          <a:p>
            <a:pPr marL="457200" indent="-457200">
              <a:lnSpc>
                <a:spcPct val="90000"/>
              </a:lnSpc>
              <a:buNone/>
            </a:pPr>
            <a:r>
              <a:rPr lang="en-us" cap="none"/>
              <a:t>		</a:t>
            </a:r>
            <a:r>
              <a:rPr lang="it-it" cap="none"/>
              <a:t>nextEval = </a:t>
            </a:r>
            <a:r>
              <a:rPr lang="it-it" sz="2200" cap="none"/>
              <a:t>-</a:t>
            </a:r>
            <a:r>
              <a:rPr lang="it-it" sz="2400" cap="none"/>
              <a:t>∞</a:t>
            </a:r>
            <a:r>
              <a:rPr lang="it-it" cap="none"/>
              <a:t>; nextNode=null;</a:t>
            </a:r>
            <a:endParaRPr lang="it-it" cap="none"/>
          </a:p>
          <a:p>
            <a:pPr marL="457200" indent="-457200">
              <a:lnSpc>
                <a:spcPct val="90000"/>
              </a:lnSpc>
              <a:buNone/>
            </a:pPr>
            <a:r>
              <a:rPr lang="en-us" cap="none"/>
              <a:t>		for(x in successors)</a:t>
            </a:r>
            <a:endParaRPr lang="en-us" cap="none"/>
          </a:p>
          <a:p>
            <a:pPr marL="457200" indent="-457200">
              <a:lnSpc>
                <a:spcPct val="90000"/>
              </a:lnSpc>
              <a:buNone/>
            </a:pPr>
            <a:r>
              <a:rPr lang="en-us" i="1" cap="none"/>
              <a:t>			</a:t>
            </a:r>
            <a:r>
              <a:rPr lang="en-us" cap="none"/>
              <a:t>if(</a:t>
            </a:r>
            <a:r>
              <a:rPr lang="en-us" i="1" cap="none"/>
              <a:t>eval</a:t>
            </a:r>
            <a:r>
              <a:rPr lang="en-us" cap="none"/>
              <a:t>(x)</a:t>
            </a:r>
            <a:r>
              <a:rPr lang="en-us" i="1" cap="none"/>
              <a:t>&gt; </a:t>
            </a:r>
            <a:r>
              <a:rPr lang="it-it" cap="none"/>
              <a:t>nextEval</a:t>
            </a:r>
            <a:r>
              <a:rPr lang="en-us" cap="none"/>
              <a:t>)</a:t>
            </a:r>
            <a:r>
              <a:rPr lang="en-us" i="1" cap="none"/>
              <a:t> </a:t>
            </a:r>
            <a:endParaRPr lang="en-us" i="1" cap="none"/>
          </a:p>
          <a:p>
            <a:pPr marL="457200" indent="-457200">
              <a:lnSpc>
                <a:spcPct val="90000"/>
              </a:lnSpc>
              <a:buNone/>
            </a:pPr>
            <a:r>
              <a:rPr lang="en-us" i="1" cap="none"/>
              <a:t>				nexEval=eval(x)</a:t>
            </a:r>
            <a:r>
              <a:rPr lang="en-us" cap="none"/>
              <a:t>;</a:t>
            </a:r>
            <a:endParaRPr lang="en-us" cap="none"/>
          </a:p>
          <a:p>
            <a:pPr marL="457200" indent="-457200">
              <a:lnSpc>
                <a:spcPct val="90000"/>
              </a:lnSpc>
              <a:buNone/>
            </a:pPr>
            <a:r>
              <a:rPr lang="en-us" cap="none"/>
              <a:t>				nextNode=x;</a:t>
            </a:r>
            <a:endParaRPr lang="en-us" cap="none"/>
          </a:p>
          <a:p>
            <a:pPr marL="457200" indent="-457200">
              <a:lnSpc>
                <a:spcPct val="90000"/>
              </a:lnSpc>
              <a:buNone/>
            </a:pPr>
            <a:r>
              <a:rPr lang="en-us" cap="none"/>
              <a:t>		current_node=nextNode,</a:t>
            </a:r>
            <a:endParaRPr lang="en-us" cap="none"/>
          </a:p>
          <a:p>
            <a:pPr marL="457200" indent="-457200">
              <a:lnSpc>
                <a:spcPct val="90000"/>
              </a:lnSpc>
              <a:buNone/>
            </a:pPr>
            <a:r>
              <a:rPr lang="en-us" cap="none"/>
              <a:t>	endIf</a:t>
            </a:r>
            <a:endParaRPr lang="en-us" cap="none"/>
          </a:p>
          <a:p>
            <a:pPr marL="457200" indent="-457200">
              <a:lnSpc>
                <a:spcPct val="90000"/>
              </a:lnSpc>
              <a:buNone/>
            </a:pPr>
            <a:r>
              <a:rPr lang="en-us" cap="none"/>
              <a:t>endWhile</a:t>
            </a:r>
            <a:endParaRPr lang="en-us" cap="none"/>
          </a:p>
        </p:txBody>
      </p:sp>
      <p:sp>
        <p:nvSpPr>
          <p:cNvPr id="4" name="Slide Number Placeholder 3"/>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yCgAAMgoAADoNQAAMCoAABAAAAAmAAAACAAAAP//////////"/>
              </a:ext>
            </a:extLst>
          </p:cNvSpPr>
          <p:nvPr/>
        </p:nvSpPr>
        <p:spPr>
          <a:xfrm>
            <a:off x="6629400" y="6629400"/>
            <a:ext cx="2133600" cy="228600"/>
          </a:xfrm>
          <a:prstGeom prst="rect">
            <a:avLst/>
          </a:prstGeom>
          <a:noFill/>
          <a:ln>
            <a:noFill/>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38F4F83D-73D5-A10E-9B4C-855BB6026DD0}" type="slidenum">
              <a:rPr lang="en-us" sz="700" b="1" cap="none">
                <a:solidFill>
                  <a:schemeClr val="bg1"/>
                </a:solidFill>
              </a:rPr>
              <a:t>67</a:t>
            </a:fld>
            <a:endParaRPr lang="en-us" sz="700" b="1" cap="none">
              <a:solidFill>
                <a:schemeClr val="bg1"/>
              </a:solidFill>
            </a:endParaRPr>
          </a:p>
        </p:txBody>
      </p:sp>
      <p:sp>
        <p:nvSpPr>
          <p:cNvPr id="5" name="TextBox 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w0AAEYmAAD/KAAAhygAABAgAAAmAAAACAAAAP//////////"/>
              </a:ext>
            </a:extLst>
          </p:cNvSpPr>
          <p:nvPr/>
        </p:nvSpPr>
        <p:spPr>
          <a:xfrm>
            <a:off x="2117725" y="6221730"/>
            <a:ext cx="4546600" cy="36639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800" cap="none">
                <a:solidFill>
                  <a:srgbClr val="901A24"/>
                </a:solidFill>
              </a:rPr>
              <a:t>N.B.= this version is not using backtracking</a:t>
            </a:r>
            <a:endParaRPr lang="en-us" sz="1800" cap="none">
              <a:solidFill>
                <a:srgbClr val="901A24"/>
              </a:solidFill>
            </a:endParaRPr>
          </a:p>
        </p:txBody>
      </p:sp>
    </p:spTree>
  </p:cSld>
  <p:clrMapOvr>
    <a:masterClrMapping/>
  </p:clrMapOvr>
  <p:timing>
    <p:tnLst>
      <p:par>
        <p:cTn id="1" dur="indefinite" restart="never" nodeType="tmRoot"/>
      </p:par>
    </p:tnLst>
  </p:timing>
</p:sld>
</file>

<file path=ppt/slides/slide6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gb" sz="3200" cap="none"/>
              <a:t>Hill Climbing: Example</a:t>
            </a:r>
            <a:endParaRPr lang="en-us" sz="3200" cap="none"/>
          </a:p>
        </p:txBody>
      </p:sp>
      <p:sp>
        <p:nvSpPr>
          <p:cNvPr id="3" name="Slide Number Placeholder 3"/>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yCgAAMgoAADoNQAAMCoAABAAAAAmAAAACAAAAP//////////"/>
              </a:ext>
            </a:extLst>
          </p:cNvSpPr>
          <p:nvPr/>
        </p:nvSpPr>
        <p:spPr>
          <a:xfrm>
            <a:off x="6629400" y="6629400"/>
            <a:ext cx="2133600" cy="228600"/>
          </a:xfrm>
          <a:prstGeom prst="rect">
            <a:avLst/>
          </a:prstGeom>
          <a:noFill/>
          <a:ln>
            <a:noFill/>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2CB1EAE8-A6C1-E41C-8F09-5049A4477905}" type="slidenum">
              <a:rPr lang="en-us" sz="700" b="1" cap="none">
                <a:solidFill>
                  <a:schemeClr val="bg1"/>
                </a:solidFill>
              </a:rPr>
              <a:t>68</a:t>
            </a:fld>
            <a:endParaRPr lang="en-us" sz="700" b="1" cap="none">
              <a:solidFill>
                <a:schemeClr val="bg1"/>
              </a:solidFill>
            </a:endParaRPr>
          </a:p>
        </p:txBody>
      </p:sp>
      <p:grpSp>
        <p:nvGrpSpPr>
          <p:cNvPr id="4" name="Group 4"/>
          <p:cNvGrpSpPr>
            <a:extLst>
              <a:ext uri="smNativeData">
                <pr:smNativeData xmlns:pr="smNativeData" xmlns="smNativeData" val="SMDATA_6_VcZhaRMAAAAlAAAAAQAAAA8BAAAAkAAAAEgAAACQAAAASAAAAAAAAAAAAAAAAAAAABcAAAAUAAAAAAAAAAAAAAD/fwAA/38AAAAAAAAJAAAABAAAAJcAAAAfAAAAVAAAAAAAAAAAAAAAAAAAAAAAAAAAAAAAAAAAAAAAAAAAAAAAAAAAAAAAAAAAAAAAAAAAAAAAAAAAAAAAAAAAAAAAAAAAAAAAAAAAAAAAAAAAAAAAAAAAACEAAAAYAAAAFAAAAJ0VAAC/BwAAExgAAI8KAAAQAAAAJgAAAAgAAAD/////AAAAAA=="/>
              </a:ext>
            </a:extLst>
          </p:cNvGrpSpPr>
          <p:nvPr/>
        </p:nvGrpSpPr>
        <p:grpSpPr>
          <a:xfrm>
            <a:off x="3513455" y="1259205"/>
            <a:ext cx="400050" cy="457200"/>
            <a:chOff x="3513455" y="1259205"/>
            <a:chExt cx="400050" cy="457200"/>
          </a:xfrm>
        </p:grpSpPr>
        <p:sp>
          <p:nvSpPr>
            <p:cNvPr id="6" name="Oval 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2xUAAPgHAADoFwAAUAoAAAAAAAAmAAAACAAAAP//////////"/>
                </a:ext>
              </a:extLst>
            </p:cNvSpPr>
            <p:nvPr/>
          </p:nvSpPr>
          <p:spPr>
            <a:xfrm>
              <a:off x="3552825" y="12954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5" name="Oval 6"/>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RUAAL8HAAATGAAAjwoAAAAAAAAmAAAACAAAAP//////////"/>
                </a:ext>
              </a:extLst>
            </p:cNvSpPr>
            <p:nvPr/>
          </p:nvSpPr>
          <p:spPr>
            <a:xfrm>
              <a:off x="3513455" y="1259205"/>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7" name="Oval 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E6bH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fQgAACANAACKCgAAeA8AABAAAAAmAAAACAAAAP//////////"/>
              </a:ext>
            </a:extLst>
          </p:cNvSpPr>
          <p:nvPr/>
        </p:nvSpPr>
        <p:spPr>
          <a:xfrm>
            <a:off x="1379855" y="21336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8" name="Oval 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E6ZW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MAAJgNAAAFJgAA8A8AABAAAAAmAAAACAAAAP//////////"/>
              </a:ext>
            </a:extLst>
          </p:cNvSpPr>
          <p:nvPr/>
        </p:nvSpPr>
        <p:spPr>
          <a:xfrm>
            <a:off x="5847080" y="22098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B</a:t>
            </a:r>
            <a:endParaRPr lang="en-us" sz="1800" cap="none">
              <a:latin typeface="Calibri" pitchFamily="2" charset="0"/>
              <a:ea typeface="Arial" pitchFamily="1" charset="0"/>
              <a:cs typeface="Arial" pitchFamily="1" charset="0"/>
            </a:endParaRPr>
          </a:p>
        </p:txBody>
      </p:sp>
      <p:sp>
        <p:nvSpPr>
          <p:cNvPr id="9" name="Rectangle 9"/>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xhOn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QUAAPwSAAAFCAAAVBUAABAAAAAmAAAACAAAAP//////////"/>
              </a:ext>
            </a:extLst>
          </p:cNvSpPr>
          <p:nvPr/>
        </p:nvSpPr>
        <p:spPr>
          <a:xfrm>
            <a:off x="922655" y="30861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10" name="Oval 10"/>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48YT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1QoAAPwSAADiDAAAVBUAABAAAAAmAAAACAAAAP//////////"/>
              </a:ext>
            </a:extLst>
          </p:cNvSpPr>
          <p:nvPr/>
        </p:nvSpPr>
        <p:spPr>
          <a:xfrm>
            <a:off x="1760855" y="30861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B</a:t>
            </a:r>
            <a:endParaRPr lang="en-us" sz="1800" cap="none">
              <a:latin typeface="Calibri" pitchFamily="2" charset="0"/>
              <a:ea typeface="Arial" pitchFamily="1" charset="0"/>
              <a:cs typeface="Arial" pitchFamily="1" charset="0"/>
            </a:endParaRPr>
          </a:p>
        </p:txBody>
      </p:sp>
      <p:sp>
        <p:nvSpPr>
          <p:cNvPr id="11" name="Rectangle 1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A2MD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QQAAIwZAACdBgAA5BsAABAAAAAmAAAACAAAAP//////////"/>
              </a:ext>
            </a:extLst>
          </p:cNvSpPr>
          <p:nvPr/>
        </p:nvSpPr>
        <p:spPr>
          <a:xfrm>
            <a:off x="694055" y="41529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12" name="Rectangle 12"/>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VuY3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vggAAIwZAAAWCwAA5BsAABAAAAAmAAAACAAAAP//////////"/>
              </a:ext>
            </a:extLst>
          </p:cNvSpPr>
          <p:nvPr/>
        </p:nvSpPr>
        <p:spPr>
          <a:xfrm>
            <a:off x="1421130" y="41529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13" name="Oval 1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poaW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REAAIwZAAByEwAA5BsAABAAAAAmAAAACAAAAP//////////"/>
              </a:ext>
            </a:extLst>
          </p:cNvSpPr>
          <p:nvPr/>
        </p:nvSpPr>
        <p:spPr>
          <a:xfrm>
            <a:off x="2827655" y="41529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D</a:t>
            </a:r>
            <a:endParaRPr lang="en-us" sz="1800" cap="none">
              <a:latin typeface="Calibri" pitchFamily="2" charset="0"/>
              <a:ea typeface="Arial" pitchFamily="1" charset="0"/>
              <a:cs typeface="Arial" pitchFamily="1" charset="0"/>
            </a:endParaRPr>
          </a:p>
        </p:txBody>
      </p:sp>
      <p:grpSp>
        <p:nvGrpSpPr>
          <p:cNvPr id="14" name="Group 16"/>
          <p:cNvGrpSpPr>
            <a:extLst>
              <a:ext uri="smNativeData">
                <pr:smNativeData xmlns:pr="smNativeData" xmlns="smNativeData" val="SMDATA_6_VcZhaRMAAAAlAAAAAQAAAA8BAAAAkAAAAEgAAACQAAAASAAAAAAAAAAAAAAAAAAAABcAAAAUAAAAAAAAAAAAAAD/fwAA/38AAAAAAAAJAAAABAAAAHFDXFgfAAAAVAAAAAAAAAAAAAAAAAAAAAAAAAAAAAAAAAAAAAAAAAAAAAAAAAAAAAAAAAAAAAAAAAAAAAAAAAAAAAAAAAAAAAAAAAAAAAAAAAAAAAAAAAAAAAAAAAAAACEAAAAYAAAAFAAAAB4NAABsGQAAlA8AADwcAAAQAAAAJgAAAAgAAAD/////AAAAAA=="/>
              </a:ext>
            </a:extLst>
          </p:cNvGrpSpPr>
          <p:nvPr/>
        </p:nvGrpSpPr>
        <p:grpSpPr>
          <a:xfrm>
            <a:off x="2132330" y="4132580"/>
            <a:ext cx="400050" cy="457200"/>
            <a:chOff x="2132330" y="4132580"/>
            <a:chExt cx="400050" cy="457200"/>
          </a:xfrm>
        </p:grpSpPr>
        <p:sp>
          <p:nvSpPr>
            <p:cNvPr id="16" name="Oval 1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pzb2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A0AAKUZAABpDwAA/RsAAAAAAAAmAAAACAAAAP//////////"/>
                </a:ext>
              </a:extLst>
            </p:cNvSpPr>
            <p:nvPr/>
          </p:nvSpPr>
          <p:spPr>
            <a:xfrm>
              <a:off x="2171700" y="4168775"/>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15" name="Oval 1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JMPS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Hg0AAGwZAACUDwAAPBwAAAAAAAAmAAAACAAAAP//////////"/>
                </a:ext>
              </a:extLst>
            </p:cNvSpPr>
            <p:nvPr/>
          </p:nvSpPr>
          <p:spPr>
            <a:xfrm>
              <a:off x="2132330" y="413258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17" name="Straight Connector 32"/>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1pdG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PAoAACcJAACdFQAAeA0AABAAAAAmAAAACAAAAP//////////"/>
              </a:ext>
            </a:extLst>
          </p:cNvSpPr>
          <p:nvPr/>
        </p:nvSpPr>
        <p:spPr>
          <a:xfrm rot="10800000" flipV="1">
            <a:off x="1663700" y="1487805"/>
            <a:ext cx="1849755" cy="701675"/>
          </a:xfrm>
          <a:prstGeom prst="line">
            <a:avLst/>
          </a:prstGeom>
          <a:noFill/>
          <a:ln w="9525" cap="flat" cmpd="sng" algn="ctr">
            <a:solidFill>
              <a:schemeClr val="tx1"/>
            </a:solidFill>
            <a:prstDash val="solid"/>
            <a:headEnd type="none"/>
            <a:tailEnd type="none"/>
          </a:ln>
          <a:effectLst/>
        </p:spPr>
      </p:sp>
      <p:sp>
        <p:nvSpPr>
          <p:cNvPr id="18" name="Straight Connector 33"/>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o9Ij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2QYAACEPAADKCAAA/BIAABAAAAAmAAAACAAAAP//////////"/>
              </a:ext>
            </a:extLst>
          </p:cNvSpPr>
          <p:nvPr/>
        </p:nvSpPr>
        <p:spPr>
          <a:xfrm rot="5400000">
            <a:off x="957580" y="2614930"/>
            <a:ext cx="626745" cy="315595"/>
          </a:xfrm>
          <a:prstGeom prst="line">
            <a:avLst/>
          </a:prstGeom>
          <a:noFill/>
          <a:ln w="9525" cap="flat" cmpd="sng" algn="ctr">
            <a:solidFill>
              <a:schemeClr val="tx1"/>
            </a:solidFill>
            <a:prstDash val="solid"/>
            <a:headEnd type="none"/>
            <a:tailEnd type="none"/>
          </a:ln>
          <a:effectLst/>
        </p:spPr>
      </p:sp>
      <p:sp>
        <p:nvSpPr>
          <p:cNvPr id="19" name="Straight Connector 3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JzZX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PAoAACEPAADbCwAA/BIAABAAAAAmAAAACAAAAP//////////"/>
              </a:ext>
            </a:extLst>
          </p:cNvSpPr>
          <p:nvPr/>
        </p:nvSpPr>
        <p:spPr>
          <a:xfrm rot="16200000" flipH="1">
            <a:off x="1482090" y="2640965"/>
            <a:ext cx="626745" cy="263525"/>
          </a:xfrm>
          <a:prstGeom prst="line">
            <a:avLst/>
          </a:prstGeom>
          <a:noFill/>
          <a:ln w="9525" cap="flat" cmpd="sng" algn="ctr">
            <a:solidFill>
              <a:schemeClr val="tx1"/>
            </a:solidFill>
            <a:prstDash val="solid"/>
            <a:headEnd type="none"/>
            <a:tailEnd type="none"/>
          </a:ln>
          <a:effectLst/>
        </p:spPr>
      </p:sp>
      <p:sp>
        <p:nvSpPr>
          <p:cNvPr id="20" name="Straight Connector 35"/>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RGaW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cQUAAP0UAAAiCwAAjBkAABAAAAAmAAAACAAAAP//////////"/>
              </a:ext>
            </a:extLst>
          </p:cNvSpPr>
          <p:nvPr/>
        </p:nvSpPr>
        <p:spPr>
          <a:xfrm rot="5400000">
            <a:off x="976630" y="3319780"/>
            <a:ext cx="741045" cy="925195"/>
          </a:xfrm>
          <a:prstGeom prst="line">
            <a:avLst/>
          </a:prstGeom>
          <a:noFill/>
          <a:ln w="9525" cap="flat" cmpd="sng" algn="ctr">
            <a:solidFill>
              <a:schemeClr val="tx1"/>
            </a:solidFill>
            <a:prstDash val="solid"/>
            <a:headEnd type="none"/>
            <a:tailEnd type="none"/>
          </a:ln>
          <a:effectLst/>
        </p:spPr>
      </p:sp>
      <p:sp>
        <p:nvSpPr>
          <p:cNvPr id="21" name="Straight Connector 3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x2bD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6gkAAFQVAADbCwAAjBkAABAAAAAmAAAACAAAAP//////////"/>
              </a:ext>
            </a:extLst>
          </p:cNvSpPr>
          <p:nvPr/>
        </p:nvSpPr>
        <p:spPr>
          <a:xfrm rot="5400000">
            <a:off x="1426845" y="3651885"/>
            <a:ext cx="685800" cy="315595"/>
          </a:xfrm>
          <a:prstGeom prst="line">
            <a:avLst/>
          </a:prstGeom>
          <a:noFill/>
          <a:ln w="9525" cap="flat" cmpd="sng" algn="ctr">
            <a:solidFill>
              <a:schemeClr val="tx1"/>
            </a:solidFill>
            <a:prstDash val="solid"/>
            <a:headEnd type="none"/>
            <a:tailEnd type="none"/>
          </a:ln>
          <a:effectLst/>
        </p:spPr>
      </p:sp>
      <p:sp>
        <p:nvSpPr>
          <p:cNvPr id="22" name="Straight Connector 37"/>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5vc2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2wsAAFQVAAA9DgAAjBkAABAAAAAmAAAACAAAAP//////////"/>
              </a:ext>
            </a:extLst>
          </p:cNvSpPr>
          <p:nvPr/>
        </p:nvSpPr>
        <p:spPr>
          <a:xfrm rot="16200000" flipH="1">
            <a:off x="1778000" y="3616325"/>
            <a:ext cx="685800" cy="387350"/>
          </a:xfrm>
          <a:prstGeom prst="line">
            <a:avLst/>
          </a:prstGeom>
          <a:noFill/>
          <a:ln w="9525" cap="flat" cmpd="sng" algn="ctr">
            <a:solidFill>
              <a:schemeClr val="tx1"/>
            </a:solidFill>
            <a:prstDash val="solid"/>
            <a:headEnd type="none"/>
            <a:tailEnd type="none"/>
          </a:ln>
          <a:effectLst/>
        </p:spPr>
      </p:sp>
      <p:sp>
        <p:nvSpPr>
          <p:cNvPr id="23" name="Straight Connector 38"/>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9mdC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lAwAAPwUAABrEgAAjBkAABAAAAAmAAAACAAAAP//////////"/>
              </a:ext>
            </a:extLst>
          </p:cNvSpPr>
          <p:nvPr/>
        </p:nvSpPr>
        <p:spPr>
          <a:xfrm rot="16200000" flipH="1">
            <a:off x="2148205" y="3307715"/>
            <a:ext cx="741680" cy="949325"/>
          </a:xfrm>
          <a:prstGeom prst="line">
            <a:avLst/>
          </a:prstGeom>
          <a:noFill/>
          <a:ln w="9525" cap="flat" cmpd="sng" algn="ctr">
            <a:solidFill>
              <a:schemeClr val="tx1"/>
            </a:solidFill>
            <a:prstDash val="solid"/>
            <a:headEnd type="none"/>
            <a:tailEnd type="none"/>
          </a:ln>
          <a:effectLst/>
        </p:spPr>
      </p:sp>
      <p:sp>
        <p:nvSpPr>
          <p:cNvPr id="24" name="Straight Connector 41"/>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x5PS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ExgAACcJAABFJAAA8A0AABAAAAAmAAAACAAAAP//////////"/>
              </a:ext>
            </a:extLst>
          </p:cNvSpPr>
          <p:nvPr/>
        </p:nvSpPr>
        <p:spPr>
          <a:xfrm>
            <a:off x="3913505" y="1487805"/>
            <a:ext cx="1982470" cy="777875"/>
          </a:xfrm>
          <a:prstGeom prst="line">
            <a:avLst/>
          </a:prstGeom>
          <a:noFill/>
          <a:ln w="9525" cap="flat" cmpd="sng" algn="ctr">
            <a:solidFill>
              <a:schemeClr val="tx1"/>
            </a:solidFill>
            <a:prstDash val="solid"/>
            <a:headEnd type="none"/>
            <a:tailEnd type="none"/>
          </a:ln>
          <a:effectLst/>
        </p:spPr>
      </p:sp>
      <p:sp>
        <p:nvSpPr>
          <p:cNvPr id="25" name="Straight Connector 42"/>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V0PS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ERoAAJgPAABFJAAA/BIAABAAAAAmAAAACAAAAP//////////"/>
              </a:ext>
            </a:extLst>
          </p:cNvSpPr>
          <p:nvPr/>
        </p:nvSpPr>
        <p:spPr>
          <a:xfrm rot="5400000">
            <a:off x="4791075" y="1981200"/>
            <a:ext cx="551180" cy="1658620"/>
          </a:xfrm>
          <a:prstGeom prst="line">
            <a:avLst/>
          </a:prstGeom>
          <a:noFill/>
          <a:ln w="9525" cap="flat" cmpd="sng" algn="ctr">
            <a:solidFill>
              <a:schemeClr val="tx1"/>
            </a:solidFill>
            <a:prstDash val="solid"/>
            <a:headEnd type="none"/>
            <a:tailEnd type="none"/>
          </a:ln>
          <a:effectLst/>
        </p:spPr>
      </p:sp>
      <p:sp>
        <p:nvSpPr>
          <p:cNvPr id="26" name="Straight Connector 43"/>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GxpZE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nSEAAPAPAAD+JAAA/BIAABAAAAAmAAAACAAAAP//////////"/>
              </a:ext>
            </a:extLst>
          </p:cNvSpPr>
          <p:nvPr/>
        </p:nvSpPr>
        <p:spPr>
          <a:xfrm rot="5400000">
            <a:off x="5490845" y="2564130"/>
            <a:ext cx="495300" cy="549275"/>
          </a:xfrm>
          <a:prstGeom prst="line">
            <a:avLst/>
          </a:prstGeom>
          <a:noFill/>
          <a:ln w="9525" cap="flat" cmpd="sng" algn="ctr">
            <a:solidFill>
              <a:schemeClr val="tx1"/>
            </a:solidFill>
            <a:prstDash val="solid"/>
            <a:headEnd type="none"/>
            <a:tailEnd type="none"/>
          </a:ln>
          <a:effectLst/>
        </p:spPr>
      </p:sp>
      <p:sp>
        <p:nvSpPr>
          <p:cNvPr id="27" name="Straight Connector 4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0iMD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iQAAPAPAAAEKQAA/BIAABAAAAAmAAAACAAAAP//////////"/>
              </a:ext>
            </a:extLst>
          </p:cNvSpPr>
          <p:nvPr/>
        </p:nvSpPr>
        <p:spPr>
          <a:xfrm rot="16200000" flipH="1">
            <a:off x="6092825" y="2511425"/>
            <a:ext cx="495300" cy="654050"/>
          </a:xfrm>
          <a:prstGeom prst="line">
            <a:avLst/>
          </a:prstGeom>
          <a:noFill/>
          <a:ln w="9525" cap="flat" cmpd="sng" algn="ctr">
            <a:solidFill>
              <a:schemeClr val="tx1"/>
            </a:solidFill>
            <a:prstDash val="solid"/>
            <a:headEnd type="none"/>
            <a:tailEnd type="none"/>
          </a:ln>
          <a:effectLst/>
        </p:spPr>
      </p:sp>
      <p:sp>
        <p:nvSpPr>
          <p:cNvPr id="28" name="Straight Connector 45"/>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AwIj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tyUAAJkPAACyLwAAVBMAABAAAAAmAAAACAAAAP//////////"/>
              </a:ext>
            </a:extLst>
          </p:cNvSpPr>
          <p:nvPr/>
        </p:nvSpPr>
        <p:spPr>
          <a:xfrm rot="16200000" flipH="1">
            <a:off x="6638925" y="2027555"/>
            <a:ext cx="606425" cy="1622425"/>
          </a:xfrm>
          <a:prstGeom prst="line">
            <a:avLst/>
          </a:prstGeom>
          <a:noFill/>
          <a:ln w="9525" cap="flat" cmpd="sng" algn="ctr">
            <a:solidFill>
              <a:schemeClr val="tx1"/>
            </a:solidFill>
            <a:prstDash val="solid"/>
            <a:headEnd type="none"/>
            <a:tailEnd type="none"/>
          </a:ln>
          <a:effectLst/>
        </p:spPr>
      </p:sp>
      <p:sp>
        <p:nvSpPr>
          <p:cNvPr id="29" name="Straight Connector 64"/>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AaJAAeAAAAAQAAABQAAAAUAAAAFAAAAAE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48L2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AaJAB/f38AH0l9A8zMzADAwP8Af39/AAAAAAAAAAAAAAAAAAAAAAAAAAAAIQAAABgAAAAUAAAA9QgAAPgHAACtFAAAqAwAABAAAAAmAAAACAAAAP//////////"/>
              </a:ext>
            </a:extLst>
          </p:cNvSpPr>
          <p:nvPr/>
        </p:nvSpPr>
        <p:spPr>
          <a:xfrm rot="10800000" flipV="1">
            <a:off x="1456055" y="1295400"/>
            <a:ext cx="1905000" cy="762000"/>
          </a:xfrm>
          <a:prstGeom prst="line">
            <a:avLst/>
          </a:prstGeom>
          <a:noFill/>
          <a:ln w="19050" cap="flat" cmpd="sng" algn="ctr">
            <a:solidFill>
              <a:srgbClr val="901A24"/>
            </a:solidFill>
            <a:prstDash val="solid"/>
            <a:headEnd type="none"/>
            <a:tailEnd type="triangle" w="med" len="med"/>
          </a:ln>
          <a:effectLst/>
        </p:spPr>
      </p:sp>
      <p:sp>
        <p:nvSpPr>
          <p:cNvPr id="30" name="Straight Connector 6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AaJAAeAAAAAQAAABQAAAAUAAAAFAAAAAE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AaJAB/f38AH0l9A8zMzADAwP8Af39/AAAAAAAAAAAAAAAAAAAAAAAAAAAAIQAAABgAAAAUAAAArgkAAPAPAAB4CgAAKxQAABAAAAAmAAAACAAAAP//////////"/>
              </a:ext>
            </a:extLst>
          </p:cNvSpPr>
          <p:nvPr/>
        </p:nvSpPr>
        <p:spPr>
          <a:xfrm>
            <a:off x="1573530" y="2590800"/>
            <a:ext cx="128270" cy="687705"/>
          </a:xfrm>
          <a:prstGeom prst="line">
            <a:avLst/>
          </a:prstGeom>
          <a:noFill/>
          <a:ln w="19050" cap="flat" cmpd="sng" algn="ctr">
            <a:solidFill>
              <a:srgbClr val="901A24"/>
            </a:solidFill>
            <a:prstDash val="solid"/>
            <a:headEnd type="none"/>
            <a:tailEnd type="triangle" w="med" len="med"/>
          </a:ln>
          <a:effectLst/>
        </p:spPr>
      </p:sp>
      <p:grpSp>
        <p:nvGrpSpPr>
          <p:cNvPr id="31" name="Group 93"/>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P0PAADAEgAAcxIAAJAVAAAQAAAAJgAAAAgAAAD/////AAAAAA=="/>
              </a:ext>
            </a:extLst>
          </p:cNvGrpSpPr>
          <p:nvPr/>
        </p:nvGrpSpPr>
        <p:grpSpPr>
          <a:xfrm>
            <a:off x="2599055" y="3048000"/>
            <a:ext cx="400050" cy="457200"/>
            <a:chOff x="2599055" y="3048000"/>
            <a:chExt cx="400050" cy="457200"/>
          </a:xfrm>
        </p:grpSpPr>
        <p:sp>
          <p:nvSpPr>
            <p:cNvPr id="33" name="Oval 9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xAAAPoSAABIEgAAUhUAAAAAAAAmAAAACAAAAP//////////"/>
                </a:ext>
              </a:extLst>
            </p:cNvSpPr>
            <p:nvPr/>
          </p:nvSpPr>
          <p:spPr>
            <a:xfrm>
              <a:off x="2638425" y="308483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32" name="Oval 9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gAxw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8AAMASAABzEgAAkBUAAAAAAAAmAAAACAAAAP//////////"/>
                </a:ext>
              </a:extLst>
            </p:cNvSpPr>
            <p:nvPr/>
          </p:nvSpPr>
          <p:spPr>
            <a:xfrm>
              <a:off x="2599055" y="304800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34" name="Straight Connector 9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igoAAEwOAABZEAAAKRMAABAAAAAmAAAACAAAAP//////////"/>
              </a:ext>
            </a:extLst>
          </p:cNvSpPr>
          <p:nvPr/>
        </p:nvSpPr>
        <p:spPr>
          <a:xfrm>
            <a:off x="1713230" y="2324100"/>
            <a:ext cx="944245" cy="790575"/>
          </a:xfrm>
          <a:prstGeom prst="line">
            <a:avLst/>
          </a:prstGeom>
          <a:noFill/>
          <a:ln w="9525" cap="flat" cmpd="sng" algn="ctr">
            <a:solidFill>
              <a:schemeClr val="tx1"/>
            </a:solidFill>
            <a:prstDash val="solid"/>
            <a:headEnd type="none"/>
            <a:tailEnd type="none"/>
          </a:ln>
          <a:effectLst/>
        </p:spPr>
      </p:sp>
      <p:sp>
        <p:nvSpPr>
          <p:cNvPr id="35" name="Oval 59"/>
          <p:cNvSpPr>
            <a:extLst>
              <a:ext uri="smNativeData">
                <pr:smNativeData xmlns:pr="smNativeData" xmlns="smNativeData" val="SMDATA_15_VcZhaRMAAAAlAAAAZgAAAA0AAAAAAAAAAAAAAAAAAAAAAAAAAAAAAAABAAAAAAAAAAEAAABQAAAAAAAAAAAA8D8AAAAAAADwPwAAAAAAAOA/AAAAAAAA4D8AAAAAAADgPwAAAAAAAOA/AAAAAAAA4D8AAAAAAADgPwAAAAAAAOA/AAAAAAAA4D8CAAAAjAAAAAEAAAAAAAAAT4G9DP///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DtgjAB/f38AH0l9A8zMzADAwP8Af39/AAAAAAAAAAAAAAAAAAAAAAAAAAAAIQAAABgAAAAUAAAA4Q0AAEUJAACuDgAAEgoAABAAAAAmAAAACAAAAP//////////"/>
              </a:ext>
            </a:extLst>
          </p:cNvSpPr>
          <p:nvPr/>
        </p:nvSpPr>
        <p:spPr>
          <a:xfrm>
            <a:off x="2256155" y="1506855"/>
            <a:ext cx="130175" cy="130175"/>
          </a:xfrm>
          <a:prstGeom prst="ellipse">
            <a:avLst/>
          </a:prstGeom>
          <a:solidFill>
            <a:schemeClr val="accent1"/>
          </a:solidFill>
          <a:ln w="25400" cap="flat" cmpd="sng" algn="ctr">
            <a:solidFill>
              <a:srgbClr val="3B608C"/>
            </a:solidFill>
            <a:prstDash val="solid"/>
            <a:headEnd type="none"/>
            <a:tailEnd type="none"/>
          </a:ln>
          <a:effectLst/>
        </p:spPr>
        <p:txBody>
          <a:bodyPr vert="horz" wrap="square" lIns="0" tIns="0" rIns="0" bIns="0" numCol="1" spcCol="215900" anchor="ctr"/>
          <a:lstStyle/>
          <a:p>
            <a:pPr algn="ctr">
              <a:defRPr cap="none">
                <a:solidFill>
                  <a:srgbClr val="FFFFFF"/>
                </a:solidFill>
              </a:defRPr>
            </a:pPr>
            <a:r>
              <a:rPr lang="en-us" sz="800" cap="none"/>
              <a:t>1</a:t>
            </a:r>
            <a:endParaRPr lang="en-us" sz="800" cap="none"/>
          </a:p>
        </p:txBody>
      </p:sp>
      <p:sp>
        <p:nvSpPr>
          <p:cNvPr id="36" name="Oval 60"/>
          <p:cNvSpPr>
            <a:extLst>
              <a:ext uri="smNativeData">
                <pr:smNativeData xmlns:pr="smNativeData" xmlns="smNativeData" val="SMDATA_15_VcZhaRMAAAAlAAAAZgAAAA0AAAAAAAAAAAAAAAAAAAAAAAAAAAAAAAABAAAAAAAAAAEAAABQAAAAAAAAAAAA8D8AAAAAAADwPwAAAAAAAOA/AAAAAAAA4D8AAAAAAADgPwAAAAAAAOA/AAAAAAAA4D8AAAAAAADgPwAAAAAAAOA/AAAAAAAA4D8CAAAAjAAAAAEAAAAAAAAAT4G9DP///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CmQ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DtgjAB/f38AH0l9A8zMzADAwP8Af39/AAAAAAAAAAAAAAAAAAAAAAAAAAAAIQAAABgAAAAUAAAAjggAAA0RAABbCQAA3REAABAAAAAmAAAACAAAAP//////////"/>
              </a:ext>
            </a:extLst>
          </p:cNvSpPr>
          <p:nvPr/>
        </p:nvSpPr>
        <p:spPr>
          <a:xfrm>
            <a:off x="1390650" y="2771775"/>
            <a:ext cx="130175" cy="132080"/>
          </a:xfrm>
          <a:prstGeom prst="ellipse">
            <a:avLst/>
          </a:prstGeom>
          <a:solidFill>
            <a:schemeClr val="accent1"/>
          </a:solidFill>
          <a:ln w="25400" cap="flat" cmpd="sng" algn="ctr">
            <a:solidFill>
              <a:srgbClr val="3B608C"/>
            </a:solidFill>
            <a:prstDash val="solid"/>
            <a:headEnd type="none"/>
            <a:tailEnd type="none"/>
          </a:ln>
          <a:effectLst/>
        </p:spPr>
        <p:txBody>
          <a:bodyPr vert="horz" wrap="square" lIns="0" tIns="0" rIns="0" bIns="0" numCol="1" spcCol="215900" anchor="ctr"/>
          <a:lstStyle/>
          <a:p>
            <a:pPr algn="ctr">
              <a:defRPr cap="none">
                <a:solidFill>
                  <a:srgbClr val="FFFFFF"/>
                </a:solidFill>
              </a:defRPr>
            </a:pPr>
            <a:r>
              <a:rPr lang="en-us" sz="800" cap="none"/>
              <a:t>2</a:t>
            </a:r>
            <a:endParaRPr lang="en-us" sz="800" cap="none"/>
          </a:p>
        </p:txBody>
      </p:sp>
      <p:sp>
        <p:nvSpPr>
          <p:cNvPr id="37" name="Oval 61"/>
          <p:cNvSpPr>
            <a:extLst>
              <a:ext uri="smNativeData">
                <pr:smNativeData xmlns:pr="smNativeData" xmlns="smNativeData" val="SMDATA_15_VcZhaRMAAAAlAAAAZgAAAA0AAAAAAAAAAAAAAAAAAAAAAAAAAAAAAAABAAAAAAAAAAEAAABQAAAAAAAAAAAA8D8AAAAAAADwPwAAAAAAAOA/AAAAAAAA4D8AAAAAAADgPwAAAAAAAOA/AAAAAAAA4D8AAAAAAADgPwAAAAAAAOA/AAAAAAAA4D8CAAAAjAAAAAEAAAAAAAAAT4G9DP///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DLC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DtgjAB/f38AH0l9A8zMzADAwP8Af39/AAAAAAAAAAAAAAAAAAAAAAAAAAAAIQAAABgAAAAUAAAA1gsAAKcXAACmDAAAdBgAABAAAAAmAAAACAAAAP//////////"/>
              </a:ext>
            </a:extLst>
          </p:cNvSpPr>
          <p:nvPr/>
        </p:nvSpPr>
        <p:spPr>
          <a:xfrm>
            <a:off x="1924050" y="3844925"/>
            <a:ext cx="132080" cy="130175"/>
          </a:xfrm>
          <a:prstGeom prst="ellipse">
            <a:avLst/>
          </a:prstGeom>
          <a:solidFill>
            <a:schemeClr val="accent1"/>
          </a:solidFill>
          <a:ln w="25400" cap="flat" cmpd="sng" algn="ctr">
            <a:solidFill>
              <a:srgbClr val="3B608C"/>
            </a:solidFill>
            <a:prstDash val="solid"/>
            <a:headEnd type="none"/>
            <a:tailEnd type="none"/>
          </a:ln>
          <a:effectLst/>
        </p:spPr>
        <p:txBody>
          <a:bodyPr vert="horz" wrap="square" lIns="0" tIns="0" rIns="0" bIns="0" numCol="1" spcCol="215900" anchor="ctr"/>
          <a:lstStyle/>
          <a:p>
            <a:pPr algn="ctr">
              <a:defRPr cap="none">
                <a:solidFill>
                  <a:srgbClr val="FFFFFF"/>
                </a:solidFill>
              </a:defRPr>
            </a:pPr>
            <a:r>
              <a:rPr lang="en-us" sz="800" cap="none"/>
              <a:t>3</a:t>
            </a:r>
            <a:endParaRPr lang="en-us" sz="800" cap="none"/>
          </a:p>
        </p:txBody>
      </p:sp>
      <p:sp>
        <p:nvSpPr>
          <p:cNvPr id="38" name="TextBox 67"/>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EFU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7RUAAKgWAADpNwAArB8AABAgAAAmAAAACAAAAP//////////"/>
              </a:ext>
            </a:extLst>
          </p:cNvSpPr>
          <p:nvPr/>
        </p:nvSpPr>
        <p:spPr>
          <a:xfrm>
            <a:off x="3564255" y="3683000"/>
            <a:ext cx="5524500" cy="1465580"/>
          </a:xfrm>
          <a:prstGeom prst="rect">
            <a:avLst/>
          </a:prstGeom>
          <a:noFill/>
          <a:ln>
            <a:noFill/>
          </a:ln>
          <a:effectLst/>
        </p:spPr>
        <p:txBody>
          <a:bodyPr vert="horz" wrap="square" lIns="91440" tIns="45720" rIns="91440" bIns="45720" numCol="1" spcCol="215900" anchor="t"/>
          <a:lstStyle>
            <a:lvl1pPr marL="342900" indent="-342900">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800" cap="none"/>
              <a:t>0.	current_node=S, successors (</a:t>
            </a:r>
            <a:r>
              <a:rPr lang="en-us" sz="1800" b="1" cap="none"/>
              <a:t>A=1</a:t>
            </a:r>
            <a:r>
              <a:rPr lang="en-us" sz="1800" cap="none"/>
              <a:t>,B=1)</a:t>
            </a:r>
            <a:endParaRPr lang="en-us" sz="1800" cap="none"/>
          </a:p>
          <a:p>
            <a:pPr>
              <a:buFont typeface="Calibri" pitchFamily="2" charset="0"/>
              <a:buAutoNum type="arabicPeriod"/>
            </a:pPr>
            <a:r>
              <a:rPr lang="en-us" sz="1800" cap="none"/>
              <a:t>current_node=A, successors (B=2,F=2,S=2)</a:t>
            </a:r>
            <a:endParaRPr lang="en-us" sz="1800" cap="none"/>
          </a:p>
          <a:p>
            <a:pPr>
              <a:buFont typeface="Calibri" pitchFamily="2" charset="0"/>
              <a:buAutoNum type="arabicPeriod"/>
            </a:pPr>
            <a:r>
              <a:rPr lang="en-us" sz="1800" cap="none"/>
              <a:t>current_node=B, successors (F=1,….)</a:t>
            </a:r>
            <a:endParaRPr lang="en-us" sz="1800" cap="none"/>
          </a:p>
          <a:p>
            <a:pPr>
              <a:buFont typeface="Calibri" pitchFamily="2" charset="0"/>
              <a:buAutoNum type="arabicPeriod"/>
            </a:pPr>
            <a:r>
              <a:rPr lang="en-us" sz="1800" cap="none"/>
              <a:t>current_node=F: Goal Found!</a:t>
            </a:r>
            <a:endParaRPr lang="en-us" sz="1800" cap="none"/>
          </a:p>
          <a:p>
            <a:pPr/>
            <a:endParaRPr lang="en-us" sz="1800" cap="none"/>
          </a:p>
        </p:txBody>
      </p:sp>
      <p:sp>
        <p:nvSpPr>
          <p:cNvPr id="39" name="Rectangle 69"/>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C1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SAAABATAADlIgAAaBUAABAAAAAmAAAACAAAAP//////////"/>
              </a:ext>
            </a:extLst>
          </p:cNvSpPr>
          <p:nvPr/>
        </p:nvSpPr>
        <p:spPr>
          <a:xfrm>
            <a:off x="5291455" y="30988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40" name="Rectangle 7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F4A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ISgAAPwSAAB5KgAAVBUAABAAAAAmAAAACAAAAP//////////"/>
              </a:ext>
            </a:extLst>
          </p:cNvSpPr>
          <p:nvPr/>
        </p:nvSpPr>
        <p:spPr>
          <a:xfrm>
            <a:off x="6523355" y="30861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C</a:t>
            </a:r>
            <a:endParaRPr lang="en-us" sz="1800" cap="none">
              <a:latin typeface="Calibri" pitchFamily="2" charset="0"/>
              <a:ea typeface="Arial" pitchFamily="1" charset="0"/>
              <a:cs typeface="Arial" pitchFamily="1" charset="0"/>
            </a:endParaRPr>
          </a:p>
        </p:txBody>
      </p:sp>
      <p:sp>
        <p:nvSpPr>
          <p:cNvPr id="41" name="Rectangle 72"/>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Gvl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H0l9A8zMzADAwP8Af39/AAAAAAAAAAAAAAAAAAAAAAAAAAAAIQAAABgAAAAUAAAA2S4AABATAAAxMQAAaBUAABAAAAAmAAAACAAAAP//////////"/>
              </a:ext>
            </a:extLst>
          </p:cNvSpPr>
          <p:nvPr/>
        </p:nvSpPr>
        <p:spPr>
          <a:xfrm>
            <a:off x="7615555" y="3098800"/>
            <a:ext cx="381000" cy="381000"/>
          </a:xfrm>
          <a:prstGeom prst="rect">
            <a:avLst/>
          </a:prstGeom>
          <a:solidFill>
            <a:schemeClr val="bg1"/>
          </a:solid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D</a:t>
            </a:r>
            <a:endParaRPr lang="en-us" sz="1800" cap="none">
              <a:latin typeface="Calibri" pitchFamily="2" charset="0"/>
              <a:ea typeface="Arial" pitchFamily="1" charset="0"/>
              <a:cs typeface="Arial" pitchFamily="1" charset="0"/>
            </a:endParaRPr>
          </a:p>
        </p:txBody>
      </p:sp>
      <p:grpSp>
        <p:nvGrpSpPr>
          <p:cNvPr id="42" name="Group 16"/>
          <p:cNvGrpSpPr>
            <a:extLst>
              <a:ext uri="smNativeData">
                <pr:smNativeData xmlns:pr="smNativeData" xmlns="smNativeData" val="SMDATA_6_VcZhaRMAAAAlAAAAAQAAAA8BAAAAkAAAAEgAAACQAAAASAAAAAAAAAAAAAAAAAAAABcAAAAUAAAAAAAAAAAAAAD/fwAA/38AAAAAAAAJAAAABAAAAMACAAAfAAAAVAAAAAAAAAAAAAAAAAAAAAAAAAAAAAAAAAAAAAAAAAAAAAAAAAAAAAAAAAAAAAAAAAAAAAAAAAAAAAAAAAAAAAAAAAAAAAAAAAAAAAAAAAAAAAAAAAAAACEAAAAYAAAAFAAAAMcYAADUEgAAPRsAAKQVAAAQAAAAJgAAAAgAAAD/////AAAAAA=="/>
              </a:ext>
            </a:extLst>
          </p:cNvGrpSpPr>
          <p:nvPr/>
        </p:nvGrpSpPr>
        <p:grpSpPr>
          <a:xfrm>
            <a:off x="4027805" y="3060700"/>
            <a:ext cx="400050" cy="457200"/>
            <a:chOff x="4027805" y="3060700"/>
            <a:chExt cx="400050" cy="457200"/>
          </a:xfrm>
        </p:grpSpPr>
        <p:sp>
          <p:nvSpPr>
            <p:cNvPr id="44" name="Oval 7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RkAAA4TAAASGwAAZhUAAAAAAAAmAAAACAAAAP//////////"/>
                </a:ext>
              </a:extLst>
            </p:cNvSpPr>
            <p:nvPr/>
          </p:nvSpPr>
          <p:spPr>
            <a:xfrm>
              <a:off x="4067175" y="309753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43" name="Oval 7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EDk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xgAANQSAAA9GwAApBUAAAAAAAAmAAAACAAAAP//////////"/>
                </a:ext>
              </a:extLst>
            </p:cNvSpPr>
            <p:nvPr/>
          </p:nvSpPr>
          <p:spPr>
            <a:xfrm>
              <a:off x="4027805" y="306070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45" name="TextBox 4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I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A8AAP0KAADoEgAADw0AABAgAAAmAAAACAAAAP//////////"/>
              </a:ext>
            </a:extLst>
          </p:cNvSpPr>
          <p:nvPr/>
        </p:nvSpPr>
        <p:spPr>
          <a:xfrm>
            <a:off x="2545080" y="1786255"/>
            <a:ext cx="528320"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h=1</a:t>
            </a:r>
            <a:endParaRPr lang="en-us" sz="1600" cap="none"/>
          </a:p>
        </p:txBody>
      </p:sp>
      <p:sp>
        <p:nvSpPr>
          <p:cNvPr id="46" name="TextBox 50"/>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XYCb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BsAACALAACtHgAAMg0AABAgAAAmAAAACAAAAP//////////"/>
              </a:ext>
            </a:extLst>
          </p:cNvSpPr>
          <p:nvPr/>
        </p:nvSpPr>
        <p:spPr>
          <a:xfrm>
            <a:off x="4457700" y="180848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h=1</a:t>
            </a:r>
            <a:endParaRPr lang="en-us" sz="1600" cap="none"/>
          </a:p>
        </p:txBody>
      </p:sp>
      <p:sp>
        <p:nvSpPr>
          <p:cNvPr id="47" name="TextBox 5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QAb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BsAAMgPAABJHgAA2hEAABAgAAAmAAAACAAAAP//////////"/>
              </a:ext>
            </a:extLst>
          </p:cNvSpPr>
          <p:nvPr/>
        </p:nvSpPr>
        <p:spPr>
          <a:xfrm>
            <a:off x="4394200" y="256540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48" name="TextBox 52"/>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xLUy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ycAAOAQAADYKgAA8hIAABAgAAAmAAAACAAAAP//////////"/>
              </a:ext>
            </a:extLst>
          </p:cNvSpPr>
          <p:nvPr/>
        </p:nvSpPr>
        <p:spPr>
          <a:xfrm>
            <a:off x="6435725" y="274320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49" name="TextBox 53"/>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LJQLx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9CIAAPcQAAA0JgAACRMAABAgAAAmAAAACAAAAP//////////"/>
              </a:ext>
            </a:extLst>
          </p:cNvSpPr>
          <p:nvPr/>
        </p:nvSpPr>
        <p:spPr>
          <a:xfrm>
            <a:off x="5681980" y="2757805"/>
            <a:ext cx="528320"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50" name="TextBox 5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kfQQ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i0AANsQAACbMAAA7RIAABAgAAAmAAAACAAAAP//////////"/>
              </a:ext>
            </a:extLst>
          </p:cNvSpPr>
          <p:nvPr/>
        </p:nvSpPr>
        <p:spPr>
          <a:xfrm>
            <a:off x="7372350" y="2740025"/>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51" name="TextBox 5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MCzJR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dQ0AACgPAAC2EAAAOhEAABAgAAAmAAAACAAAAP//////////"/>
              </a:ext>
            </a:extLst>
          </p:cNvSpPr>
          <p:nvPr/>
        </p:nvSpPr>
        <p:spPr>
          <a:xfrm>
            <a:off x="2187575" y="246380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52" name="TextBox 5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DgsAABwRAABPDgAALhMAABAgAAAmAAAACAAAAP//////////"/>
              </a:ext>
            </a:extLst>
          </p:cNvSpPr>
          <p:nvPr/>
        </p:nvSpPr>
        <p:spPr>
          <a:xfrm>
            <a:off x="1797050" y="278130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53" name="TextBox 6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fQMAABIRAAC9BgAAJBMAABAgAAAmAAAACAAAAP//////////"/>
              </a:ext>
            </a:extLst>
          </p:cNvSpPr>
          <p:nvPr/>
        </p:nvSpPr>
        <p:spPr>
          <a:xfrm>
            <a:off x="567055" y="2774950"/>
            <a:ext cx="528320"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h=3</a:t>
            </a:r>
            <a:endParaRPr lang="en-us" sz="1600" cap="none"/>
          </a:p>
        </p:txBody>
      </p:sp>
      <p:sp>
        <p:nvSpPr>
          <p:cNvPr id="54" name="Text Box 5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L4F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gEAALYkAABAOAAA9yYAABAgAAAmAAAACAAAAP//////////"/>
              </a:ext>
            </a:extLst>
          </p:cNvSpPr>
          <p:nvPr/>
        </p:nvSpPr>
        <p:spPr>
          <a:xfrm>
            <a:off x="273050" y="5967730"/>
            <a:ext cx="8870950" cy="36639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it-it" sz="1800" cap="none"/>
              <a:t>In this case we estimate the cost as the distance from the root node (in term of nodes)</a:t>
            </a:r>
            <a:endParaRPr lang="it-it" sz="1800" cap="none"/>
          </a:p>
        </p:txBody>
      </p:sp>
      <p:sp>
        <p:nvSpPr>
          <p:cNvPr id="55" name="TextBox 5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oF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QwAAKYWAAACEAAAuBgAABAgAAAmAAAACAAAAP//////////"/>
              </a:ext>
            </a:extLst>
          </p:cNvSpPr>
          <p:nvPr/>
        </p:nvSpPr>
        <p:spPr>
          <a:xfrm>
            <a:off x="2073275" y="368173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h=1</a:t>
            </a:r>
            <a:endParaRPr lang="en-us" sz="1600" cap="none"/>
          </a:p>
        </p:txBody>
      </p:sp>
      <p:sp>
        <p:nvSpPr>
          <p:cNvPr id="56" name="Straight Connector 6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AaJAAeAAAAAQAAABQAAAAUAAAAFAAAAAE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wT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AaJAB/f38AH0l9A8zMzADAwP8Af39/AAAAAAAAAAAAAAAAAAAAAAAAAAAAIQAAABgAAAAUAAAA/AsAAP4VAACgDQAAtxkAABAAAAAmAAAACAAAAP//////////"/>
              </a:ext>
            </a:extLst>
          </p:cNvSpPr>
          <p:nvPr/>
        </p:nvSpPr>
        <p:spPr>
          <a:xfrm>
            <a:off x="1948180" y="3575050"/>
            <a:ext cx="266700" cy="605155"/>
          </a:xfrm>
          <a:prstGeom prst="line">
            <a:avLst/>
          </a:prstGeom>
          <a:noFill/>
          <a:ln w="19050" cap="flat" cmpd="sng" algn="ctr">
            <a:solidFill>
              <a:srgbClr val="901A24"/>
            </a:solidFill>
            <a:prstDash val="solid"/>
            <a:headEnd type="none"/>
            <a:tailEnd type="triangle" w="med" len="med"/>
          </a:ln>
          <a:effectLst/>
        </p:spPr>
      </p:sp>
    </p:spTree>
  </p:cSld>
  <p:clrMapOvr>
    <a:masterClrMapping/>
  </p:clrMapOvr>
  <p:timing>
    <p:tnLst>
      <p:par>
        <p:cTn id="1" dur="indefinite" restart="never" nodeType="tmRoot"/>
      </p:par>
    </p:tnLst>
  </p:timing>
</p:sld>
</file>

<file path=ppt/slides/slide6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gb" sz="3200" cap="none"/>
              <a:t>Hill Climbing: Example</a:t>
            </a:r>
            <a:endParaRPr lang="en-us" sz="3200" cap="none"/>
          </a:p>
        </p:txBody>
      </p:sp>
      <p:sp>
        <p:nvSpPr>
          <p:cNvPr id="3" name="Slide Number Placeholder 3"/>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yCgAAMgoAADoNQAAMCoAABAAAAAmAAAACAAAAP//////////"/>
              </a:ext>
            </a:extLst>
          </p:cNvSpPr>
          <p:nvPr/>
        </p:nvSpPr>
        <p:spPr>
          <a:xfrm>
            <a:off x="6629400" y="6629400"/>
            <a:ext cx="2133600" cy="228600"/>
          </a:xfrm>
          <a:prstGeom prst="rect">
            <a:avLst/>
          </a:prstGeom>
          <a:noFill/>
          <a:ln>
            <a:noFill/>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2531BEE0-AEC8-6448-8689-581DF0C7700D}" type="slidenum">
              <a:rPr lang="en-us" sz="700" b="1" cap="none">
                <a:solidFill>
                  <a:schemeClr val="bg1"/>
                </a:solidFill>
              </a:rPr>
              <a:t>69</a:t>
            </a:fld>
            <a:endParaRPr lang="en-us" sz="700" b="1" cap="none">
              <a:solidFill>
                <a:schemeClr val="bg1"/>
              </a:solidFill>
            </a:endParaRPr>
          </a:p>
        </p:txBody>
      </p:sp>
      <p:grpSp>
        <p:nvGrpSpPr>
          <p:cNvPr id="4" name="Group 4"/>
          <p:cNvGrpSpPr>
            <a:extLst>
              <a:ext uri="smNativeData">
                <pr:smNativeData xmlns:pr="smNativeData" xmlns="smNativeData" val="SMDATA_6_VcZhaRMAAAAlAAAAAQAAAA8BAAAAkAAAAEgAAACQAAAASAAAAAAAAAAAAAAAAAAAABcAAAAUAAAAAAAAAAAAAAD/fwAA/38AAAAAAAAJAAAABAAAABIDAAAfAAAAVAAAAAAAAAAAAAAAAAAAAAAAAAAAAAAAAAAAAAAAAAAAAAAAAAAAAAAAAAAAAAAAAAAAAAAAAAAAAAAAAAAAAAAAAAAAAAAAAAAAAAAAAAAAAAAAAAAAACEAAAAYAAAAFAAAAJ0VAAC/BwAAExgAAI8KAAAQAAAAJgAAAAgAAAD/////AAAAAA=="/>
              </a:ext>
            </a:extLst>
          </p:cNvGrpSpPr>
          <p:nvPr/>
        </p:nvGrpSpPr>
        <p:grpSpPr>
          <a:xfrm>
            <a:off x="3513455" y="1259205"/>
            <a:ext cx="400050" cy="457200"/>
            <a:chOff x="3513455" y="1259205"/>
            <a:chExt cx="400050" cy="457200"/>
          </a:xfrm>
        </p:grpSpPr>
        <p:sp>
          <p:nvSpPr>
            <p:cNvPr id="6" name="Oval 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JsD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2xUAAPgHAADoFwAAUAoAAAAAAAAmAAAACAAAAP//////////"/>
                </a:ext>
              </a:extLst>
            </p:cNvSpPr>
            <p:nvPr/>
          </p:nvSpPr>
          <p:spPr>
            <a:xfrm>
              <a:off x="3552825" y="12954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5" name="Oval 6"/>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kfQQ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nRUAAL8HAAATGAAAjwoAAAAAAAAmAAAACAAAAP//////////"/>
                </a:ext>
              </a:extLst>
            </p:cNvSpPr>
            <p:nvPr/>
          </p:nvSpPr>
          <p:spPr>
            <a:xfrm>
              <a:off x="3513455" y="1259205"/>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7" name="Oval 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gLUB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fQgAACANAACKCgAAeA8AABAAAAAmAAAACAAAAP//////////"/>
              </a:ext>
            </a:extLst>
          </p:cNvSpPr>
          <p:nvPr/>
        </p:nvSpPr>
        <p:spPr>
          <a:xfrm>
            <a:off x="1379855" y="21336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8" name="Oval 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MAAJgNAAAFJgAA8A8AABAAAAAmAAAACAAAAP//////////"/>
              </a:ext>
            </a:extLst>
          </p:cNvSpPr>
          <p:nvPr/>
        </p:nvSpPr>
        <p:spPr>
          <a:xfrm>
            <a:off x="5847080" y="22098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B</a:t>
            </a:r>
            <a:endParaRPr lang="en-us" sz="1800" cap="none">
              <a:latin typeface="Calibri" pitchFamily="2" charset="0"/>
              <a:ea typeface="Arial" pitchFamily="1" charset="0"/>
              <a:cs typeface="Arial" pitchFamily="1" charset="0"/>
            </a:endParaRPr>
          </a:p>
        </p:txBody>
      </p:sp>
      <p:sp>
        <p:nvSpPr>
          <p:cNvPr id="9" name="Rectangle 9"/>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w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QUAAPwSAAAFCAAAVBUAABAAAAAmAAAACAAAAP//////////"/>
              </a:ext>
            </a:extLst>
          </p:cNvSpPr>
          <p:nvPr/>
        </p:nvSpPr>
        <p:spPr>
          <a:xfrm>
            <a:off x="922655" y="30861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10" name="Oval 10"/>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MAA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1QoAAPwSAADiDAAAVBUAABAAAAAmAAAACAAAAP//////////"/>
              </a:ext>
            </a:extLst>
          </p:cNvSpPr>
          <p:nvPr/>
        </p:nvSpPr>
        <p:spPr>
          <a:xfrm>
            <a:off x="1760855" y="30861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B</a:t>
            </a:r>
            <a:endParaRPr lang="en-us" sz="1800" cap="none">
              <a:latin typeface="Calibri" pitchFamily="2" charset="0"/>
              <a:ea typeface="Arial" pitchFamily="1" charset="0"/>
              <a:cs typeface="Arial" pitchFamily="1" charset="0"/>
            </a:endParaRPr>
          </a:p>
        </p:txBody>
      </p:sp>
      <p:sp>
        <p:nvSpPr>
          <p:cNvPr id="11" name="Rectangle 1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MAL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RQQAAIwZAACdBgAA5BsAABAAAAAmAAAACAAAAP//////////"/>
              </a:ext>
            </a:extLst>
          </p:cNvSpPr>
          <p:nvPr/>
        </p:nvSpPr>
        <p:spPr>
          <a:xfrm>
            <a:off x="694055" y="41529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S</a:t>
            </a:r>
            <a:endParaRPr lang="en-us" sz="1800" cap="none">
              <a:latin typeface="Calibri" pitchFamily="2" charset="0"/>
              <a:ea typeface="Arial" pitchFamily="1" charset="0"/>
              <a:cs typeface="Arial" pitchFamily="1" charset="0"/>
            </a:endParaRPr>
          </a:p>
        </p:txBody>
      </p:sp>
      <p:sp>
        <p:nvSpPr>
          <p:cNvPr id="12" name="Rectangle 12"/>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MCT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vggAAIwZAAAWCwAA5BsAABAAAAAmAAAACAAAAP//////////"/>
              </a:ext>
            </a:extLst>
          </p:cNvSpPr>
          <p:nvPr/>
        </p:nvSpPr>
        <p:spPr>
          <a:xfrm>
            <a:off x="1421130" y="41529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13" name="Oval 1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cBD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ZREAAIwZAAByEwAA5BsAABAAAAAmAAAACAAAAP//////////"/>
              </a:ext>
            </a:extLst>
          </p:cNvSpPr>
          <p:nvPr/>
        </p:nvSpPr>
        <p:spPr>
          <a:xfrm>
            <a:off x="2827655" y="415290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D</a:t>
            </a:r>
            <a:endParaRPr lang="en-us" sz="1800" cap="none">
              <a:latin typeface="Calibri" pitchFamily="2" charset="0"/>
              <a:ea typeface="Arial" pitchFamily="1" charset="0"/>
              <a:cs typeface="Arial" pitchFamily="1" charset="0"/>
            </a:endParaRPr>
          </a:p>
        </p:txBody>
      </p:sp>
      <p:grpSp>
        <p:nvGrpSpPr>
          <p:cNvPr id="14" name="Group 16"/>
          <p:cNvGrpSpPr>
            <a:extLst>
              <a:ext uri="smNativeData">
                <pr:smNativeData xmlns:pr="smNativeData" xmlns="smNativeData" val="SMDATA_6_VcZhaRMAAAAlAAAAAQAAAA8BAAAAkAAAAEgAAACQAAAASAAAAAAAAAAAAAAAAAAAABcAAAAUAAAAAAAAAAAAAAD/fwAA/38AAAAAAAAJAAAABAAAABBCSAcfAAAAVAAAAAAAAAAAAAAAAAAAAAAAAAAAAAAAAAAAAAAAAAAAAAAAAAAAAAAAAAAAAAAAAAAAAAAAAAAAAAAAAAAAAAAAAAAAAAAAAAAAAAAAAAAAAAAAAAAAACEAAAAYAAAAFAAAAB4NAABsGQAAlA8AADwcAAAQAAAAJgAAAAgAAAD/////AAAAAA=="/>
              </a:ext>
            </a:extLst>
          </p:cNvGrpSpPr>
          <p:nvPr/>
        </p:nvGrpSpPr>
        <p:grpSpPr>
          <a:xfrm>
            <a:off x="2132330" y="4132580"/>
            <a:ext cx="400050" cy="457200"/>
            <a:chOff x="2132330" y="4132580"/>
            <a:chExt cx="400050" cy="457200"/>
          </a:xfrm>
        </p:grpSpPr>
        <p:sp>
          <p:nvSpPr>
            <p:cNvPr id="16" name="Oval 17"/>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A0AAKUZAABpDwAA/RsAAAAAAAAmAAAACAAAAP//////////"/>
                </a:ext>
              </a:extLst>
            </p:cNvSpPr>
            <p:nvPr/>
          </p:nvSpPr>
          <p:spPr>
            <a:xfrm>
              <a:off x="2171700" y="4168775"/>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15" name="Oval 18"/>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cBR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Hg0AAGwZAACUDwAAPBwAAAAAAAAmAAAACAAAAP//////////"/>
                </a:ext>
              </a:extLst>
            </p:cNvSpPr>
            <p:nvPr/>
          </p:nvSpPr>
          <p:spPr>
            <a:xfrm>
              <a:off x="2132330" y="413258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17" name="Straight Connector 32"/>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PAoAACcJAACdFQAAeA0AABAAAAAmAAAACAAAAP//////////"/>
              </a:ext>
            </a:extLst>
          </p:cNvSpPr>
          <p:nvPr/>
        </p:nvSpPr>
        <p:spPr>
          <a:xfrm rot="10800000" flipV="1">
            <a:off x="1663700" y="1487805"/>
            <a:ext cx="1849755" cy="701675"/>
          </a:xfrm>
          <a:prstGeom prst="line">
            <a:avLst/>
          </a:prstGeom>
          <a:noFill/>
          <a:ln w="9525" cap="flat" cmpd="sng" algn="ctr">
            <a:solidFill>
              <a:schemeClr val="tx1"/>
            </a:solidFill>
            <a:prstDash val="solid"/>
            <a:headEnd type="none"/>
            <a:tailEnd type="none"/>
          </a:ln>
          <a:effectLst/>
        </p:spPr>
      </p:sp>
      <p:sp>
        <p:nvSpPr>
          <p:cNvPr id="18" name="Straight Connector 33"/>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IHhV0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2QYAACEPAADKCAAA/BIAABAAAAAmAAAACAAAAP//////////"/>
              </a:ext>
            </a:extLst>
          </p:cNvSpPr>
          <p:nvPr/>
        </p:nvSpPr>
        <p:spPr>
          <a:xfrm rot="5400000">
            <a:off x="957580" y="2614930"/>
            <a:ext cx="626745" cy="315595"/>
          </a:xfrm>
          <a:prstGeom prst="line">
            <a:avLst/>
          </a:prstGeom>
          <a:noFill/>
          <a:ln w="9525" cap="flat" cmpd="sng" algn="ctr">
            <a:solidFill>
              <a:schemeClr val="tx1"/>
            </a:solidFill>
            <a:prstDash val="solid"/>
            <a:headEnd type="none"/>
            <a:tailEnd type="none"/>
          </a:ln>
          <a:effectLst/>
        </p:spPr>
      </p:sp>
      <p:sp>
        <p:nvSpPr>
          <p:cNvPr id="19" name="Straight Connector 3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P9XW/g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PAoAACEPAADbCwAA/BIAABAAAAAmAAAACAAAAP//////////"/>
              </a:ext>
            </a:extLst>
          </p:cNvSpPr>
          <p:nvPr/>
        </p:nvSpPr>
        <p:spPr>
          <a:xfrm rot="16200000" flipH="1">
            <a:off x="1482090" y="2640965"/>
            <a:ext cx="626745" cy="263525"/>
          </a:xfrm>
          <a:prstGeom prst="line">
            <a:avLst/>
          </a:prstGeom>
          <a:noFill/>
          <a:ln w="9525" cap="flat" cmpd="sng" algn="ctr">
            <a:solidFill>
              <a:schemeClr val="tx1"/>
            </a:solidFill>
            <a:prstDash val="solid"/>
            <a:headEnd type="none"/>
            <a:tailEnd type="none"/>
          </a:ln>
          <a:effectLst/>
        </p:spPr>
      </p:sp>
      <p:sp>
        <p:nvSpPr>
          <p:cNvPr id="20" name="Straight Connector 35"/>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uAs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cQUAAP0UAAAiCwAAjBkAABAAAAAmAAAACAAAAP//////////"/>
              </a:ext>
            </a:extLst>
          </p:cNvSpPr>
          <p:nvPr/>
        </p:nvSpPr>
        <p:spPr>
          <a:xfrm rot="5400000">
            <a:off x="976630" y="3319780"/>
            <a:ext cx="741045" cy="925195"/>
          </a:xfrm>
          <a:prstGeom prst="line">
            <a:avLst/>
          </a:prstGeom>
          <a:noFill/>
          <a:ln w="9525" cap="flat" cmpd="sng" algn="ctr">
            <a:solidFill>
              <a:schemeClr val="tx1"/>
            </a:solidFill>
            <a:prstDash val="solid"/>
            <a:headEnd type="none"/>
            <a:tailEnd type="none"/>
          </a:ln>
          <a:effectLst/>
        </p:spPr>
      </p:sp>
      <p:sp>
        <p:nvSpPr>
          <p:cNvPr id="21" name="Straight Connector 3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NzNpU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6gkAAFQVAADbCwAAjBkAABAAAAAmAAAACAAAAP//////////"/>
              </a:ext>
            </a:extLst>
          </p:cNvSpPr>
          <p:nvPr/>
        </p:nvSpPr>
        <p:spPr>
          <a:xfrm rot="5400000">
            <a:off x="1426845" y="3651885"/>
            <a:ext cx="685800" cy="315595"/>
          </a:xfrm>
          <a:prstGeom prst="line">
            <a:avLst/>
          </a:prstGeom>
          <a:noFill/>
          <a:ln w="9525" cap="flat" cmpd="sng" algn="ctr">
            <a:solidFill>
              <a:schemeClr val="tx1"/>
            </a:solidFill>
            <a:prstDash val="solid"/>
            <a:headEnd type="none"/>
            <a:tailEnd type="none"/>
          </a:ln>
          <a:effectLst/>
        </p:spPr>
      </p:sp>
      <p:sp>
        <p:nvSpPr>
          <p:cNvPr id="22" name="Straight Connector 37"/>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Vlm4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2wsAAFQVAAA9DgAAjBkAABAAAAAmAAAACAAAAP//////////"/>
              </a:ext>
            </a:extLst>
          </p:cNvSpPr>
          <p:nvPr/>
        </p:nvSpPr>
        <p:spPr>
          <a:xfrm rot="16200000" flipH="1">
            <a:off x="1778000" y="3616325"/>
            <a:ext cx="685800" cy="387350"/>
          </a:xfrm>
          <a:prstGeom prst="line">
            <a:avLst/>
          </a:prstGeom>
          <a:noFill/>
          <a:ln w="9525" cap="flat" cmpd="sng" algn="ctr">
            <a:solidFill>
              <a:schemeClr val="tx1"/>
            </a:solidFill>
            <a:prstDash val="solid"/>
            <a:headEnd type="none"/>
            <a:tailEnd type="none"/>
          </a:ln>
          <a:effectLst/>
        </p:spPr>
      </p:sp>
      <p:sp>
        <p:nvSpPr>
          <p:cNvPr id="23" name="Straight Connector 38"/>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rt1u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lAwAAPwUAABrEgAAjBkAABAAAAAmAAAACAAAAP//////////"/>
              </a:ext>
            </a:extLst>
          </p:cNvSpPr>
          <p:nvPr/>
        </p:nvSpPr>
        <p:spPr>
          <a:xfrm rot="16200000" flipH="1">
            <a:off x="2148205" y="3307715"/>
            <a:ext cx="741680" cy="949325"/>
          </a:xfrm>
          <a:prstGeom prst="line">
            <a:avLst/>
          </a:prstGeom>
          <a:noFill/>
          <a:ln w="9525" cap="flat" cmpd="sng" algn="ctr">
            <a:solidFill>
              <a:schemeClr val="tx1"/>
            </a:solidFill>
            <a:prstDash val="solid"/>
            <a:headEnd type="none"/>
            <a:tailEnd type="none"/>
          </a:ln>
          <a:effectLst/>
        </p:spPr>
      </p:sp>
      <p:sp>
        <p:nvSpPr>
          <p:cNvPr id="24" name="Straight Connector 41"/>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OGYr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ExgAACcJAABFJAAA8A0AABAAAAAmAAAACAAAAP//////////"/>
              </a:ext>
            </a:extLst>
          </p:cNvSpPr>
          <p:nvPr/>
        </p:nvSpPr>
        <p:spPr>
          <a:xfrm>
            <a:off x="3913505" y="1487805"/>
            <a:ext cx="1982470" cy="777875"/>
          </a:xfrm>
          <a:prstGeom prst="line">
            <a:avLst/>
          </a:prstGeom>
          <a:noFill/>
          <a:ln w="9525" cap="flat" cmpd="sng" algn="ctr">
            <a:solidFill>
              <a:schemeClr val="tx1"/>
            </a:solidFill>
            <a:prstDash val="solid"/>
            <a:headEnd type="none"/>
            <a:tailEnd type="none"/>
          </a:ln>
          <a:effectLst/>
        </p:spPr>
      </p:sp>
      <p:sp>
        <p:nvSpPr>
          <p:cNvPr id="25" name="Straight Connector 42"/>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DgqmX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ERoAAJgPAABFJAAA/BIAABAAAAAmAAAACAAAAP//////////"/>
              </a:ext>
            </a:extLst>
          </p:cNvSpPr>
          <p:nvPr/>
        </p:nvSpPr>
        <p:spPr>
          <a:xfrm rot="5400000">
            <a:off x="4791075" y="1981200"/>
            <a:ext cx="551180" cy="1658620"/>
          </a:xfrm>
          <a:prstGeom prst="line">
            <a:avLst/>
          </a:prstGeom>
          <a:noFill/>
          <a:ln w="9525" cap="flat" cmpd="sng" algn="ctr">
            <a:solidFill>
              <a:schemeClr val="tx1"/>
            </a:solidFill>
            <a:prstDash val="solid"/>
            <a:headEnd type="none"/>
            <a:tailEnd type="none"/>
          </a:ln>
          <a:effectLst/>
        </p:spPr>
      </p:sp>
      <p:sp>
        <p:nvSpPr>
          <p:cNvPr id="26" name="Straight Connector 43"/>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ZVTjU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nSEAAPAPAAD+JAAA/BIAABAAAAAmAAAACAAAAP//////////"/>
              </a:ext>
            </a:extLst>
          </p:cNvSpPr>
          <p:nvPr/>
        </p:nvSpPr>
        <p:spPr>
          <a:xfrm rot="5400000">
            <a:off x="5490845" y="2564130"/>
            <a:ext cx="495300" cy="549275"/>
          </a:xfrm>
          <a:prstGeom prst="line">
            <a:avLst/>
          </a:prstGeom>
          <a:noFill/>
          <a:ln w="9525" cap="flat" cmpd="sng" algn="ctr">
            <a:solidFill>
              <a:schemeClr val="tx1"/>
            </a:solidFill>
            <a:prstDash val="solid"/>
            <a:headEnd type="none"/>
            <a:tailEnd type="none"/>
          </a:ln>
          <a:effectLst/>
        </p:spPr>
      </p:sp>
      <p:sp>
        <p:nvSpPr>
          <p:cNvPr id="27" name="Straight Connector 44"/>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x/9F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iQAAPAPAAAEKQAA/BIAABAAAAAmAAAACAAAAP//////////"/>
              </a:ext>
            </a:extLst>
          </p:cNvSpPr>
          <p:nvPr/>
        </p:nvSpPr>
        <p:spPr>
          <a:xfrm rot="16200000" flipH="1">
            <a:off x="6092825" y="2511425"/>
            <a:ext cx="495300" cy="654050"/>
          </a:xfrm>
          <a:prstGeom prst="line">
            <a:avLst/>
          </a:prstGeom>
          <a:noFill/>
          <a:ln w="9525" cap="flat" cmpd="sng" algn="ctr">
            <a:solidFill>
              <a:schemeClr val="tx1"/>
            </a:solidFill>
            <a:prstDash val="solid"/>
            <a:headEnd type="none"/>
            <a:tailEnd type="none"/>
          </a:ln>
          <a:effectLst/>
        </p:spPr>
      </p:sp>
      <p:sp>
        <p:nvSpPr>
          <p:cNvPr id="28" name="Straight Connector 45"/>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x48l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tyUAAJkPAACyLwAAVBMAABAAAAAmAAAACAAAAP//////////"/>
              </a:ext>
            </a:extLst>
          </p:cNvSpPr>
          <p:nvPr/>
        </p:nvSpPr>
        <p:spPr>
          <a:xfrm rot="16200000" flipH="1">
            <a:off x="6638925" y="2027555"/>
            <a:ext cx="606425" cy="1622425"/>
          </a:xfrm>
          <a:prstGeom prst="line">
            <a:avLst/>
          </a:prstGeom>
          <a:noFill/>
          <a:ln w="9525" cap="flat" cmpd="sng" algn="ctr">
            <a:solidFill>
              <a:schemeClr val="tx1"/>
            </a:solidFill>
            <a:prstDash val="solid"/>
            <a:headEnd type="none"/>
            <a:tailEnd type="none"/>
          </a:ln>
          <a:effectLst/>
        </p:spPr>
      </p:sp>
      <p:sp>
        <p:nvSpPr>
          <p:cNvPr id="29" name="Straight Connector 64"/>
          <p:cNvSpPr>
            <a:extLst>
              <a:ext uri="smNativeData">
                <pr:smNativeData xmlns:pr="smNativeData" xmlns="smNativeData" val="SMDATA_15_VcZhaRMAAAAlAAAACgAAAA0AAAAAkAAAAEgAAACQAAAASAAAAAAAAAAAAAAAAg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AaJAAeAAAAAQAAABQAAAAUAAAAFAAAAAE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xx8F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AaJAB/f38AH0l9A8zMzADAwP8Af39/AAAAAAAAAAAAAAAAAAAAAAAAAAAAIQAAABgAAAAUAAAA9QgAAPgHAACtFAAAqAwAABAAAAAmAAAACAAAAP//////////"/>
              </a:ext>
            </a:extLst>
          </p:cNvSpPr>
          <p:nvPr/>
        </p:nvSpPr>
        <p:spPr>
          <a:xfrm rot="10800000" flipV="1">
            <a:off x="1456055" y="1295400"/>
            <a:ext cx="1905000" cy="762000"/>
          </a:xfrm>
          <a:prstGeom prst="line">
            <a:avLst/>
          </a:prstGeom>
          <a:noFill/>
          <a:ln w="19050" cap="flat" cmpd="sng" algn="ctr">
            <a:solidFill>
              <a:srgbClr val="901A24"/>
            </a:solidFill>
            <a:prstDash val="solid"/>
            <a:headEnd type="none"/>
            <a:tailEnd type="triangle" w="med" len="med"/>
          </a:ln>
          <a:effectLst/>
        </p:spPr>
      </p:sp>
      <p:sp>
        <p:nvSpPr>
          <p:cNvPr id="30" name="Straight Connector 6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AaJAAeAAAAAQAAABQAAAAUAAAAFAAAAAE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xq7l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AaJAB/f38AH0l9A8zMzADAwP8Af39/AAAAAAAAAAAAAAAAAAAAAAAAAAAAIQAAABgAAAAUAAAArgkAAPAPAAB4CgAAKxQAABAAAAAmAAAACAAAAP//////////"/>
              </a:ext>
            </a:extLst>
          </p:cNvSpPr>
          <p:nvPr/>
        </p:nvSpPr>
        <p:spPr>
          <a:xfrm>
            <a:off x="1573530" y="2590800"/>
            <a:ext cx="128270" cy="687705"/>
          </a:xfrm>
          <a:prstGeom prst="line">
            <a:avLst/>
          </a:prstGeom>
          <a:noFill/>
          <a:ln w="19050" cap="flat" cmpd="sng" algn="ctr">
            <a:solidFill>
              <a:srgbClr val="901A24"/>
            </a:solidFill>
            <a:prstDash val="solid"/>
            <a:headEnd type="none"/>
            <a:tailEnd type="triangle" w="med" len="med"/>
          </a:ln>
          <a:effectLst/>
        </p:spPr>
      </p:sp>
      <p:grpSp>
        <p:nvGrpSpPr>
          <p:cNvPr id="31" name="Group 93"/>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P0PAADAEgAAcxIAAJAVAAAQAAAAJgAAAAgAAAD/////AAAAAA=="/>
              </a:ext>
            </a:extLst>
          </p:cNvGrpSpPr>
          <p:nvPr/>
        </p:nvGrpSpPr>
        <p:grpSpPr>
          <a:xfrm>
            <a:off x="2599055" y="3048000"/>
            <a:ext cx="400050" cy="457200"/>
            <a:chOff x="2599055" y="3048000"/>
            <a:chExt cx="400050" cy="457200"/>
          </a:xfrm>
        </p:grpSpPr>
        <p:sp>
          <p:nvSpPr>
            <p:cNvPr id="33" name="Oval 9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MCzJR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OxAAAPoSAABIEgAAUhUAAAAAAAAmAAAACAAAAP//////////"/>
                </a:ext>
              </a:extLst>
            </p:cNvSpPr>
            <p:nvPr/>
          </p:nvSpPr>
          <p:spPr>
            <a:xfrm>
              <a:off x="2638425" y="308483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32" name="Oval 9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8AAMASAABzEgAAkBUAAAAAAAAmAAAACAAAAP//////////"/>
                </a:ext>
              </a:extLst>
            </p:cNvSpPr>
            <p:nvPr/>
          </p:nvSpPr>
          <p:spPr>
            <a:xfrm>
              <a:off x="2599055" y="304800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34" name="Straight Connector 9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AAAAAkP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YC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AAAAAJ/f38AH0l9A8zMzADAwP8Af39/AAAAAAAAAAAAAAAAAAAAAAAAAAAAIQAAABgAAAAUAAAAigoAAEwOAABZEAAAKRMAABAAAAAmAAAACAAAAP//////////"/>
              </a:ext>
            </a:extLst>
          </p:cNvSpPr>
          <p:nvPr/>
        </p:nvSpPr>
        <p:spPr>
          <a:xfrm>
            <a:off x="1713230" y="2324100"/>
            <a:ext cx="944245" cy="790575"/>
          </a:xfrm>
          <a:prstGeom prst="line">
            <a:avLst/>
          </a:prstGeom>
          <a:noFill/>
          <a:ln w="9525" cap="flat" cmpd="sng" algn="ctr">
            <a:solidFill>
              <a:schemeClr val="tx1"/>
            </a:solidFill>
            <a:prstDash val="solid"/>
            <a:headEnd type="none"/>
            <a:tailEnd type="none"/>
          </a:ln>
          <a:effectLst/>
        </p:spPr>
      </p:sp>
      <p:sp>
        <p:nvSpPr>
          <p:cNvPr id="35" name="Rectangle 69"/>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jSAAABATAADlIgAAaBUAABAAAAAmAAAACAAAAP//////////"/>
              </a:ext>
            </a:extLst>
          </p:cNvSpPr>
          <p:nvPr/>
        </p:nvSpPr>
        <p:spPr>
          <a:xfrm>
            <a:off x="5291455" y="30988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A</a:t>
            </a:r>
            <a:endParaRPr lang="en-us" sz="1800" cap="none">
              <a:latin typeface="Calibri" pitchFamily="2" charset="0"/>
              <a:ea typeface="Arial" pitchFamily="1" charset="0"/>
              <a:cs typeface="Arial" pitchFamily="1" charset="0"/>
            </a:endParaRPr>
          </a:p>
        </p:txBody>
      </p:sp>
      <p:sp>
        <p:nvSpPr>
          <p:cNvPr id="36" name="Rectangle 71"/>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MJ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ISgAAPwSAAB5KgAAVBUAABAAAAAmAAAACAAAAP//////////"/>
              </a:ext>
            </a:extLst>
          </p:cNvSpPr>
          <p:nvPr/>
        </p:nvSpPr>
        <p:spPr>
          <a:xfrm>
            <a:off x="6523355" y="3086100"/>
            <a:ext cx="381000" cy="381000"/>
          </a:xfrm>
          <a:prstGeom prst="rect">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C</a:t>
            </a:r>
            <a:endParaRPr lang="en-us" sz="1800" cap="none">
              <a:latin typeface="Calibri" pitchFamily="2" charset="0"/>
              <a:ea typeface="Arial" pitchFamily="1" charset="0"/>
              <a:cs typeface="Arial" pitchFamily="1" charset="0"/>
            </a:endParaRPr>
          </a:p>
        </p:txBody>
      </p:sp>
      <p:sp>
        <p:nvSpPr>
          <p:cNvPr id="37" name="Rectangle 72"/>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UB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H0l9A8zMzADAwP8Af39/AAAAAAAAAAAAAAAAAAAAAAAAAAAAIQAAABgAAAAUAAAA2S4AABATAAAxMQAAaBUAABAAAAAmAAAACAAAAP//////////"/>
              </a:ext>
            </a:extLst>
          </p:cNvSpPr>
          <p:nvPr/>
        </p:nvSpPr>
        <p:spPr>
          <a:xfrm>
            <a:off x="7615555" y="3098800"/>
            <a:ext cx="381000" cy="381000"/>
          </a:xfrm>
          <a:prstGeom prst="rect">
            <a:avLst/>
          </a:prstGeom>
          <a:solidFill>
            <a:schemeClr val="bg1"/>
          </a:solid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D</a:t>
            </a:r>
            <a:endParaRPr lang="en-us" sz="1800" cap="none">
              <a:latin typeface="Calibri" pitchFamily="2" charset="0"/>
              <a:ea typeface="Arial" pitchFamily="1" charset="0"/>
              <a:cs typeface="Arial" pitchFamily="1" charset="0"/>
            </a:endParaRPr>
          </a:p>
        </p:txBody>
      </p:sp>
      <p:grpSp>
        <p:nvGrpSpPr>
          <p:cNvPr id="38" name="Group 16"/>
          <p:cNvGrpSpPr>
            <a:extLst>
              <a:ext uri="smNativeData">
                <pr:smNativeData xmlns:pr="smNativeData" xmlns="smNativeData" val="SMDATA_6_VcZhaRMAAAAlAAAAAQAAAA8BAAAAkAAAAEgAAACQAAAASAAAAAAAAAAAAAAAAAAAABcAAAAUAAAAAAAAAAAAAAD/fwAA/38AAAAAAAAJAAAABAAAAAAAAAAfAAAAVAAAAAAAAAAAAAAAAAAAAAAAAAAAAAAAAAAAAAAAAAAAAAAAAAAAAAAAAAAAAAAAAAAAAAAAAAAAAAAAAAAAAAAAAAAAAAAAAAAAAAAAAAAAAAAAAAAAACEAAAAYAAAAFAAAAMcYAADUEgAAPRsAAKQVAAAQAAAAJgAAAAgAAAD/////AAAAAA=="/>
              </a:ext>
            </a:extLst>
          </p:cNvGrpSpPr>
          <p:nvPr/>
        </p:nvGrpSpPr>
        <p:grpSpPr>
          <a:xfrm>
            <a:off x="4027805" y="3060700"/>
            <a:ext cx="400050" cy="457200"/>
            <a:chOff x="4027805" y="3060700"/>
            <a:chExt cx="400050" cy="457200"/>
          </a:xfrm>
        </p:grpSpPr>
        <p:sp>
          <p:nvSpPr>
            <p:cNvPr id="40" name="Oval 74"/>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Ocj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RkAAA4TAAASGwAAZhUAAAAAAAAmAAAACAAAAP//////////"/>
                </a:ext>
              </a:extLst>
            </p:cNvSpPr>
            <p:nvPr/>
          </p:nvSpPr>
          <p:spPr>
            <a:xfrm>
              <a:off x="4067175" y="3097530"/>
              <a:ext cx="333375" cy="3810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ctr">
                <a:defRPr cap="none">
                  <a:solidFill>
                    <a:srgbClr val="FFFFFF"/>
                  </a:solidFill>
                </a:defRPr>
              </a:pPr>
              <a:r>
                <a:rPr lang="en-gb" sz="1800" cap="none">
                  <a:latin typeface="Calibri" pitchFamily="2" charset="0"/>
                  <a:ea typeface="Arial" pitchFamily="1" charset="0"/>
                  <a:cs typeface="Arial" pitchFamily="1" charset="0"/>
                </a:rPr>
                <a:t>F</a:t>
              </a:r>
              <a:endParaRPr lang="en-us" sz="1800" cap="none">
                <a:latin typeface="Calibri" pitchFamily="2" charset="0"/>
                <a:ea typeface="Arial" pitchFamily="1" charset="0"/>
                <a:cs typeface="Arial" pitchFamily="1" charset="0"/>
              </a:endParaRPr>
            </a:p>
          </p:txBody>
        </p:sp>
        <p:sp>
          <p:nvSpPr>
            <p:cNvPr id="39" name="Oval 75"/>
            <p:cNvSpPr>
              <a:extLst>
                <a:ext uri="smNativeData">
                  <pr:smNativeData xmlns:pr="smNativeData" xmlns="smNativeData" val="SMDATA_15_VcZhaRMAAAAlAAAAZgAAAA0AAAAAkAAAAEgAAACQAAAASAAAAAAAAAABAAAAAAAAAAEAAABQAAAAAAAAAAAA8D8AAAAAAADw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gM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xxgAANQSAAA9GwAApBUAAAAAAAAmAAAACAAAAP//////////"/>
                </a:ext>
              </a:extLst>
            </p:cNvSpPr>
            <p:nvPr/>
          </p:nvSpPr>
          <p:spPr>
            <a:xfrm>
              <a:off x="4027805" y="3060700"/>
              <a:ext cx="400050" cy="457200"/>
            </a:xfrm>
            <a:prstGeom prst="ellipse">
              <a:avLst/>
            </a:prstGeom>
            <a:noFill/>
            <a:ln w="12700" cap="flat" cmpd="sng" algn="ctr">
              <a:solidFill>
                <a:schemeClr val="tx1"/>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us" cap="none">
                <a:solidFill>
                  <a:schemeClr val="tx1"/>
                </a:solidFill>
              </a:endParaRPr>
            </a:p>
          </p:txBody>
        </p:sp>
      </p:grpSp>
      <p:sp>
        <p:nvSpPr>
          <p:cNvPr id="41" name="TextBox 49"/>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qA8AAP0KAADoEgAADw0AABAgAAAmAAAACAAAAP//////////"/>
              </a:ext>
            </a:extLst>
          </p:cNvSpPr>
          <p:nvPr/>
        </p:nvSpPr>
        <p:spPr>
          <a:xfrm>
            <a:off x="2545080" y="1786255"/>
            <a:ext cx="528320"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h=1</a:t>
            </a:r>
            <a:endParaRPr lang="en-us" sz="1600" cap="none"/>
          </a:p>
        </p:txBody>
      </p:sp>
      <p:sp>
        <p:nvSpPr>
          <p:cNvPr id="42" name="TextBox 50"/>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bBsAACALAACtHgAAMg0AABAgAAAmAAAACAAAAP//////////"/>
              </a:ext>
            </a:extLst>
          </p:cNvSpPr>
          <p:nvPr/>
        </p:nvSpPr>
        <p:spPr>
          <a:xfrm>
            <a:off x="4457700" y="180848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h=1</a:t>
            </a:r>
            <a:endParaRPr lang="en-us" sz="1600" cap="none"/>
          </a:p>
        </p:txBody>
      </p:sp>
      <p:sp>
        <p:nvSpPr>
          <p:cNvPr id="43" name="TextBox 5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BsAAMgPAABJHgAA2hEAABAgAAAmAAAACAAAAP//////////"/>
              </a:ext>
            </a:extLst>
          </p:cNvSpPr>
          <p:nvPr/>
        </p:nvSpPr>
        <p:spPr>
          <a:xfrm>
            <a:off x="4394200" y="256540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44" name="TextBox 52"/>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lycAAOAQAADYKgAA8hIAABAgAAAmAAAACAAAAP//////////"/>
              </a:ext>
            </a:extLst>
          </p:cNvSpPr>
          <p:nvPr/>
        </p:nvSpPr>
        <p:spPr>
          <a:xfrm>
            <a:off x="6435725" y="274320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45" name="TextBox 53"/>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9CIAAPcQAAA0JgAACRMAABAgAAAmAAAACAAAAP//////////"/>
              </a:ext>
            </a:extLst>
          </p:cNvSpPr>
          <p:nvPr/>
        </p:nvSpPr>
        <p:spPr>
          <a:xfrm>
            <a:off x="5681980" y="2757805"/>
            <a:ext cx="528320"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46" name="TextBox 54"/>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xAWY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i0AANsQAACbMAAA7RIAABAgAAAmAAAACAAAAP//////////"/>
              </a:ext>
            </a:extLst>
          </p:cNvSpPr>
          <p:nvPr/>
        </p:nvSpPr>
        <p:spPr>
          <a:xfrm>
            <a:off x="7372350" y="2740025"/>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47" name="TextBox 5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CJIIm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dQ0AACgPAAC2EAAAOhEAABAgAAAmAAAACAAAAP//////////"/>
              </a:ext>
            </a:extLst>
          </p:cNvSpPr>
          <p:nvPr/>
        </p:nvSpPr>
        <p:spPr>
          <a:xfrm>
            <a:off x="2187575" y="246380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48" name="TextBox 5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CmBp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DgsAABwRAABPDgAALhMAABAgAAAmAAAACAAAAP//////////"/>
              </a:ext>
            </a:extLst>
          </p:cNvSpPr>
          <p:nvPr/>
        </p:nvSpPr>
        <p:spPr>
          <a:xfrm>
            <a:off x="1797050" y="278130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h=2</a:t>
            </a:r>
            <a:endParaRPr lang="en-us" sz="1600" cap="none"/>
          </a:p>
        </p:txBody>
      </p:sp>
      <p:sp>
        <p:nvSpPr>
          <p:cNvPr id="49" name="TextBox 65"/>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ViBW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fQMAABIRAAC9BgAAJBMAABAgAAAmAAAACAAAAP//////////"/>
              </a:ext>
            </a:extLst>
          </p:cNvSpPr>
          <p:nvPr/>
        </p:nvSpPr>
        <p:spPr>
          <a:xfrm>
            <a:off x="567055" y="2774950"/>
            <a:ext cx="528320"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h=3</a:t>
            </a:r>
            <a:endParaRPr lang="en-us" sz="1600" cap="none"/>
          </a:p>
        </p:txBody>
      </p:sp>
      <p:sp>
        <p:nvSpPr>
          <p:cNvPr id="50" name="TextBox 5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B0AHW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wQwAAKYWAAACEAAAuBgAABAgAAAmAAAACAAAAP//////////"/>
              </a:ext>
            </a:extLst>
          </p:cNvSpPr>
          <p:nvPr/>
        </p:nvSpPr>
        <p:spPr>
          <a:xfrm>
            <a:off x="2073275" y="3681730"/>
            <a:ext cx="528955" cy="336550"/>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600" cap="none"/>
              <a:t>h=1</a:t>
            </a:r>
            <a:endParaRPr lang="en-us" sz="1600" cap="none"/>
          </a:p>
        </p:txBody>
      </p:sp>
      <p:sp>
        <p:nvSpPr>
          <p:cNvPr id="51" name="Straight Connector 66"/>
          <p:cNvSpPr>
            <a:extLst>
              <a:ext uri="smNativeData">
                <pr:smNativeData xmlns:pr="smNativeData" xmlns="smNativeData" val="SMDATA_15_VcZhaRMAAAAlAAAACg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BAAAAAAAAAJAaJAAeAAAAAQAAABQAAAAUAAAAFAAAAAEAAAAAAAAAZAAAAGQAAAAC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blBu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P///wEAAAAAAAAAAAAAAAAAAAAAAAAAAAAAAAAAAAAAAAAAAJAaJAB/f38AH0l9A8zMzADAwP8Af39/AAAAAAAAAAAAAAAAAAAAAAAAAAAAIQAAABgAAAAUAAAA/AsAAP4VAACgDQAAtxkAABAAAAAmAAAACAAAAP//////////"/>
              </a:ext>
            </a:extLst>
          </p:cNvSpPr>
          <p:nvPr/>
        </p:nvSpPr>
        <p:spPr>
          <a:xfrm>
            <a:off x="1948180" y="3575050"/>
            <a:ext cx="266700" cy="605155"/>
          </a:xfrm>
          <a:prstGeom prst="line">
            <a:avLst/>
          </a:prstGeom>
          <a:noFill/>
          <a:ln w="19050" cap="flat" cmpd="sng" algn="ctr">
            <a:solidFill>
              <a:srgbClr val="901A24"/>
            </a:solidFill>
            <a:prstDash val="solid"/>
            <a:headEnd type="none"/>
            <a:tailEnd type="triangle" w="med" len="med"/>
          </a:ln>
          <a:effectLst/>
        </p:spPr>
      </p:sp>
      <p:sp>
        <p:nvSpPr>
          <p:cNvPr id="52" name="TextBox 91"/>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ZNBk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CQsAAFQfAABKKQAApyYAABAgAAAmAAAACAAAAP//////////"/>
              </a:ext>
            </a:extLst>
          </p:cNvSpPr>
          <p:nvPr/>
        </p:nvSpPr>
        <p:spPr>
          <a:xfrm>
            <a:off x="1793875" y="5092700"/>
            <a:ext cx="4918075" cy="1190625"/>
          </a:xfrm>
          <a:prstGeom prst="rect">
            <a:avLst/>
          </a:prstGeom>
          <a:noFill/>
          <a:ln>
            <a:noFill/>
          </a:ln>
          <a:effectLst/>
        </p:spPr>
        <p:txBody>
          <a:bodyPr vert="horz" wrap="squar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800" cap="none"/>
              <a:t>Result is: S-&gt;A-&gt;B-&gt;F!</a:t>
            </a:r>
            <a:endParaRPr lang="en-us" sz="1800" cap="none"/>
          </a:p>
          <a:p>
            <a:pPr/>
            <a:endParaRPr lang="en-us" sz="1800" cap="none"/>
          </a:p>
          <a:p>
            <a:pPr/>
            <a:r>
              <a:rPr lang="en-us" sz="1800" cap="none"/>
              <a:t>Not optimal, more if at step 1 h(S)=2 we would have completed without funding a solution</a:t>
            </a:r>
            <a:endParaRPr lang="en-us" sz="1800" cap="none"/>
          </a:p>
        </p:txBody>
      </p:sp>
    </p:spTree>
  </p:cSld>
  <p:clrMapOvr>
    <a:masterClrMapping/>
  </p:clrMapOvr>
  <p:timing>
    <p:tnLst>
      <p:par>
        <p:cTn id="1" dur="indefinite" restart="never" nodeType="tmRoot"/>
      </p:par>
    </p:tnLst>
  </p:timing>
</p:sld>
</file>

<file path=ppt/slides/slide6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gb" sz="3200" cap="none"/>
              <a:t>AO* Search: (And-Or) Graph </a:t>
            </a:r>
            <a:br/>
            <a:endParaRPr lang="en-us" cap="none"/>
          </a:p>
        </p:txBody>
      </p:sp>
      <p:sp>
        <p:nvSpPr>
          <p:cNvPr id="3" name="Text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BScAABAAAAAmAAAACAAAAAEAAAAAAAAA"/>
              </a:ext>
            </a:extLst>
          </p:cNvSpPr>
          <p:nvPr>
            <p:ph type="body" idx="1"/>
          </p:nvPr>
        </p:nvSpPr>
        <p:spPr>
          <a:xfrm>
            <a:off x="457200" y="1600200"/>
            <a:ext cx="8228965" cy="4742815"/>
          </a:xfrm>
        </p:spPr>
        <p:txBody>
          <a:bodyPr/>
          <a:lstStyle/>
          <a:p>
            <a:pPr/>
            <a:r>
              <a:rPr lang="en-gb" cap="none"/>
              <a:t>The Depth first search and Breadth first search given earlier for OR trees or graphs can be easily adopted by AND-OR graph. </a:t>
            </a:r>
            <a:endParaRPr lang="en-gb" cap="none"/>
          </a:p>
          <a:p>
            <a:pPr/>
            <a:endParaRPr lang="en-gb" cap="none"/>
          </a:p>
          <a:p>
            <a:pPr/>
            <a:r>
              <a:rPr lang="en-gb" cap="none"/>
              <a:t>The main difference lies in the way termination conditions are determined, since all goals following an AND nodes must be realized; where as a single goal node following an OR node will do. So for this purpose we are using AO* algorithm. </a:t>
            </a:r>
            <a:endParaRPr lang="en-gb" cap="none"/>
          </a:p>
          <a:p>
            <a:pPr/>
            <a:endParaRPr lang="en-gb" cap="none"/>
          </a:p>
          <a:p>
            <a:pPr/>
            <a:r>
              <a:rPr lang="en-gb" cap="none"/>
              <a:t>Like A* algorithm here we will use two arrays and one heuristic function. </a:t>
            </a:r>
            <a:endParaRPr lang="en-gb" cap="none"/>
          </a:p>
          <a:p>
            <a:pPr/>
            <a:endParaRPr lang="en-gb" cap="none"/>
          </a:p>
          <a:p>
            <a:pPr/>
            <a:r>
              <a:rPr lang="en-gb" cap="none"/>
              <a:t>OPEN: </a:t>
            </a:r>
            <a:endParaRPr lang="en-gb" cap="none"/>
          </a:p>
          <a:p>
            <a:pPr/>
            <a:r>
              <a:rPr lang="en-gb" cap="none"/>
              <a:t>It contains the nodes that has been traversed but yet not been marked solvable or unsolvable. </a:t>
            </a:r>
            <a:endParaRPr lang="en-gb" cap="none"/>
          </a:p>
          <a:p>
            <a:pPr/>
            <a:r>
              <a:rPr lang="en-gb" cap="none"/>
              <a:t>CLOSE:</a:t>
            </a:r>
            <a:br/>
            <a:r>
              <a:rPr lang="en-gb" cap="none"/>
              <a:t>It contains the nodes that have already been processed.</a:t>
            </a:r>
            <a:endParaRPr lang="en-gb" cap="none"/>
          </a:p>
          <a:p>
            <a:pPr/>
            <a:endParaRPr lang="en-gb" cap="none"/>
          </a:p>
          <a:p>
            <a:pPr/>
            <a:r>
              <a:rPr lang="en-gb" cap="none"/>
              <a:t>FUNCTION :The distance from current node to goal node. </a:t>
            </a:r>
            <a:endParaRPr lang="en-gb" cap="none"/>
          </a:p>
          <a:p>
            <a:pPr/>
            <a:endParaRPr lang="en-us" cap="none"/>
          </a:p>
        </p:txBody>
      </p:sp>
    </p:spTree>
  </p:cSld>
  <p:clrMapOvr>
    <a:masterClrMapping/>
  </p:clrMapOvr>
  <p:timing>
    <p:tnLst>
      <p:par>
        <p:cTn id="1" dur="indefinite" restart="never" nodeType="tmRoot"/>
      </p:par>
    </p:tnLst>
  </p:timing>
</p:sld>
</file>

<file path=ppt/slides/slide6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gb" sz="3200" cap="none"/>
              <a:t>AO* Search Algorithm</a:t>
            </a:r>
            <a:endParaRPr lang="en-us" sz="3200" cap="none"/>
          </a:p>
        </p:txBody>
      </p:sp>
      <p:sp>
        <p:nvSpPr>
          <p:cNvPr id="3" name="Text Placeholder 2"/>
          <p:cNvSpPr>
            <a:spLocks noGrp="1" noChangeArrowheads="1"/>
            <a:extLst>
              <a:ext uri="smNativeData">
                <pr:smNativeData xmlns:pr="smNativeData" xmlns="smNativeData" val="SMDATA_15_VcZhaRMAAAAlAAAAZAAAAA0AAAAAAAAAAAAAAAAAAAAAA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0AIAANgJAABvNQAAqScAABAAAAAmAAAACAAAAAEgAAAAAAAA"/>
              </a:ext>
            </a:extLst>
          </p:cNvSpPr>
          <p:nvPr>
            <p:ph type="body" idx="1"/>
          </p:nvPr>
        </p:nvSpPr>
        <p:spPr>
          <a:xfrm>
            <a:off x="457200" y="1600200"/>
            <a:ext cx="8228965" cy="4846955"/>
          </a:xfrm>
        </p:spPr>
        <p:txBody>
          <a:bodyPr vert="horz" wrap="square" lIns="0" tIns="0" rIns="0" bIns="0" numCol="1" spcCol="215900" anchor="t">
            <a:prstTxWarp prst="textNoShape">
              <a:avLst/>
            </a:prstTxWarp>
          </a:bodyPr>
          <a:lstStyle/>
          <a:p>
            <a:pPr>
              <a:lnSpc>
                <a:spcPct val="90000"/>
              </a:lnSpc>
            </a:pPr>
            <a:r>
              <a:rPr lang="en-gb" cap="none"/>
              <a:t>Step 1: Place the starting node into OPEN. </a:t>
            </a:r>
            <a:endParaRPr lang="en-gb" cap="none"/>
          </a:p>
          <a:p>
            <a:pPr>
              <a:lnSpc>
                <a:spcPct val="90000"/>
              </a:lnSpc>
            </a:pPr>
            <a:endParaRPr lang="en-gb" cap="none"/>
          </a:p>
          <a:p>
            <a:pPr>
              <a:lnSpc>
                <a:spcPct val="90000"/>
              </a:lnSpc>
            </a:pPr>
            <a:r>
              <a:rPr lang="en-gb" cap="none"/>
              <a:t>Step 2: Compute the most promising solution tree say T0. </a:t>
            </a:r>
            <a:endParaRPr lang="en-gb" cap="none"/>
          </a:p>
          <a:p>
            <a:pPr>
              <a:lnSpc>
                <a:spcPct val="90000"/>
              </a:lnSpc>
            </a:pPr>
            <a:endParaRPr lang="en-gb" cap="none"/>
          </a:p>
          <a:p>
            <a:pPr>
              <a:lnSpc>
                <a:spcPct val="90000"/>
              </a:lnSpc>
            </a:pPr>
            <a:r>
              <a:rPr lang="en-gb" cap="none"/>
              <a:t>Step 3: Select a node n that is both on OPEN and a member of T0. Remove it from OPEN and place it in CLOSE </a:t>
            </a:r>
            <a:endParaRPr lang="en-gb" cap="none"/>
          </a:p>
          <a:p>
            <a:pPr>
              <a:lnSpc>
                <a:spcPct val="90000"/>
              </a:lnSpc>
            </a:pPr>
            <a:endParaRPr lang="en-gb" cap="none"/>
          </a:p>
          <a:p>
            <a:pPr>
              <a:lnSpc>
                <a:spcPct val="90000"/>
              </a:lnSpc>
            </a:pPr>
            <a:r>
              <a:rPr lang="en-gb" cap="none"/>
              <a:t>Step 4: If n is the terminal goal node then leveled n as solved and leveled all the ancestors of n as solved. If the starting node is marked as solved then success and exit. </a:t>
            </a:r>
            <a:endParaRPr lang="en-gb" cap="none"/>
          </a:p>
          <a:p>
            <a:pPr>
              <a:lnSpc>
                <a:spcPct val="90000"/>
              </a:lnSpc>
            </a:pPr>
            <a:endParaRPr lang="en-gb" cap="none"/>
          </a:p>
          <a:p>
            <a:pPr>
              <a:lnSpc>
                <a:spcPct val="90000"/>
              </a:lnSpc>
            </a:pPr>
            <a:r>
              <a:rPr lang="en-gb" cap="none"/>
              <a:t>Step 5: If n is not a solvable node, then mark n as unsolvable. If starting node is marked as unsolvable, then return failure and exit.</a:t>
            </a:r>
            <a:endParaRPr lang="en-gb" cap="none"/>
          </a:p>
          <a:p>
            <a:pPr>
              <a:lnSpc>
                <a:spcPct val="90000"/>
              </a:lnSpc>
            </a:pPr>
            <a:r>
              <a:rPr lang="en-gb" cap="none"/>
              <a:t> </a:t>
            </a:r>
            <a:endParaRPr lang="en-gb" cap="none"/>
          </a:p>
          <a:p>
            <a:pPr>
              <a:lnSpc>
                <a:spcPct val="90000"/>
              </a:lnSpc>
            </a:pPr>
            <a:r>
              <a:rPr lang="en-gb" cap="none"/>
              <a:t>Step 6: Expand n. Find all its successors and find their h (n) value, push them into OPEN. </a:t>
            </a:r>
            <a:endParaRPr lang="en-gb" cap="none"/>
          </a:p>
          <a:p>
            <a:pPr>
              <a:lnSpc>
                <a:spcPct val="90000"/>
              </a:lnSpc>
            </a:pPr>
            <a:r>
              <a:rPr lang="en-gb" cap="none"/>
              <a:t>Step 7: Return to Step 2.</a:t>
            </a:r>
            <a:endParaRPr lang="en-gb" cap="none"/>
          </a:p>
          <a:p>
            <a:pPr>
              <a:lnSpc>
                <a:spcPct val="90000"/>
              </a:lnSpc>
            </a:pPr>
            <a:br/>
            <a:r>
              <a:rPr lang="en-gb" cap="none"/>
              <a:t>Step 8: Exit. </a:t>
            </a:r>
            <a:endParaRPr lang="en-gb" cap="none"/>
          </a:p>
          <a:p>
            <a:pPr>
              <a:lnSpc>
                <a:spcPct val="90000"/>
              </a:lnSpc>
            </a:pPr>
            <a:endParaRPr lang="en-us" cap="none"/>
          </a:p>
        </p:txBody>
      </p:sp>
    </p:spTree>
  </p:cSld>
  <p:clrMapOvr>
    <a:masterClrMapping/>
  </p:clrMapOvr>
  <p:timing>
    <p:tnLst>
      <p:par>
        <p:cTn id="1" dur="indefinite" restart="never" nodeType="tmRoot"/>
      </p:par>
    </p:tnLst>
  </p:timing>
</p:sld>
</file>

<file path=ppt/slides/slide6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itle 1"/>
          <p:cNvSpPr>
            <a:spLocks noGrp="1" noChangeArrowheads="1"/>
            <a:extLst>
              <a:ext uri="smNativeData">
                <pr:smNativeData xmlns:pr="smNativeData" xmlns="smNativeData" val="SMDATA_15_VcZhaRMAAAAlAAAAZAAAAA0AAAAAAAAAAAAAAAAAAAAAA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bwIAALEBAAAVKAAA6wYAABAAAAAmAAAACAAAAAAAAAAAAAAA"/>
              </a:ext>
            </a:extLst>
          </p:cNvSpPr>
          <p:nvPr>
            <p:ph type="title"/>
          </p:nvPr>
        </p:nvSpPr>
        <p:spPr/>
        <p:txBody>
          <a:bodyPr/>
          <a:lstStyle/>
          <a:p>
            <a:pPr/>
            <a:r>
              <a:rPr lang="en-us" sz="3200" cap="none"/>
              <a:t>Informed Search Algorithm Comparison</a:t>
            </a:r>
            <a:endParaRPr lang="en-us" sz="3200" cap="none"/>
          </a:p>
        </p:txBody>
      </p:sp>
      <p:graphicFrame>
        <p:nvGraphicFramePr>
          <p:cNvPr id="3" name=""/>
          <p:cNvGraphicFramePr>
            <a:graphicFrameLocks noGrp="1"/>
          </p:cNvGraphicFramePr>
          <p:nvPr/>
        </p:nvGraphicFramePr>
        <p:xfrm>
          <a:off x="457200" y="1600200"/>
          <a:ext cx="8229600" cy="1901825"/>
        </p:xfrm>
        <a:graphic>
          <a:graphicData uri="http://schemas.openxmlformats.org/drawingml/2006/table">
            <a:tbl>
              <a:tblPr>
                <a:noFill/>
              </a:tblPr>
              <a:tblGrid>
                <a:gridCol w="1371600"/>
                <a:gridCol w="1371600"/>
                <a:gridCol w="1371600"/>
                <a:gridCol w="1371600"/>
                <a:gridCol w="1371600"/>
                <a:gridCol w="1371600"/>
              </a:tblGrid>
              <a:tr h="371475">
                <a:tc>
                  <a:txBody>
                    <a:bodyPr wrap="square" numCol="1"/>
                    <a:lstStyle/>
                    <a:p>
                      <a:pPr marL="0" marR="0" indent="0" algn="l" defTabSz="914400">
                        <a:lnSpc>
                          <a:spcPct val="100000"/>
                        </a:lnSpc>
                        <a:spcBef>
                          <a:spcPts val="0"/>
                        </a:spcBef>
                        <a:spcAft>
                          <a:spcPts val="0"/>
                        </a:spcAft>
                        <a:buNone/>
                        <a:tabLst/>
                      </a:pPr>
                      <a:r>
                        <a:rPr lang="en-us" sz="1600" b="1" cap="none">
                          <a:solidFill>
                            <a:srgbClr val="FFFFFF"/>
                          </a:solidFill>
                          <a:latin typeface="Calibri" pitchFamily="2" charset="0"/>
                          <a:ea typeface="ＭＳ Ｐゴシック" pitchFamily="0" charset="0"/>
                          <a:cs typeface="Arial" pitchFamily="1" charset="0"/>
                        </a:rPr>
                        <a:t>Algorithm</a:t>
                      </a:r>
                      <a:endParaRPr lang="en-us" sz="1600" b="1" cap="none">
                        <a:solidFill>
                          <a:srgbClr val="FFFFFF"/>
                        </a:solidFill>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38100" cap="flat" cmpd="sng" algn="ctr">
                      <a:solidFill>
                        <a:schemeClr val="bg1"/>
                      </a:solidFill>
                      <a:prstDash val="solid"/>
                      <a:headEnd type="none"/>
                      <a:tailEnd type="none"/>
                    </a:lnB>
                    <a:lnTlToBr>
                      <a:noFill/>
                    </a:lnTlToBr>
                    <a:lnBlToTr>
                      <a:noFill/>
                    </a:lnBlToTr>
                    <a:solidFill>
                      <a:srgbClr val="800000"/>
                    </a:solidFill>
                  </a:tcPr>
                </a:tc>
                <a:tc>
                  <a:txBody>
                    <a:bodyPr wrap="square" numCol="1"/>
                    <a:lstStyle/>
                    <a:p>
                      <a:pPr marL="0" marR="0" indent="0" algn="l" defTabSz="914400">
                        <a:lnSpc>
                          <a:spcPct val="100000"/>
                        </a:lnSpc>
                        <a:spcBef>
                          <a:spcPts val="0"/>
                        </a:spcBef>
                        <a:spcAft>
                          <a:spcPts val="0"/>
                        </a:spcAft>
                        <a:buNone/>
                        <a:tabLst/>
                      </a:pPr>
                      <a:r>
                        <a:rPr lang="en-us" sz="1600" b="1" cap="none">
                          <a:solidFill>
                            <a:srgbClr val="FFFFFF"/>
                          </a:solidFill>
                          <a:latin typeface="Calibri" pitchFamily="2" charset="0"/>
                          <a:ea typeface="ＭＳ Ｐゴシック" pitchFamily="0" charset="0"/>
                          <a:cs typeface="Arial" pitchFamily="1" charset="0"/>
                        </a:rPr>
                        <a:t>Time</a:t>
                      </a:r>
                      <a:endParaRPr lang="en-us" sz="1600" b="1" cap="none">
                        <a:solidFill>
                          <a:srgbClr val="FFFFFF"/>
                        </a:solidFill>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38100" cap="flat" cmpd="sng" algn="ctr">
                      <a:solidFill>
                        <a:schemeClr val="bg1"/>
                      </a:solidFill>
                      <a:prstDash val="solid"/>
                      <a:headEnd type="none"/>
                      <a:tailEnd type="none"/>
                    </a:lnB>
                    <a:lnTlToBr>
                      <a:noFill/>
                    </a:lnTlToBr>
                    <a:lnBlToTr>
                      <a:noFill/>
                    </a:lnBlToTr>
                    <a:solidFill>
                      <a:srgbClr val="800000"/>
                    </a:solidFill>
                  </a:tcPr>
                </a:tc>
                <a:tc>
                  <a:txBody>
                    <a:bodyPr wrap="square" numCol="1"/>
                    <a:lstStyle/>
                    <a:p>
                      <a:pPr marL="0" marR="0" indent="0" algn="l" defTabSz="914400">
                        <a:lnSpc>
                          <a:spcPct val="100000"/>
                        </a:lnSpc>
                        <a:spcBef>
                          <a:spcPts val="0"/>
                        </a:spcBef>
                        <a:spcAft>
                          <a:spcPts val="0"/>
                        </a:spcAft>
                        <a:buNone/>
                        <a:tabLst/>
                      </a:pPr>
                      <a:r>
                        <a:rPr lang="en-us" sz="1600" b="1" cap="none">
                          <a:solidFill>
                            <a:srgbClr val="FFFFFF"/>
                          </a:solidFill>
                          <a:latin typeface="Calibri" pitchFamily="2" charset="0"/>
                          <a:ea typeface="ＭＳ Ｐゴシック" pitchFamily="0" charset="0"/>
                          <a:cs typeface="Arial" pitchFamily="1" charset="0"/>
                        </a:rPr>
                        <a:t>Space</a:t>
                      </a:r>
                      <a:endParaRPr lang="en-us" sz="1600" b="1" cap="none">
                        <a:solidFill>
                          <a:srgbClr val="FFFFFF"/>
                        </a:solidFill>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38100" cap="flat" cmpd="sng" algn="ctr">
                      <a:solidFill>
                        <a:schemeClr val="bg1"/>
                      </a:solidFill>
                      <a:prstDash val="solid"/>
                      <a:headEnd type="none"/>
                      <a:tailEnd type="none"/>
                    </a:lnB>
                    <a:lnTlToBr>
                      <a:noFill/>
                    </a:lnTlToBr>
                    <a:lnBlToTr>
                      <a:noFill/>
                    </a:lnBlToTr>
                    <a:solidFill>
                      <a:srgbClr val="800000"/>
                    </a:solidFill>
                  </a:tcPr>
                </a:tc>
                <a:tc>
                  <a:txBody>
                    <a:bodyPr wrap="square" numCol="1"/>
                    <a:lstStyle/>
                    <a:p>
                      <a:pPr marL="0" marR="0" indent="0" algn="l" defTabSz="914400">
                        <a:lnSpc>
                          <a:spcPct val="100000"/>
                        </a:lnSpc>
                        <a:spcBef>
                          <a:spcPts val="0"/>
                        </a:spcBef>
                        <a:spcAft>
                          <a:spcPts val="0"/>
                        </a:spcAft>
                        <a:buNone/>
                        <a:tabLst/>
                      </a:pPr>
                      <a:r>
                        <a:rPr lang="en-us" sz="1600" b="1" cap="none">
                          <a:solidFill>
                            <a:srgbClr val="FFFFFF"/>
                          </a:solidFill>
                          <a:latin typeface="Calibri" pitchFamily="2" charset="0"/>
                          <a:ea typeface="ＭＳ Ｐゴシック" pitchFamily="0" charset="0"/>
                          <a:cs typeface="Arial" pitchFamily="1" charset="0"/>
                        </a:rPr>
                        <a:t>Optimal</a:t>
                      </a:r>
                      <a:endParaRPr lang="en-us" sz="1600" b="1" cap="none">
                        <a:solidFill>
                          <a:srgbClr val="FFFFFF"/>
                        </a:solidFill>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38100" cap="flat" cmpd="sng" algn="ctr">
                      <a:solidFill>
                        <a:schemeClr val="bg1"/>
                      </a:solidFill>
                      <a:prstDash val="solid"/>
                      <a:headEnd type="none"/>
                      <a:tailEnd type="none"/>
                    </a:lnB>
                    <a:lnTlToBr>
                      <a:noFill/>
                    </a:lnTlToBr>
                    <a:lnBlToTr>
                      <a:noFill/>
                    </a:lnBlToTr>
                    <a:solidFill>
                      <a:srgbClr val="800000"/>
                    </a:solidFill>
                  </a:tcPr>
                </a:tc>
                <a:tc>
                  <a:txBody>
                    <a:bodyPr wrap="square" numCol="1"/>
                    <a:lstStyle/>
                    <a:p>
                      <a:pPr marL="0" marR="0" indent="0" algn="l" defTabSz="914400">
                        <a:lnSpc>
                          <a:spcPct val="100000"/>
                        </a:lnSpc>
                        <a:spcBef>
                          <a:spcPts val="0"/>
                        </a:spcBef>
                        <a:spcAft>
                          <a:spcPts val="0"/>
                        </a:spcAft>
                        <a:buNone/>
                        <a:tabLst/>
                      </a:pPr>
                      <a:r>
                        <a:rPr lang="en-us" sz="1600" b="1" cap="none">
                          <a:solidFill>
                            <a:srgbClr val="FFFFFF"/>
                          </a:solidFill>
                          <a:latin typeface="Calibri" pitchFamily="2" charset="0"/>
                          <a:ea typeface="ＭＳ Ｐゴシック" pitchFamily="0" charset="0"/>
                          <a:cs typeface="Arial" pitchFamily="1" charset="0"/>
                        </a:rPr>
                        <a:t>Complete</a:t>
                      </a:r>
                      <a:endParaRPr lang="en-us" sz="1600" b="1" cap="none">
                        <a:solidFill>
                          <a:srgbClr val="FFFFFF"/>
                        </a:solidFill>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38100" cap="flat" cmpd="sng" algn="ctr">
                      <a:solidFill>
                        <a:schemeClr val="bg1"/>
                      </a:solidFill>
                      <a:prstDash val="solid"/>
                      <a:headEnd type="none"/>
                      <a:tailEnd type="none"/>
                    </a:lnB>
                    <a:lnTlToBr>
                      <a:noFill/>
                    </a:lnTlToBr>
                    <a:lnBlToTr>
                      <a:noFill/>
                    </a:lnBlToTr>
                    <a:solidFill>
                      <a:srgbClr val="800000"/>
                    </a:solidFill>
                  </a:tcPr>
                </a:tc>
                <a:tc>
                  <a:txBody>
                    <a:bodyPr wrap="square" numCol="1"/>
                    <a:lstStyle/>
                    <a:p>
                      <a:pPr marL="0" marR="0" indent="0" algn="l" defTabSz="914400">
                        <a:lnSpc>
                          <a:spcPct val="100000"/>
                        </a:lnSpc>
                        <a:spcBef>
                          <a:spcPts val="0"/>
                        </a:spcBef>
                        <a:spcAft>
                          <a:spcPts val="0"/>
                        </a:spcAft>
                        <a:buNone/>
                        <a:tabLst/>
                      </a:pPr>
                      <a:r>
                        <a:rPr lang="en-us" sz="1600" b="1" cap="none">
                          <a:solidFill>
                            <a:srgbClr val="FFFFFF"/>
                          </a:solidFill>
                          <a:latin typeface="Calibri" pitchFamily="2" charset="0"/>
                          <a:ea typeface="ＭＳ Ｐゴシック" pitchFamily="0" charset="0"/>
                          <a:cs typeface="Arial" pitchFamily="1" charset="0"/>
                        </a:rPr>
                        <a:t>Derivative</a:t>
                      </a:r>
                      <a:endParaRPr lang="en-us" sz="1600" b="1" cap="none">
                        <a:solidFill>
                          <a:srgbClr val="FFFFFF"/>
                        </a:solidFill>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38100" cap="flat" cmpd="sng" algn="ctr">
                      <a:solidFill>
                        <a:schemeClr val="bg1"/>
                      </a:solidFill>
                      <a:prstDash val="solid"/>
                      <a:headEnd type="none"/>
                      <a:tailEnd type="none"/>
                    </a:lnB>
                    <a:lnTlToBr>
                      <a:noFill/>
                    </a:lnTlToBr>
                    <a:lnBlToTr>
                      <a:noFill/>
                    </a:lnBlToTr>
                    <a:solidFill>
                      <a:srgbClr val="800000"/>
                    </a:solidFill>
                  </a:tcPr>
                </a:tc>
                <a:extLst>
                  <a:ext uri="smNativeData">
                    <pr:rowheight xmlns="" xmlns:pr="smNativeData" dt="1768015445" type="min" val="371475"/>
                  </a:ext>
                </a:extLst>
              </a:tr>
              <a:tr h="579120">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Best First Search</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381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D0D8E8"/>
                    </a:solidFill>
                  </a:tcPr>
                </a:tc>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O(bm)</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381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D0D8E8"/>
                    </a:solidFill>
                  </a:tcPr>
                </a:tc>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O(bm)</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381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D0D8E8"/>
                    </a:solidFill>
                  </a:tcPr>
                </a:tc>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No</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381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D0D8E8"/>
                    </a:solidFill>
                  </a:tcPr>
                </a:tc>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Yes</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381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D0D8E8"/>
                    </a:solidFill>
                  </a:tcPr>
                </a:tc>
                <a:tc>
                  <a:txBody>
                    <a:bodyPr wrap="square" numCol="1"/>
                    <a:lstStyle/>
                    <a:p>
                      <a:pPr marL="0" marR="0" indent="0" algn="l" defTabSz="914400">
                        <a:lnSpc>
                          <a:spcPct val="100000"/>
                        </a:lnSpc>
                        <a:spcBef>
                          <a:spcPts val="0"/>
                        </a:spcBef>
                        <a:spcAft>
                          <a:spcPts val="0"/>
                        </a:spcAft>
                        <a:buNone/>
                        <a:tabLst/>
                      </a:pPr>
                      <a:r>
                        <a:rPr lang="it-it" sz="1600" cap="none">
                          <a:latin typeface="Calibri" pitchFamily="2" charset="0"/>
                          <a:ea typeface="ＭＳ Ｐゴシック" pitchFamily="0" charset="0"/>
                          <a:cs typeface="Arial" pitchFamily="1" charset="0"/>
                        </a:rPr>
                        <a:t>BFS</a:t>
                      </a:r>
                      <a:endParaRPr lang="it-it"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381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D0D8E8"/>
                    </a:solidFill>
                  </a:tcPr>
                </a:tc>
                <a:extLst>
                  <a:ext uri="smNativeData">
                    <pr:rowheight xmlns="" xmlns:pr="smNativeData" dt="1768015445" type="min" val="579120"/>
                  </a:ext>
                </a:extLst>
              </a:tr>
              <a:tr h="371475">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Hill Climbing</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E9EDF4"/>
                    </a:solidFill>
                  </a:tcPr>
                </a:tc>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O(</a:t>
                      </a:r>
                      <a:r>
                        <a:rPr lang="en-us" sz="1600" cap="none">
                          <a:latin typeface="Symbol" pitchFamily="1" charset="0"/>
                          <a:ea typeface="ＭＳ Ｐゴシック" pitchFamily="0" charset="0"/>
                          <a:cs typeface="Arial" pitchFamily="1" charset="0"/>
                        </a:rPr>
                        <a:t></a:t>
                      </a:r>
                      <a:r>
                        <a:rPr lang="en-us" sz="1600" cap="none">
                          <a:latin typeface="Calibri" pitchFamily="2" charset="0"/>
                          <a:ea typeface="ＭＳ Ｐゴシック" pitchFamily="0" charset="0"/>
                          <a:cs typeface="Arial" pitchFamily="1" charset="0"/>
                        </a:rPr>
                        <a:t>)</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E9EDF4"/>
                    </a:solidFill>
                  </a:tcPr>
                </a:tc>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O(b)</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E9EDF4"/>
                    </a:solidFill>
                  </a:tcPr>
                </a:tc>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No</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E9EDF4"/>
                    </a:solidFill>
                  </a:tcPr>
                </a:tc>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No</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E9EDF4"/>
                    </a:solidFill>
                  </a:tcPr>
                </a:tc>
                <a:tc>
                  <a:txBody>
                    <a:bodyPr wrap="square" numCol="1"/>
                    <a:lstStyle/>
                    <a:p>
                      <a:pPr marL="0" marR="0" indent="0" algn="l" defTabSz="914400">
                        <a:lnSpc>
                          <a:spcPct val="100000"/>
                        </a:lnSpc>
                        <a:spcBef>
                          <a:spcPts val="0"/>
                        </a:spcBef>
                        <a:spcAft>
                          <a:spcPts val="0"/>
                        </a:spcAft>
                        <a:buNone/>
                        <a:tabLst/>
                      </a:pPr>
                      <a:endParaRPr lang="en-gb"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E9EDF4"/>
                    </a:solidFill>
                  </a:tcPr>
                </a:tc>
                <a:extLst>
                  <a:ext uri="smNativeData">
                    <pr:rowheight xmlns="" xmlns:pr="smNativeData" dt="1768015445" type="min" val="371475"/>
                  </a:ext>
                </a:extLst>
              </a:tr>
              <a:tr h="579120">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A*</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D0D8E8"/>
                    </a:solidFill>
                  </a:tcPr>
                </a:tc>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O(2</a:t>
                      </a:r>
                      <a:r>
                        <a:rPr lang="en-us" sz="1600" cap="none" baseline="30000">
                          <a:latin typeface="Calibri" pitchFamily="2" charset="0"/>
                          <a:ea typeface="ＭＳ Ｐゴシック" pitchFamily="0" charset="0"/>
                          <a:cs typeface="Arial" pitchFamily="1" charset="0"/>
                        </a:rPr>
                        <a:t>N</a:t>
                      </a:r>
                      <a:r>
                        <a:rPr lang="en-us" sz="1600" cap="none">
                          <a:latin typeface="Calibri" pitchFamily="2" charset="0"/>
                          <a:ea typeface="ＭＳ Ｐゴシック" pitchFamily="0" charset="0"/>
                          <a:cs typeface="Arial" pitchFamily="1" charset="0"/>
                        </a:rPr>
                        <a:t>)</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D0D8E8"/>
                    </a:solidFill>
                  </a:tcPr>
                </a:tc>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O(b</a:t>
                      </a:r>
                      <a:r>
                        <a:rPr lang="en-us" sz="1600" cap="none" baseline="30000">
                          <a:latin typeface="Calibri" pitchFamily="2" charset="0"/>
                          <a:ea typeface="ＭＳ Ｐゴシック" pitchFamily="0" charset="0"/>
                          <a:cs typeface="Arial" pitchFamily="1" charset="0"/>
                        </a:rPr>
                        <a:t>d</a:t>
                      </a:r>
                      <a:r>
                        <a:rPr lang="en-us" sz="1600" cap="none">
                          <a:latin typeface="Calibri" pitchFamily="2" charset="0"/>
                          <a:ea typeface="ＭＳ Ｐゴシック" pitchFamily="0" charset="0"/>
                          <a:cs typeface="Arial" pitchFamily="1" charset="0"/>
                        </a:rPr>
                        <a:t>)</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D0D8E8"/>
                    </a:solidFill>
                  </a:tcPr>
                </a:tc>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Yes</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D0D8E8"/>
                    </a:solidFill>
                  </a:tcPr>
                </a:tc>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Yes</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D0D8E8"/>
                    </a:solidFill>
                  </a:tcPr>
                </a:tc>
                <a:tc>
                  <a:txBody>
                    <a:bodyPr wrap="square" numCol="1"/>
                    <a:lstStyle/>
                    <a:p>
                      <a:pPr marL="0" marR="0" indent="0" algn="l" defTabSz="914400">
                        <a:lnSpc>
                          <a:spcPct val="100000"/>
                        </a:lnSpc>
                        <a:spcBef>
                          <a:spcPts val="0"/>
                        </a:spcBef>
                        <a:spcAft>
                          <a:spcPts val="0"/>
                        </a:spcAft>
                        <a:buNone/>
                        <a:tabLst/>
                      </a:pPr>
                      <a:r>
                        <a:rPr lang="en-us" sz="1600" cap="none">
                          <a:latin typeface="Calibri" pitchFamily="2" charset="0"/>
                          <a:ea typeface="ＭＳ Ｐゴシック" pitchFamily="0" charset="0"/>
                          <a:cs typeface="Arial" pitchFamily="1" charset="0"/>
                        </a:rPr>
                        <a:t>Best First Search</a:t>
                      </a:r>
                      <a:endParaRPr lang="en-us" sz="1600" cap="none">
                        <a:latin typeface="Calibri" pitchFamily="2" charset="0"/>
                        <a:ea typeface="ＭＳ Ｐゴシック" pitchFamily="0" charset="0"/>
                        <a:cs typeface="Arial" pitchFamily="1" charset="0"/>
                      </a:endParaRPr>
                    </a:p>
                  </a:txBody>
                  <a:tcPr marL="-635" marR="45720" marT="-635" marB="45720" vert="horz">
                    <a:lnL w="12700" cap="flat" cmpd="sng" algn="ctr">
                      <a:solidFill>
                        <a:schemeClr val="bg1"/>
                      </a:solidFill>
                      <a:prstDash val="solid"/>
                      <a:headEnd type="none"/>
                      <a:tailEnd type="none"/>
                    </a:lnL>
                    <a:lnR w="12700" cap="flat" cmpd="sng" algn="ctr">
                      <a:solidFill>
                        <a:schemeClr val="bg1"/>
                      </a:solidFill>
                      <a:prstDash val="solid"/>
                      <a:headEnd type="none"/>
                      <a:tailEnd type="none"/>
                    </a:lnR>
                    <a:lnT w="12700" cap="flat" cmpd="sng" algn="ctr">
                      <a:solidFill>
                        <a:schemeClr val="bg1"/>
                      </a:solidFill>
                      <a:prstDash val="solid"/>
                      <a:headEnd type="none"/>
                      <a:tailEnd type="none"/>
                    </a:lnT>
                    <a:lnB w="12700" cap="flat" cmpd="sng" algn="ctr">
                      <a:solidFill>
                        <a:schemeClr val="bg1"/>
                      </a:solidFill>
                      <a:prstDash val="solid"/>
                      <a:headEnd type="none"/>
                      <a:tailEnd type="none"/>
                    </a:lnB>
                    <a:lnTlToBr>
                      <a:noFill/>
                    </a:lnTlToBr>
                    <a:lnBlToTr>
                      <a:noFill/>
                    </a:lnBlToTr>
                    <a:solidFill>
                      <a:srgbClr val="D0D8E8"/>
                    </a:solidFill>
                  </a:tcPr>
                </a:tc>
                <a:extLst>
                  <a:ext uri="smNativeData">
                    <pr:rowheight xmlns="" xmlns:pr="smNativeData" dt="1768015445" type="min" val="579120"/>
                  </a:ext>
                </a:extLst>
              </a:tr>
            </a:tbl>
          </a:graphicData>
        </a:graphic>
      </p:graphicFrame>
      <p:sp>
        <p:nvSpPr>
          <p:cNvPr id="4" name="Slide Number Placeholder 3"/>
          <p:cNvSpPr>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yCgAAMgoAADoNQAAMCoAABAAAAAmAAAACAAAAP//////////"/>
              </a:ext>
            </a:extLst>
          </p:cNvSpPr>
          <p:nvPr/>
        </p:nvSpPr>
        <p:spPr>
          <a:xfrm>
            <a:off x="6629400" y="6629400"/>
            <a:ext cx="2133600" cy="228600"/>
          </a:xfrm>
          <a:prstGeom prst="rect">
            <a:avLst/>
          </a:prstGeom>
          <a:noFill/>
          <a:ln>
            <a:noFill/>
          </a:ln>
          <a:effectLst/>
        </p:spPr>
        <p:txBody>
          <a:bodyPr vert="horz" wrap="square" lIns="91440" tIns="45720" rIns="91440" bIns="45720" numCol="1" spcCol="215900" anchor="ctr"/>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lgn="r"/>
            <a:fld id="{7BD419F0-BE96-81EF-D86C-48BA57222E1D}" type="slidenum">
              <a:rPr lang="en-us" sz="700" b="1" cap="none">
                <a:solidFill>
                  <a:schemeClr val="bg1"/>
                </a:solidFill>
              </a:rPr>
              <a:t>72</a:t>
            </a:fld>
            <a:endParaRPr lang="en-us" sz="700" b="1" cap="none">
              <a:solidFill>
                <a:schemeClr val="bg1"/>
              </a:solidFill>
            </a:endParaRPr>
          </a:p>
        </p:txBody>
      </p:sp>
      <p:sp>
        <p:nvSpPr>
          <p:cNvPr id="5" name="TextBox 6"/>
          <p:cNvSpPr>
            <a:extLst>
              <a:ext uri="smNativeData">
                <pr:smNativeData xmlns:pr="smNativeData" xmlns="smNativeData" val="SMDATA_15_VcZhaRMAAAAlAAAAZAAAAE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AAAAAJ/f38AH0l9A8zMzADAwP8Af39/AAAAAAAAAAAAAAAAAAAAAAAAAAAAIQAAABgAAAAUAAAAsgIAAMYgAAArEQAAUSUAABAgAAAmAAAACAAAAP//////////"/>
              </a:ext>
            </a:extLst>
          </p:cNvSpPr>
          <p:nvPr/>
        </p:nvSpPr>
        <p:spPr>
          <a:xfrm>
            <a:off x="438150" y="5327650"/>
            <a:ext cx="2352675" cy="738505"/>
          </a:xfrm>
          <a:prstGeom prst="rect">
            <a:avLst/>
          </a:prstGeom>
          <a:noFill/>
          <a:ln>
            <a:noFill/>
          </a:ln>
          <a:effectLst/>
        </p:spPr>
        <p:txBody>
          <a:bodyPr vert="horz" wrap="none" lIns="91440" tIns="45720" rIns="91440" bIns="45720" numCol="1" spcCol="215900" anchor="t"/>
          <a:lstStyle>
            <a:lvl1pPr>
              <a:defRPr sz="2400" cap="none">
                <a:solidFill>
                  <a:schemeClr val="tx1"/>
                </a:solidFill>
                <a:latin typeface="Arial" pitchFamily="1" charset="0"/>
                <a:ea typeface="Arial" pitchFamily="1" charset="0"/>
                <a:cs typeface="Arial" pitchFamily="1" charset="0"/>
              </a:defRPr>
            </a:lvl1pPr>
            <a:lvl2pPr marL="0" indent="4140835">
              <a:defRPr sz="2400" cap="none">
                <a:solidFill>
                  <a:schemeClr val="tx1"/>
                </a:solidFill>
                <a:latin typeface="Arial" pitchFamily="1" charset="0"/>
                <a:ea typeface="Arial" pitchFamily="1" charset="0"/>
                <a:cs typeface="Arial" pitchFamily="1" charset="0"/>
              </a:defRPr>
            </a:lvl2pPr>
            <a:lvl3pPr>
              <a:defRPr sz="2400" cap="none">
                <a:solidFill>
                  <a:schemeClr val="tx1"/>
                </a:solidFill>
                <a:latin typeface="Arial" pitchFamily="1" charset="0"/>
                <a:ea typeface="Arial" pitchFamily="1" charset="0"/>
                <a:cs typeface="Arial" pitchFamily="1" charset="0"/>
              </a:defRPr>
            </a:lvl3pPr>
            <a:lvl4pPr>
              <a:defRPr sz="2400" cap="none">
                <a:solidFill>
                  <a:schemeClr val="tx1"/>
                </a:solidFill>
                <a:latin typeface="Arial" pitchFamily="1" charset="0"/>
                <a:ea typeface="Arial" pitchFamily="1" charset="0"/>
                <a:cs typeface="Arial" pitchFamily="1" charset="0"/>
              </a:defRPr>
            </a:lvl4pPr>
            <a:lvl5pPr>
              <a:defRPr sz="2400" cap="none">
                <a:solidFill>
                  <a:schemeClr val="tx1"/>
                </a:solidFill>
                <a:latin typeface="Arial" pitchFamily="1" charset="0"/>
                <a:ea typeface="Arial" pitchFamily="1" charset="0"/>
                <a:cs typeface="Arial" pitchFamily="1" charset="0"/>
              </a:defRPr>
            </a:lvl5pPr>
            <a:lvl6pPr marL="457200">
              <a:spcBef>
                <a:spcPts val="0"/>
              </a:spcBef>
              <a:spcAft>
                <a:spcPts val="0"/>
              </a:spcAft>
              <a:defRPr sz="2400" cap="none">
                <a:solidFill>
                  <a:schemeClr val="tx1"/>
                </a:solidFill>
                <a:latin typeface="Arial" pitchFamily="1" charset="0"/>
                <a:ea typeface="Arial" pitchFamily="1" charset="0"/>
                <a:cs typeface="Arial" pitchFamily="1" charset="0"/>
              </a:defRPr>
            </a:lvl6pPr>
            <a:lvl7pPr marL="914400">
              <a:spcBef>
                <a:spcPts val="0"/>
              </a:spcBef>
              <a:spcAft>
                <a:spcPts val="0"/>
              </a:spcAft>
              <a:defRPr sz="2400" cap="none">
                <a:solidFill>
                  <a:schemeClr val="tx1"/>
                </a:solidFill>
                <a:latin typeface="Arial" pitchFamily="1" charset="0"/>
                <a:ea typeface="Arial" pitchFamily="1" charset="0"/>
                <a:cs typeface="Arial" pitchFamily="1" charset="0"/>
              </a:defRPr>
            </a:lvl7pPr>
            <a:lvl8pPr marL="1371600">
              <a:spcBef>
                <a:spcPts val="0"/>
              </a:spcBef>
              <a:spcAft>
                <a:spcPts val="0"/>
              </a:spcAft>
              <a:defRPr sz="2400" cap="none">
                <a:solidFill>
                  <a:schemeClr val="tx1"/>
                </a:solidFill>
                <a:latin typeface="Arial" pitchFamily="1" charset="0"/>
                <a:ea typeface="Arial" pitchFamily="1" charset="0"/>
                <a:cs typeface="Arial" pitchFamily="1" charset="0"/>
              </a:defRPr>
            </a:lvl8pPr>
            <a:lvl9pPr marL="1828800">
              <a:spcBef>
                <a:spcPts val="0"/>
              </a:spcBef>
              <a:spcAft>
                <a:spcPts val="0"/>
              </a:spcAft>
              <a:defRPr sz="2400" cap="none">
                <a:solidFill>
                  <a:schemeClr val="tx1"/>
                </a:solidFill>
                <a:latin typeface="Arial" pitchFamily="1" charset="0"/>
                <a:ea typeface="Arial" pitchFamily="1" charset="0"/>
                <a:cs typeface="Arial" pitchFamily="1" charset="0"/>
              </a:defRPr>
            </a:lvl9pPr>
          </a:lstStyle>
          <a:p>
            <a:pPr/>
            <a:r>
              <a:rPr lang="en-us" sz="1400" i="1" cap="none"/>
              <a:t>b</a:t>
            </a:r>
            <a:r>
              <a:rPr lang="en-us" sz="1400" cap="none"/>
              <a:t>, branching factor</a:t>
            </a:r>
            <a:endParaRPr lang="en-us" sz="1400" cap="none"/>
          </a:p>
          <a:p>
            <a:pPr/>
            <a:r>
              <a:rPr lang="en-us" sz="1400" i="1" cap="none"/>
              <a:t>d</a:t>
            </a:r>
            <a:r>
              <a:rPr lang="en-us" sz="1400" cap="none"/>
              <a:t>, tree depth of the solution</a:t>
            </a:r>
            <a:endParaRPr lang="en-us" sz="1400" cap="none"/>
          </a:p>
          <a:p>
            <a:pPr/>
            <a:r>
              <a:rPr lang="en-us" sz="1400" i="1" cap="none"/>
              <a:t>m</a:t>
            </a:r>
            <a:r>
              <a:rPr lang="en-us" sz="1400" cap="none"/>
              <a:t>, maximum tree depth</a:t>
            </a:r>
            <a:endParaRPr lang="en-us" sz="1400" cap="none"/>
          </a:p>
        </p:txBody>
      </p:sp>
    </p:spTree>
  </p:cSld>
  <p:clrMapOvr>
    <a:masterClrMapping/>
  </p:clrMapOvr>
  <p:timing>
    <p:tnLst>
      <p:par>
        <p:cTn id="1" dur="indefinite" restart="never" nodeType="tmRoot"/>
      </p:par>
    </p:tnLst>
  </p:timing>
</p:sld>
</file>

<file path=ppt/slides/slide6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Content Placeholder 1"/>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4AEAADAJAACANAAACCUAABAAAAAmAAAACAAAAIGAAAAAAAAA"/>
              </a:ext>
            </a:extLst>
          </p:cNvSpPr>
          <p:nvPr>
            <p:ph type="body" idx="1"/>
          </p:nvPr>
        </p:nvSpPr>
        <p:spPr>
          <a:xfrm>
            <a:off x="304800" y="1493520"/>
            <a:ext cx="8229600" cy="4526280"/>
          </a:xfrm>
        </p:spPr>
        <p:txBody>
          <a:bodyPr vert="horz" wrap="square" lIns="91440" tIns="45720" rIns="91440" bIns="45720" numCol="1" spcCol="215900" anchor="t">
            <a:prstTxWarp prst="textNoShape">
              <a:avLst/>
            </a:prstTxWarp>
          </a:bodyPr>
          <a:lstStyle>
            <a:lvl1pPr marL="342900" marR="0" indent="-342900" algn="l" defTabSz="914400">
              <a:lnSpc>
                <a:spcPct val="100000"/>
              </a:lnSpc>
              <a:spcBef>
                <a:spcPts val="0"/>
              </a:spcBef>
              <a:spcAft>
                <a:spcPts val="0"/>
              </a:spcAft>
              <a:buNone/>
              <a:tabLst/>
              <a:defRPr sz="2400" cap="none">
                <a:latin typeface="Arial" pitchFamily="1" charset="0"/>
                <a:ea typeface="Arial" pitchFamily="1" charset="0"/>
                <a:cs typeface="Arial" pitchFamily="1" charset="0"/>
              </a:defRPr>
            </a:lvl1pPr>
            <a:lvl2pPr marL="742950" marR="0" indent="-285750" algn="l" defTabSz="914400">
              <a:lnSpc>
                <a:spcPct val="100000"/>
              </a:lnSpc>
              <a:spcBef>
                <a:spcPts val="0"/>
              </a:spcBef>
              <a:spcAft>
                <a:spcPts val="0"/>
              </a:spcAft>
              <a:buClrTx/>
              <a:buSzTx/>
              <a:buFont typeface="Arial" pitchFamily="1" charset="0"/>
              <a:buChar char="–"/>
              <a:tabLst/>
              <a:defRPr sz="1600" cap="none">
                <a:latin typeface="Arial" pitchFamily="1" charset="0"/>
                <a:ea typeface="Arial" pitchFamily="1" charset="0"/>
                <a:cs typeface="Arial" pitchFamily="1" charset="0"/>
              </a:defRPr>
            </a:lvl2pPr>
          </a:lstStyle>
          <a:p>
            <a:pPr/>
            <a:endParaRPr lang="en-us" cap="none"/>
          </a:p>
          <a:p>
            <a:pPr/>
            <a:endParaRPr lang="en-us" cap="none"/>
          </a:p>
          <a:p>
            <a:pPr/>
            <a:endParaRPr lang="en-us" cap="none"/>
          </a:p>
          <a:p>
            <a:pPr/>
            <a:endParaRPr lang="en-us" cap="none"/>
          </a:p>
          <a:p>
            <a:pPr/>
            <a:r>
              <a:rPr lang="en-us" cap="none"/>
              <a:t>                                  </a:t>
            </a:r>
            <a:r>
              <a:rPr lang="en-us" sz="3200" cap="none">
                <a:effectLst>
                  <a:outerShdw dist="63500" dir="3600000" algn="tl" rotWithShape="0">
                    <a:srgbClr val="000000">
                      <a:alpha val="40000"/>
                    </a:srgbClr>
                  </a:outerShdw>
                </a:effectLst>
              </a:rPr>
              <a:t>Thank you</a:t>
            </a:r>
            <a:endParaRPr lang="en-in" sz="3200" cap="none">
              <a:effectLst>
                <a:outerShdw dist="63500" dir="3600000" algn="tl" rotWithShape="0">
                  <a:srgbClr val="000000">
                    <a:alpha val="40000"/>
                  </a:srgbClr>
                </a:outerShdw>
              </a:effectLst>
            </a:endParaRPr>
          </a:p>
        </p:txBody>
      </p:sp>
      <p:sp>
        <p:nvSpPr>
          <p:cNvPr id="3" name="Content Placeholder 2"/>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4AEAAPAAAADIKAAA+AcAABAAAAAmAAAACAAAAAAAAAAAAAAA"/>
              </a:ext>
            </a:extLst>
          </p:cNvSpPr>
          <p:nvPr>
            <p:ph type="body" idx="10"/>
          </p:nvPr>
        </p:nvSpPr>
        <p:spPr/>
        <p:txBody>
          <a:bodyPr/>
          <a:lstStyle/>
          <a:p>
            <a:pPr/>
          </a:p>
        </p:txBody>
      </p:sp>
      <p:sp>
        <p:nvSpPr>
          <p:cNvPr id="4" name="Smiley Face 3"/>
          <p:cNvSpPr>
            <a:extLst>
              <a:ext uri="smNativeData">
                <pr:smNativeData xmlns:pr="smNativeData" xmlns="smNativeData" val="SMDATA_15_VcZhaRMAAAAlAAAAdAAAAA0AAAAAkAAAAEgAAACQAAAASAAAAAAAAAABAAAAAAAAAAEAAABQAAAAAAAAAAAAAAAAAAAAAADgPwAAAAAAAOA/AAAAAAAA4D8AAAAAAADgPwAAAAAAAOA/AAAAAAAA4D8AAAAAAADgPwAAAAAAAOA/AAAAAAAA4D8CAAAAjAAAAAEAAAAAAAAAT4G9DP///wgAAAAAAAAAAAAAAAAAAAAAAAAAAAAAAAAAAAAAZAAAAAEAAABAAAAAAAAAAAAAAAAAAAAAAAAAAAAAAAAAAAAAAAAAAAAAAAAAAAAAAAAAAAAAAAAAAAAAAAAAAAAAAAAAAAAAAAAAAAAAAAAAAAAAAAAAAAAAAAAAAAAAFAAAADwAAAABAAAAAAAAADtgjAAo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T4G9Bf///wEAAAAAAAAAAAAAAAAAAAAAAAAAAAAAAAAAAAAAAAAAADtgjAB/f38AH0l9A8zMzADAwP8Af39/AAAAAAAAAAAAAAAAAAAAAAAAAAAAIQAAABgAAAAUAAAAYiAAAA4VAABnJAAA8hcAABAAAAAmAAAACAAAAP//////////"/>
              </a:ext>
            </a:extLst>
          </p:cNvSpPr>
          <p:nvPr/>
        </p:nvSpPr>
        <p:spPr>
          <a:xfrm>
            <a:off x="5264150" y="3422650"/>
            <a:ext cx="653415" cy="469900"/>
          </a:xfrm>
          <a:prstGeom prst="smileyFace">
            <a:avLst>
              <a:gd name="adj" fmla="val 4653"/>
            </a:avLst>
          </a:prstGeom>
          <a:solidFill>
            <a:schemeClr val="accent1"/>
          </a:solidFill>
          <a:ln w="25400" cap="flat" cmpd="sng" algn="ctr">
            <a:solidFill>
              <a:srgbClr val="3B608C"/>
            </a:solidFill>
            <a:prstDash val="solid"/>
            <a:headEnd type="none"/>
            <a:tailEnd type="none"/>
          </a:ln>
          <a:effectLst/>
        </p:spPr>
        <p:txBody>
          <a:bodyPr vert="horz" wrap="square" lIns="91440" tIns="45720" rIns="91440" bIns="45720" numCol="1" spcCol="215900" anchor="ctr"/>
          <a:lstStyle/>
          <a:p>
            <a:pPr algn="ctr">
              <a:defRPr cap="none">
                <a:solidFill>
                  <a:srgbClr val="FFFFFF"/>
                </a:solidFill>
              </a:defRPr>
            </a:pPr>
            <a:endParaRPr lang="en-in" cap="none"/>
          </a:p>
        </p:txBody>
      </p:sp>
    </p:spTree>
  </p:cSld>
  <p:clrMapOvr>
    <a:masterClrMapping/>
  </p:clrMapOvr>
  <p:timing>
    <p:tnLst>
      <p:par>
        <p:cTn id="1" dur="indefinite" restart="never" nodeType="tmRoot"/>
      </p:par>
    </p:tnLst>
  </p:timing>
</p:sld>
</file>

<file path=ppt/slides/slide6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Content Placeholder 1"/>
          <p:cNvSpPr>
            <a:spLocks noGrp="1" noChangeArrowheads="1"/>
            <a:extLst>
              <a:ext uri="smNativeData">
                <pr:smNativeData xmlns:pr="smNativeData" xmlns="smNativeData" val="SMDATA_15_VcZhaRMAAAAlAAAAZAAAAA0AAAAAkAAAAEgAAACQAAAASAAAAAAAAAAA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Hcg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4AEAADAJAACANAAACCUAABAAAAAmAAAACAAAAIGAAAAAAAAA"/>
              </a:ext>
            </a:extLst>
          </p:cNvSpPr>
          <p:nvPr>
            <p:ph type="body" idx="1"/>
          </p:nvPr>
        </p:nvSpPr>
        <p:spPr>
          <a:xfrm>
            <a:off x="304800" y="1493520"/>
            <a:ext cx="8229600" cy="4526280"/>
          </a:xfrm>
        </p:spPr>
        <p:txBody>
          <a:bodyPr vert="horz" wrap="square" lIns="91440" tIns="45720" rIns="91440" bIns="45720" numCol="1" spcCol="215900" anchor="t">
            <a:prstTxWarp prst="textNoShape">
              <a:avLst/>
            </a:prstTxWarp>
          </a:bodyPr>
          <a:lstStyle>
            <a:lvl1pPr marL="342900" marR="0" indent="-342900" algn="l" defTabSz="914400">
              <a:lnSpc>
                <a:spcPct val="100000"/>
              </a:lnSpc>
              <a:spcBef>
                <a:spcPts val="0"/>
              </a:spcBef>
              <a:spcAft>
                <a:spcPts val="0"/>
              </a:spcAft>
              <a:buNone/>
              <a:tabLst/>
              <a:defRPr sz="2400" cap="none">
                <a:latin typeface="Arial" pitchFamily="1" charset="0"/>
                <a:ea typeface="Arial" pitchFamily="1" charset="0"/>
                <a:cs typeface="Arial" pitchFamily="1" charset="0"/>
              </a:defRPr>
            </a:lvl1pPr>
            <a:lvl2pPr marL="742950" marR="0" indent="-285750" algn="l" defTabSz="914400">
              <a:lnSpc>
                <a:spcPct val="100000"/>
              </a:lnSpc>
              <a:spcBef>
                <a:spcPts val="0"/>
              </a:spcBef>
              <a:spcAft>
                <a:spcPts val="0"/>
              </a:spcAft>
              <a:buClrTx/>
              <a:buSzTx/>
              <a:buFont typeface="Arial" pitchFamily="1" charset="0"/>
              <a:buChar char="–"/>
              <a:tabLst/>
              <a:defRPr sz="1600" cap="none">
                <a:latin typeface="Arial" pitchFamily="1" charset="0"/>
                <a:ea typeface="Arial" pitchFamily="1" charset="0"/>
                <a:cs typeface="Arial" pitchFamily="1" charset="0"/>
              </a:defRPr>
            </a:lvl2pPr>
          </a:lstStyle>
          <a:p>
            <a:pPr/>
            <a:r>
              <a:rPr lang="en-us" cap="none"/>
              <a:t>                         </a:t>
            </a:r>
            <a:endParaRPr lang="en-us" cap="none"/>
          </a:p>
          <a:p>
            <a:pPr/>
            <a:endParaRPr lang="en-us" cap="none"/>
          </a:p>
          <a:p>
            <a:pPr/>
            <a:endParaRPr lang="en-us" cap="none"/>
          </a:p>
          <a:p>
            <a:pPr/>
            <a:endParaRPr lang="en-us" cap="none"/>
          </a:p>
          <a:p>
            <a:pPr/>
            <a:endParaRPr lang="en-us" cap="none"/>
          </a:p>
          <a:p>
            <a:pPr/>
            <a:r>
              <a:rPr lang="en-us" cap="none"/>
              <a:t>                              </a:t>
            </a:r>
            <a:r>
              <a:rPr lang="en-us" sz="3200" cap="none"/>
              <a:t>Any Questions?</a:t>
            </a:r>
            <a:endParaRPr lang="en-in" sz="3200" cap="none"/>
          </a:p>
        </p:txBody>
      </p:sp>
      <p:sp>
        <p:nvSpPr>
          <p:cNvPr id="3" name="Content Placeholder 2"/>
          <p:cNvSpPr>
            <a:spLocks noGrp="1" noChangeArrowheads="1"/>
            <a:extLst>
              <a:ext uri="smNativeData">
                <pr:smNativeData xmlns:pr="smNativeData" xmlns="smNativeData" val="SMDATA_15_VcZhaRMAAAAlAAAAZAAAAA0AAAAAkAAAAEgAAACQAAAASAAAAAAAAAABAAAAAAAAAAEAAABQAAAAAAAAAAAA4D8AAAAAAADgPwAAAAAAAOA/AAAAAAAA4D8AAAAAAADgPwAAAAAAAOA/AAAAAAAA4D8AAAAAAADgPwAAAAAAAOA/AAAAAAAA4D8CAAAAjAAAAAAAAAAAAAAAT4G9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AfSX0KAAAAACgAAAAoAAAAZAAAAGQAAAAAAAAAzMzMAAAAAABQAAAAUAAAAGQAAABkAAAAAAAAABcAAAAUAAAAAAAAAAAAAAD/fwAA/38AAAAAAAAJAAAABAAAAKqqqq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H0l9A8zMzADAwP8Af39/AAAAAAAAAAAAAAAAAAAAAAAAAAAAIQAAABgAAAAUAAAA4AEAAPAAAADIKAAA+AcAABAAAAAmAAAACAAAAAAAAAAAAAAA"/>
              </a:ext>
            </a:extLst>
          </p:cNvSpPr>
          <p:nvPr>
            <p:ph type="body" idx="10"/>
          </p:nvPr>
        </p:nvSpPr>
        <p:spPr/>
        <p:txBody>
          <a:bodyPr/>
          <a:lstStyle/>
          <a:p>
            <a:p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Presentation 1">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esentatio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esentatio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Presentation">
  <a:themeElements>
    <a:clrScheme name="Presentation 1">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resentatio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6">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Presentation 7">
        <a:dk1>
          <a:srgbClr val="000000"/>
        </a:dk1>
        <a:lt1>
          <a:srgbClr val="FFFFFF"/>
        </a:lt1>
        <a:dk2>
          <a:srgbClr val="EEECE1"/>
        </a:dk2>
        <a:lt2>
          <a:srgbClr val="1F497D"/>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6A38222816C124A8A594EC8EF066948" ma:contentTypeVersion="3" ma:contentTypeDescription="Create a new document." ma:contentTypeScope="" ma:versionID="ead1c72bd066d25c313387ff589a99a7">
  <xsd:schema xmlns:xsd="http://www.w3.org/2001/XMLSchema" xmlns:xs="http://www.w3.org/2001/XMLSchema" xmlns:p="http://schemas.microsoft.com/office/2006/metadata/properties" xmlns:ns2="732978cb-f1a4-43ed-a511-9445200b0bef" targetNamespace="http://schemas.microsoft.com/office/2006/metadata/properties" ma:root="true" ma:fieldsID="60d0dfccf03380fcbf4c73e9cf11bdf7" ns2:_="">
    <xsd:import namespace="732978cb-f1a4-43ed-a511-9445200b0be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2978cb-f1a4-43ed-a511-9445200b0be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67DF8AF-40EE-46B1-A011-0D62B7CCBCFB}"/>
</file>

<file path=customXml/itemProps2.xml><?xml version="1.0" encoding="utf-8"?>
<ds:datastoreItem xmlns:ds="http://schemas.openxmlformats.org/officeDocument/2006/customXml" ds:itemID="{BCE487D4-D116-4EC9-BA2B-136D3F032B8F}"/>
</file>

<file path=customXml/itemProps3.xml><?xml version="1.0" encoding="utf-8"?>
<ds:datastoreItem xmlns:ds="http://schemas.openxmlformats.org/officeDocument/2006/customXml" ds:itemID="{3EA184D6-0A9A-4710-AA9F-8A42778D5E83}"/>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bits-14-14</dc:creator>
  <cp:keywords/>
  <dc:description/>
  <cp:lastModifiedBy>brahmanaidu</cp:lastModifiedBy>
  <cp:revision>0</cp:revision>
  <dcterms:created xsi:type="dcterms:W3CDTF">2023-09-30T16:15:48Z</dcterms:created>
  <dcterms:modified xsi:type="dcterms:W3CDTF">2026-01-10T03:24:05Z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0x010100E6A38222816C124A8A594EC8EF066948</vt:lpwstr>
  </property>
</Properties>
</file>