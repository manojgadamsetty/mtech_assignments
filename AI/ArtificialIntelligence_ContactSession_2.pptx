
<file path=[Content_Types].xml><?xml version="1.0" encoding="utf-8"?>
<Types xmlns="http://schemas.openxmlformats.org/package/2006/content-types">
  <Default Extension="avi" ContentType="video/avi"/>
  <Default Extension="bin" ContentType="application/vnd.openxmlformats-officedocument.oleObject"/>
  <Default Extension="bmp" ContentType="image/bmp"/>
  <Default Extension="emf" ContentType="image/x-emf"/>
  <Default Extension="fntdata" ContentType="application/x-fontdata"/>
  <Default Extension="gif" ContentType="image/gif"/>
  <Default Extension="jpeg" ContentType="image/jpeg"/>
  <Default Extension="mid" ContentType="audio/unknown"/>
  <Default Extension="midi" ContentType="audio/unknown"/>
  <Default Extension="mp2" ContentType="video/mpeg"/>
  <Default Extension="mp3" ContentType="audio/unknown"/>
  <Default Extension="mp4" ContentType="video/mpeg"/>
  <Default Extension="mpeg" ContentType="video/mpeg"/>
  <Default Extension="mpg" ContentType="video/mpeg"/>
  <Default Extension="pct" ContentType="image/pct"/>
  <Default Extension="pcx" ContentType="image/pcx"/>
  <Default Extension="png" ContentType="image/png"/>
  <Default Extension="rels" ContentType="application/vnd.openxmlformats-package.relationships+xml"/>
  <Default Extension="rmi" ContentType="audio/unknown"/>
  <Default Extension="svg" ContentType="image/svg+xml"/>
  <Default Extension="tga" ContentType="image/tga"/>
  <Default Extension="tif" ContentType="image/tif"/>
  <Default Extension="vml" ContentType="application/vnd.openxmlformats-officedocument.vmlDrawing"/>
  <Default Extension="wav" ContentType="audio/wav"/>
  <Default Extension="wma" ContentType="audio/x-ms-wma"/>
  <Default Extension="wmf" ContentType="image/x-wmf"/>
  <Default Extension="wmv" ContentType="video/wmv"/>
  <Default Extension="xml" ContentType="application/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  <p:sldMasterId id="2147483661" r:id="rId6"/>
    <p:sldMasterId id="2147483674" r:id="rId7"/>
    <p:sldMasterId id="2147483687" r:id="rId8"/>
    <p:sldMasterId id="2147483701" r:id="rId9"/>
  </p:sldMasterIdLst>
  <p:notesMasterIdLst>
    <p:notesMasterId r:id="rId10"/>
  </p:notesMasterIdLst>
  <p:sldIdLst>
    <p:sldId id="442" r:id="rId11"/>
    <p:sldId id="416" r:id="rId12"/>
    <p:sldId id="417" r:id="rId13"/>
    <p:sldId id="357" r:id="rId14"/>
    <p:sldId id="428" r:id="rId15"/>
    <p:sldId id="429" r:id="rId16"/>
    <p:sldId id="430" r:id="rId17"/>
    <p:sldId id="455" r:id="rId18"/>
    <p:sldId id="422" r:id="rId19"/>
    <p:sldId id="423" r:id="rId20"/>
    <p:sldId id="389" r:id="rId21"/>
    <p:sldId id="424" r:id="rId22"/>
    <p:sldId id="431" r:id="rId23"/>
    <p:sldId id="432" r:id="rId24"/>
    <p:sldId id="433" r:id="rId25"/>
    <p:sldId id="434" r:id="rId26"/>
    <p:sldId id="435" r:id="rId27"/>
    <p:sldId id="436" r:id="rId28"/>
    <p:sldId id="456" r:id="rId29"/>
    <p:sldId id="464" r:id="rId30"/>
    <p:sldId id="321" r:id="rId31"/>
    <p:sldId id="443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30" r:id="rId40"/>
    <p:sldId id="457" r:id="rId41"/>
    <p:sldId id="277" r:id="rId42"/>
    <p:sldId id="418" r:id="rId43"/>
    <p:sldId id="358" r:id="rId44"/>
    <p:sldId id="359" r:id="rId45"/>
    <p:sldId id="360" r:id="rId46"/>
    <p:sldId id="361" r:id="rId47"/>
    <p:sldId id="461" r:id="rId48"/>
    <p:sldId id="364" r:id="rId49"/>
    <p:sldId id="365" r:id="rId50"/>
    <p:sldId id="366" r:id="rId51"/>
    <p:sldId id="390" r:id="rId52"/>
    <p:sldId id="465" r:id="rId53"/>
    <p:sldId id="466" r:id="rId54"/>
    <p:sldId id="467" r:id="rId55"/>
    <p:sldId id="468" r:id="rId56"/>
    <p:sldId id="469" r:id="rId57"/>
    <p:sldId id="463" r:id="rId58"/>
  </p:sldIdLst>
  <p:sldSz cx="9144000" cy="6858000"/>
  <p:notesSz cx="9144000" cy="6858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9338198" val="1062" rev64="64" revOS="1"/>
      <pr:smFileRevision xmlns:pr="smNativeData" xmlns="smNativeData" dt="1769338198" val="101"/>
      <pr:guideOptions xmlns:pr="smNativeData" xmlns="smNativeData" dt="1769338198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67" d="100"/>
          <a:sy n="67" d="100"/>
        </p:scale>
        <p:origin x="959" y="215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Grid="0">
      <p:cViewPr>
        <p:scale>
          <a:sx n="67" d="100"/>
          <a:sy n="67" d="100"/>
        </p:scale>
        <p:origin x="959" y="215"/>
      </p:cViewPr>
    </p:cSldViewPr>
  </p:notesViewPr>
  <p:gridSpacing cx="73477120" cy="7347712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" Type="http://schemas.openxmlformats.org/officeDocument/2006/relationships/slideMaster" Target="slideMasters/slideMaster3.xml"/><Relationship Id="rId2" Type="http://schemas.openxmlformats.org/officeDocument/2006/relationships/tableStyles" Target="tableStyles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5" Type="http://schemas.openxmlformats.org/officeDocument/2006/relationships/slideMaster" Target="slideMasters/slideMaster1.xml"/><Relationship Id="rId61" Type="http://schemas.openxmlformats.org/officeDocument/2006/relationships/customXml" Target="../customXml/item3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8" Type="http://schemas.openxmlformats.org/officeDocument/2006/relationships/slideMaster" Target="slideMasters/slideMaster4.xml"/><Relationship Id="rId51" Type="http://schemas.openxmlformats.org/officeDocument/2006/relationships/slide" Target="slides/slide41.xml"/><Relationship Id="rId3" Type="http://schemas.openxmlformats.org/officeDocument/2006/relationships/presProps" Target="presProps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customXml" Target="../customXml/item1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notesMaster" Target="notesMasters/notesMaster1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slideMaster" Target="slideMasters/slideMaster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524E08-3FE7-4939-81D7-B2BD5FD7D278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05FADE-ECDB-4554-BD97-D17385C31EAC}">
      <dgm:prSet phldrT="[Text]"/>
      <dgm:spPr/>
      <dgm:t>
        <a:bodyPr/>
        <a:lstStyle/>
        <a:p>
          <a:r>
            <a:rPr lang="en-US" dirty="0"/>
            <a:t>Goal Formulation</a:t>
          </a:r>
          <a:endParaRPr lang="en-IN" dirty="0"/>
        </a:p>
      </dgm:t>
    </dgm:pt>
    <dgm:pt modelId="{7604F0DB-F9ED-4C2D-8194-80C3299845F0}" type="parTrans" cxnId="{F0E9C35F-E140-4823-B13C-52AA01D8C4F6}">
      <dgm:prSet/>
      <dgm:spPr/>
      <dgm:t>
        <a:bodyPr/>
        <a:lstStyle/>
        <a:p>
          <a:endParaRPr lang="en-IN"/>
        </a:p>
      </dgm:t>
    </dgm:pt>
    <dgm:pt modelId="{50C1F5B4-A480-4E89-BE26-4D848C3B97FD}" type="sibTrans" cxnId="{F0E9C35F-E140-4823-B13C-52AA01D8C4F6}">
      <dgm:prSet/>
      <dgm:spPr/>
      <dgm:t>
        <a:bodyPr/>
        <a:lstStyle/>
        <a:p>
          <a:endParaRPr lang="en-IN"/>
        </a:p>
      </dgm:t>
    </dgm:pt>
    <dgm:pt modelId="{5BE26640-DB6D-4B0E-81D9-6CB0FE70602D}">
      <dgm:prSet phldrT="[Text]"/>
      <dgm:spPr/>
      <dgm:t>
        <a:bodyPr/>
        <a:lstStyle/>
        <a:p>
          <a:r>
            <a:rPr lang="en-US" dirty="0"/>
            <a:t>Problem Formulation</a:t>
          </a:r>
          <a:endParaRPr lang="en-IN" dirty="0"/>
        </a:p>
      </dgm:t>
    </dgm:pt>
    <dgm:pt modelId="{765F2A9F-D67D-4288-A122-99EAC9E1D0A4}" type="parTrans" cxnId="{3AB9C375-6503-44DB-BB3D-8CC09644C8A6}">
      <dgm:prSet/>
      <dgm:spPr/>
      <dgm:t>
        <a:bodyPr/>
        <a:lstStyle/>
        <a:p>
          <a:endParaRPr lang="en-IN"/>
        </a:p>
      </dgm:t>
    </dgm:pt>
    <dgm:pt modelId="{4BBF9908-4200-4E5B-99A4-8EA216B44D01}" type="sibTrans" cxnId="{3AB9C375-6503-44DB-BB3D-8CC09644C8A6}">
      <dgm:prSet/>
      <dgm:spPr/>
      <dgm:t>
        <a:bodyPr/>
        <a:lstStyle/>
        <a:p>
          <a:endParaRPr lang="en-IN"/>
        </a:p>
      </dgm:t>
    </dgm:pt>
    <dgm:pt modelId="{C8F201AD-3114-44FB-88D3-0EF46250913B}">
      <dgm:prSet phldrT="[Text]"/>
      <dgm:spPr/>
      <dgm:t>
        <a:bodyPr/>
        <a:lstStyle/>
        <a:p>
          <a:r>
            <a:rPr lang="en-US" dirty="0"/>
            <a:t>Search Phase</a:t>
          </a:r>
          <a:endParaRPr lang="en-IN" dirty="0"/>
        </a:p>
      </dgm:t>
    </dgm:pt>
    <dgm:pt modelId="{F70C3DE1-4EC4-4673-9719-FD03835A2689}" type="parTrans" cxnId="{694B1A37-5096-4C63-B0E7-4B838490FAAC}">
      <dgm:prSet/>
      <dgm:spPr/>
      <dgm:t>
        <a:bodyPr/>
        <a:lstStyle/>
        <a:p>
          <a:endParaRPr lang="en-IN"/>
        </a:p>
      </dgm:t>
    </dgm:pt>
    <dgm:pt modelId="{0E2161C5-9F05-4806-A349-6A1EDC1054AA}" type="sibTrans" cxnId="{694B1A37-5096-4C63-B0E7-4B838490FAAC}">
      <dgm:prSet/>
      <dgm:spPr/>
      <dgm:t>
        <a:bodyPr/>
        <a:lstStyle/>
        <a:p>
          <a:endParaRPr lang="en-IN"/>
        </a:p>
      </dgm:t>
    </dgm:pt>
    <dgm:pt modelId="{520D68B5-7881-42E4-B156-6755EAA35918}">
      <dgm:prSet phldrT="[Text]"/>
      <dgm:spPr/>
      <dgm:t>
        <a:bodyPr/>
        <a:lstStyle/>
        <a:p>
          <a:r>
            <a:rPr lang="en-US" dirty="0"/>
            <a:t>Execution Phase</a:t>
          </a:r>
          <a:endParaRPr lang="en-IN" dirty="0"/>
        </a:p>
      </dgm:t>
    </dgm:pt>
    <dgm:pt modelId="{E5AED860-743A-47EF-AB91-AFC19D9F2646}" type="parTrans" cxnId="{24720F52-2787-4385-AD3F-E3A24D1D2DC4}">
      <dgm:prSet/>
      <dgm:spPr/>
      <dgm:t>
        <a:bodyPr/>
        <a:lstStyle/>
        <a:p>
          <a:endParaRPr lang="en-IN"/>
        </a:p>
      </dgm:t>
    </dgm:pt>
    <dgm:pt modelId="{13994002-2F8E-4C70-9E01-539A602CBE4D}" type="sibTrans" cxnId="{24720F52-2787-4385-AD3F-E3A24D1D2DC4}">
      <dgm:prSet/>
      <dgm:spPr/>
      <dgm:t>
        <a:bodyPr/>
        <a:lstStyle/>
        <a:p>
          <a:endParaRPr lang="en-IN"/>
        </a:p>
      </dgm:t>
    </dgm:pt>
    <dgm:pt modelId="{569D1694-4975-41E6-BE2A-74778F3C1BDA}" type="pres">
      <dgm:prSet presAssocID="{29524E08-3FE7-4939-81D7-B2BD5FD7D278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21C1D6A-F803-41DC-B9AA-C58B868BF77C}" type="pres">
      <dgm:prSet presAssocID="{1705FADE-ECDB-4554-BD97-D17385C31EA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ED75C32-7F59-456D-9199-7CFEF67AEC8A}" type="pres">
      <dgm:prSet presAssocID="{50C1F5B4-A480-4E89-BE26-4D848C3B97FD}" presName="sibTrans" presStyleLbl="sibTrans2D1" presStyleIdx="0" presStyleCnt="3"/>
      <dgm:spPr/>
      <dgm:t>
        <a:bodyPr/>
        <a:lstStyle/>
        <a:p>
          <a:endParaRPr lang="en-IN"/>
        </a:p>
      </dgm:t>
    </dgm:pt>
    <dgm:pt modelId="{8A582CED-1A89-4D78-AC58-2FDF19BAB02E}" type="pres">
      <dgm:prSet presAssocID="{50C1F5B4-A480-4E89-BE26-4D848C3B97FD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BC4095B7-750E-4E99-BC79-ACA1DD4242C0}" type="pres">
      <dgm:prSet presAssocID="{5BE26640-DB6D-4B0E-81D9-6CB0FE70602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556793C-13BE-4E5C-8DC6-E1579D949252}" type="pres">
      <dgm:prSet presAssocID="{4BBF9908-4200-4E5B-99A4-8EA216B44D01}" presName="sibTrans" presStyleLbl="sibTrans2D1" presStyleIdx="1" presStyleCnt="3"/>
      <dgm:spPr/>
      <dgm:t>
        <a:bodyPr/>
        <a:lstStyle/>
        <a:p>
          <a:endParaRPr lang="en-IN"/>
        </a:p>
      </dgm:t>
    </dgm:pt>
    <dgm:pt modelId="{74963D6B-E4A0-4FB8-A6EC-DDA108D2528B}" type="pres">
      <dgm:prSet presAssocID="{4BBF9908-4200-4E5B-99A4-8EA216B44D01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5903E091-A3D7-486A-851A-F2C4E25509E8}" type="pres">
      <dgm:prSet presAssocID="{C8F201AD-3114-44FB-88D3-0EF46250913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E8FCBBC-00FD-484A-859E-182A0786B233}" type="pres">
      <dgm:prSet presAssocID="{0E2161C5-9F05-4806-A349-6A1EDC1054AA}" presName="sibTrans" presStyleLbl="sibTrans2D1" presStyleIdx="2" presStyleCnt="3"/>
      <dgm:spPr/>
      <dgm:t>
        <a:bodyPr/>
        <a:lstStyle/>
        <a:p>
          <a:endParaRPr lang="en-IN"/>
        </a:p>
      </dgm:t>
    </dgm:pt>
    <dgm:pt modelId="{CB4E67B8-2318-41CB-B147-4B5B84ACDA01}" type="pres">
      <dgm:prSet presAssocID="{0E2161C5-9F05-4806-A349-6A1EDC1054AA}" presName="connectorText" presStyleLbl="sibTrans2D1" presStyleIdx="2" presStyleCnt="3"/>
      <dgm:spPr/>
      <dgm:t>
        <a:bodyPr/>
        <a:lstStyle/>
        <a:p>
          <a:endParaRPr lang="en-IN"/>
        </a:p>
      </dgm:t>
    </dgm:pt>
    <dgm:pt modelId="{E7525F82-5B99-4675-AF56-D26C13A79546}" type="pres">
      <dgm:prSet presAssocID="{520D68B5-7881-42E4-B156-6755EAA3591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AB9C375-6503-44DB-BB3D-8CC09644C8A6}" srcId="{29524E08-3FE7-4939-81D7-B2BD5FD7D278}" destId="{5BE26640-DB6D-4B0E-81D9-6CB0FE70602D}" srcOrd="1" destOrd="0" parTransId="{765F2A9F-D67D-4288-A122-99EAC9E1D0A4}" sibTransId="{4BBF9908-4200-4E5B-99A4-8EA216B44D01}"/>
    <dgm:cxn modelId="{4B425EE3-53A7-4C82-89E6-2149A8C4BBCC}" type="presOf" srcId="{4BBF9908-4200-4E5B-99A4-8EA216B44D01}" destId="{0556793C-13BE-4E5C-8DC6-E1579D949252}" srcOrd="0" destOrd="0" presId="urn:microsoft.com/office/officeart/2005/8/layout/process2"/>
    <dgm:cxn modelId="{24720F52-2787-4385-AD3F-E3A24D1D2DC4}" srcId="{29524E08-3FE7-4939-81D7-B2BD5FD7D278}" destId="{520D68B5-7881-42E4-B156-6755EAA35918}" srcOrd="3" destOrd="0" parTransId="{E5AED860-743A-47EF-AB91-AFC19D9F2646}" sibTransId="{13994002-2F8E-4C70-9E01-539A602CBE4D}"/>
    <dgm:cxn modelId="{F0E9C35F-E140-4823-B13C-52AA01D8C4F6}" srcId="{29524E08-3FE7-4939-81D7-B2BD5FD7D278}" destId="{1705FADE-ECDB-4554-BD97-D17385C31EAC}" srcOrd="0" destOrd="0" parTransId="{7604F0DB-F9ED-4C2D-8194-80C3299845F0}" sibTransId="{50C1F5B4-A480-4E89-BE26-4D848C3B97FD}"/>
    <dgm:cxn modelId="{531CBE4F-4B70-4DEF-BB61-195B09DEA399}" type="presOf" srcId="{50C1F5B4-A480-4E89-BE26-4D848C3B97FD}" destId="{1ED75C32-7F59-456D-9199-7CFEF67AEC8A}" srcOrd="0" destOrd="0" presId="urn:microsoft.com/office/officeart/2005/8/layout/process2"/>
    <dgm:cxn modelId="{112D764C-9876-45B4-AA78-3DBA3AEB3F40}" type="presOf" srcId="{0E2161C5-9F05-4806-A349-6A1EDC1054AA}" destId="{8E8FCBBC-00FD-484A-859E-182A0786B233}" srcOrd="0" destOrd="0" presId="urn:microsoft.com/office/officeart/2005/8/layout/process2"/>
    <dgm:cxn modelId="{6F4671FE-6689-43D3-97AB-E91469C2EE4E}" type="presOf" srcId="{0E2161C5-9F05-4806-A349-6A1EDC1054AA}" destId="{CB4E67B8-2318-41CB-B147-4B5B84ACDA01}" srcOrd="1" destOrd="0" presId="urn:microsoft.com/office/officeart/2005/8/layout/process2"/>
    <dgm:cxn modelId="{694B1A37-5096-4C63-B0E7-4B838490FAAC}" srcId="{29524E08-3FE7-4939-81D7-B2BD5FD7D278}" destId="{C8F201AD-3114-44FB-88D3-0EF46250913B}" srcOrd="2" destOrd="0" parTransId="{F70C3DE1-4EC4-4673-9719-FD03835A2689}" sibTransId="{0E2161C5-9F05-4806-A349-6A1EDC1054AA}"/>
    <dgm:cxn modelId="{B8A7056F-76B8-43EB-B725-EA382AA15DD1}" type="presOf" srcId="{4BBF9908-4200-4E5B-99A4-8EA216B44D01}" destId="{74963D6B-E4A0-4FB8-A6EC-DDA108D2528B}" srcOrd="1" destOrd="0" presId="urn:microsoft.com/office/officeart/2005/8/layout/process2"/>
    <dgm:cxn modelId="{C076AE9A-9FFC-46C7-A63C-8BD5269FD3F3}" type="presOf" srcId="{50C1F5B4-A480-4E89-BE26-4D848C3B97FD}" destId="{8A582CED-1A89-4D78-AC58-2FDF19BAB02E}" srcOrd="1" destOrd="0" presId="urn:microsoft.com/office/officeart/2005/8/layout/process2"/>
    <dgm:cxn modelId="{444EBED9-721D-4304-AA71-8ACCC9402FE6}" type="presOf" srcId="{520D68B5-7881-42E4-B156-6755EAA35918}" destId="{E7525F82-5B99-4675-AF56-D26C13A79546}" srcOrd="0" destOrd="0" presId="urn:microsoft.com/office/officeart/2005/8/layout/process2"/>
    <dgm:cxn modelId="{147229A6-B6C5-4F1E-99A7-5DB59F1687B8}" type="presOf" srcId="{C8F201AD-3114-44FB-88D3-0EF46250913B}" destId="{5903E091-A3D7-486A-851A-F2C4E25509E8}" srcOrd="0" destOrd="0" presId="urn:microsoft.com/office/officeart/2005/8/layout/process2"/>
    <dgm:cxn modelId="{91F90D0C-B89D-4F27-8B1D-0E52BE930E9D}" type="presOf" srcId="{1705FADE-ECDB-4554-BD97-D17385C31EAC}" destId="{C21C1D6A-F803-41DC-B9AA-C58B868BF77C}" srcOrd="0" destOrd="0" presId="urn:microsoft.com/office/officeart/2005/8/layout/process2"/>
    <dgm:cxn modelId="{8BB8B6B2-12F6-4C0F-8C32-A427FF1AEBAB}" type="presOf" srcId="{29524E08-3FE7-4939-81D7-B2BD5FD7D278}" destId="{569D1694-4975-41E6-BE2A-74778F3C1BDA}" srcOrd="0" destOrd="0" presId="urn:microsoft.com/office/officeart/2005/8/layout/process2"/>
    <dgm:cxn modelId="{6A605E04-CF48-41E9-9EB3-F3B00BF46FBC}" type="presOf" srcId="{5BE26640-DB6D-4B0E-81D9-6CB0FE70602D}" destId="{BC4095B7-750E-4E99-BC79-ACA1DD4242C0}" srcOrd="0" destOrd="0" presId="urn:microsoft.com/office/officeart/2005/8/layout/process2"/>
    <dgm:cxn modelId="{F0FC77A5-40BE-4AE4-A696-3CD73630FE79}" type="presParOf" srcId="{569D1694-4975-41E6-BE2A-74778F3C1BDA}" destId="{C21C1D6A-F803-41DC-B9AA-C58B868BF77C}" srcOrd="0" destOrd="0" presId="urn:microsoft.com/office/officeart/2005/8/layout/process2"/>
    <dgm:cxn modelId="{1A6A9825-72B4-4C56-B9B0-9064A4BCE997}" type="presParOf" srcId="{569D1694-4975-41E6-BE2A-74778F3C1BDA}" destId="{1ED75C32-7F59-456D-9199-7CFEF67AEC8A}" srcOrd="1" destOrd="0" presId="urn:microsoft.com/office/officeart/2005/8/layout/process2"/>
    <dgm:cxn modelId="{DF7C6544-7268-48AF-AB48-319E699417F9}" type="presParOf" srcId="{1ED75C32-7F59-456D-9199-7CFEF67AEC8A}" destId="{8A582CED-1A89-4D78-AC58-2FDF19BAB02E}" srcOrd="0" destOrd="0" presId="urn:microsoft.com/office/officeart/2005/8/layout/process2"/>
    <dgm:cxn modelId="{79E361A1-3474-4F09-B903-8F80A48DF20A}" type="presParOf" srcId="{569D1694-4975-41E6-BE2A-74778F3C1BDA}" destId="{BC4095B7-750E-4E99-BC79-ACA1DD4242C0}" srcOrd="2" destOrd="0" presId="urn:microsoft.com/office/officeart/2005/8/layout/process2"/>
    <dgm:cxn modelId="{F073B25E-49BB-4B53-8A66-27CA9AC47B54}" type="presParOf" srcId="{569D1694-4975-41E6-BE2A-74778F3C1BDA}" destId="{0556793C-13BE-4E5C-8DC6-E1579D949252}" srcOrd="3" destOrd="0" presId="urn:microsoft.com/office/officeart/2005/8/layout/process2"/>
    <dgm:cxn modelId="{8CDBA896-FA30-4A34-BA55-86F5DA0FC088}" type="presParOf" srcId="{0556793C-13BE-4E5C-8DC6-E1579D949252}" destId="{74963D6B-E4A0-4FB8-A6EC-DDA108D2528B}" srcOrd="0" destOrd="0" presId="urn:microsoft.com/office/officeart/2005/8/layout/process2"/>
    <dgm:cxn modelId="{D7DF7C72-E25D-429A-B91F-AAF360557866}" type="presParOf" srcId="{569D1694-4975-41E6-BE2A-74778F3C1BDA}" destId="{5903E091-A3D7-486A-851A-F2C4E25509E8}" srcOrd="4" destOrd="0" presId="urn:microsoft.com/office/officeart/2005/8/layout/process2"/>
    <dgm:cxn modelId="{EB5E7708-EC70-4A1A-88A0-149EA532CE11}" type="presParOf" srcId="{569D1694-4975-41E6-BE2A-74778F3C1BDA}" destId="{8E8FCBBC-00FD-484A-859E-182A0786B233}" srcOrd="5" destOrd="0" presId="urn:microsoft.com/office/officeart/2005/8/layout/process2"/>
    <dgm:cxn modelId="{DE3E6494-E742-40DA-9BA2-C2F332FE4E31}" type="presParOf" srcId="{8E8FCBBC-00FD-484A-859E-182A0786B233}" destId="{CB4E67B8-2318-41CB-B147-4B5B84ACDA01}" srcOrd="0" destOrd="0" presId="urn:microsoft.com/office/officeart/2005/8/layout/process2"/>
    <dgm:cxn modelId="{B55E2247-74DF-4F84-BB88-E47D6DF9B931}" type="presParOf" srcId="{569D1694-4975-41E6-BE2A-74778F3C1BDA}" destId="{E7525F82-5B99-4675-AF56-D26C13A79546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C1D6A-F803-41DC-B9AA-C58B868BF77C}">
      <dsp:nvSpPr>
        <dsp:cNvPr id="0" name=""/>
        <dsp:cNvSpPr/>
      </dsp:nvSpPr>
      <dsp:spPr>
        <a:xfrm>
          <a:off x="1421334" y="1984"/>
          <a:ext cx="1328737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Goal Formulation</a:t>
          </a:r>
          <a:endParaRPr lang="en-IN" sz="1800" kern="1200" dirty="0"/>
        </a:p>
      </dsp:txBody>
      <dsp:txXfrm>
        <a:off x="1442955" y="23605"/>
        <a:ext cx="1285495" cy="694945"/>
      </dsp:txXfrm>
    </dsp:sp>
    <dsp:sp modelId="{1ED75C32-7F59-456D-9199-7CFEF67AEC8A}">
      <dsp:nvSpPr>
        <dsp:cNvPr id="0" name=""/>
        <dsp:cNvSpPr/>
      </dsp:nvSpPr>
      <dsp:spPr>
        <a:xfrm rot="5400000">
          <a:off x="1947292" y="758626"/>
          <a:ext cx="276820" cy="332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986047" y="786308"/>
        <a:ext cx="199310" cy="193774"/>
      </dsp:txXfrm>
    </dsp:sp>
    <dsp:sp modelId="{BC4095B7-750E-4E99-BC79-ACA1DD4242C0}">
      <dsp:nvSpPr>
        <dsp:cNvPr id="0" name=""/>
        <dsp:cNvSpPr/>
      </dsp:nvSpPr>
      <dsp:spPr>
        <a:xfrm>
          <a:off x="1421334" y="1109265"/>
          <a:ext cx="1328737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Problem Formulation</a:t>
          </a:r>
          <a:endParaRPr lang="en-IN" sz="1800" kern="1200" dirty="0"/>
        </a:p>
      </dsp:txBody>
      <dsp:txXfrm>
        <a:off x="1442955" y="1130886"/>
        <a:ext cx="1285495" cy="694945"/>
      </dsp:txXfrm>
    </dsp:sp>
    <dsp:sp modelId="{0556793C-13BE-4E5C-8DC6-E1579D949252}">
      <dsp:nvSpPr>
        <dsp:cNvPr id="0" name=""/>
        <dsp:cNvSpPr/>
      </dsp:nvSpPr>
      <dsp:spPr>
        <a:xfrm rot="5400000">
          <a:off x="1947292" y="1865907"/>
          <a:ext cx="276820" cy="332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986047" y="1893589"/>
        <a:ext cx="199310" cy="193774"/>
      </dsp:txXfrm>
    </dsp:sp>
    <dsp:sp modelId="{5903E091-A3D7-486A-851A-F2C4E25509E8}">
      <dsp:nvSpPr>
        <dsp:cNvPr id="0" name=""/>
        <dsp:cNvSpPr/>
      </dsp:nvSpPr>
      <dsp:spPr>
        <a:xfrm>
          <a:off x="1421334" y="2216546"/>
          <a:ext cx="1328737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Search Phase</a:t>
          </a:r>
          <a:endParaRPr lang="en-IN" sz="1800" kern="1200" dirty="0"/>
        </a:p>
      </dsp:txBody>
      <dsp:txXfrm>
        <a:off x="1442955" y="2238167"/>
        <a:ext cx="1285495" cy="694945"/>
      </dsp:txXfrm>
    </dsp:sp>
    <dsp:sp modelId="{8E8FCBBC-00FD-484A-859E-182A0786B233}">
      <dsp:nvSpPr>
        <dsp:cNvPr id="0" name=""/>
        <dsp:cNvSpPr/>
      </dsp:nvSpPr>
      <dsp:spPr>
        <a:xfrm rot="5400000">
          <a:off x="1947292" y="2973189"/>
          <a:ext cx="276820" cy="332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986047" y="3000871"/>
        <a:ext cx="199310" cy="193774"/>
      </dsp:txXfrm>
    </dsp:sp>
    <dsp:sp modelId="{E7525F82-5B99-4675-AF56-D26C13A79546}">
      <dsp:nvSpPr>
        <dsp:cNvPr id="0" name=""/>
        <dsp:cNvSpPr/>
      </dsp:nvSpPr>
      <dsp:spPr>
        <a:xfrm>
          <a:off x="1421334" y="3323828"/>
          <a:ext cx="1328737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Execution Phase</a:t>
          </a:r>
          <a:endParaRPr lang="en-IN" sz="1800" kern="1200" dirty="0"/>
        </a:p>
      </dsp:txBody>
      <dsp:txXfrm>
        <a:off x="1442955" y="3345449"/>
        <a:ext cx="1285495" cy="694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AEAAAAFAAAsLQAAqR0AABAAAAAmAAAACAAAAAEPAAD/HwAA"/>
              </a:ext>
            </a:extLst>
          </p:cNvSpPr>
          <p:nvPr>
            <p:ph type="sldImg" idx="2"/>
          </p:nvPr>
        </p:nvSpPr>
        <p:spPr>
          <a:xfrm>
            <a:off x="215900" y="812800"/>
            <a:ext cx="7127240" cy="4008755"/>
          </a:xfrm>
          <a:custGeom>
            <a:avLst/>
            <a:gdLst/>
            <a:ahLst/>
            <a:cxnLst/>
            <a:rect l="0" t="0" r="7127240" b="4008755"/>
            <a:pathLst>
              <a:path w="7127240" h="4008755" fill="none" extrusionOk="0">
                <a:moveTo>
                  <a:pt x="0" y="0"/>
                </a:moveTo>
                <a:lnTo>
                  <a:pt x="7127240" y="0"/>
                </a:lnTo>
                <a:lnTo>
                  <a:pt x="7127240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4;n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2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4" name="Google Shape;5;n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uFAAASQMAABAAAAAmAAAACAAAAL2/AAD/HwAA"/>
              </a:ext>
            </a:extLst>
          </p:cNvSpPr>
          <p:nvPr>
            <p:ph type="hdr" idx="3"/>
          </p:nvPr>
        </p:nvSpPr>
        <p:spPr>
          <a:xfrm>
            <a:off x="0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5" name="Google Shape;6;n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AAAAACBLgAASQMAABAAAAAmAAAACAAAAL2/AAD/HwAA"/>
              </a:ext>
            </a:extLst>
          </p:cNvSpPr>
          <p:nvPr>
            <p:ph type="dt" idx="10"/>
          </p:nvPr>
        </p:nvSpPr>
        <p:spPr>
          <a:xfrm>
            <a:off x="4279265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6" name="Google Shape;7;n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Hw+AAAuFAAAxUEAABAAAAAmAAAACAAAAL2/AAD/HwAA"/>
              </a:ext>
            </a:extLst>
          </p:cNvSpPr>
          <p:nvPr>
            <p:ph type="ftr" idx="11"/>
          </p:nvPr>
        </p:nvSpPr>
        <p:spPr>
          <a:xfrm>
            <a:off x="0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7" name="Google Shape;8;n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0/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36A89E6-A88E-3F7F-C0D2-5E2AC79C360B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‹#›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1:notes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97;p1:notes"/>
          <p:cNvSpPr>
            <a:spLocks noGrp="1" noChangeArrowheads="1"/>
            <a:extLst>
              <a:ext uri="smNativeData">
                <pr:smNativeData xmlns:pr="smNativeData" xmlns="smNativeData" val="SMDATA_15_VvV1aRMAAAAlAAAACwAAAC0AAAAA0QYAAAAFAACwJw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BIaF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PAAD/Hw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6;g5aec7bfc83_0_22:notes"/>
          <p:cNvSpPr>
            <a:spLocks noGrp="1" noChangeArrowheads="1"/>
            <a:extLst>
              <a:ext uri="smNativeData">
                <pr:smNativeData xmlns:pr="smNativeData" xmlns="smNativeData" val="SMDATA_15_VvV1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w99G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17;g5aec7bfc83_0_22:notes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xS7m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18;g5aec7bfc83_0_22:notes"/>
          <p:cNvSpPr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U8j9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7206C27-69AA-759A-E498-9FCF22D612CA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4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rG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BAY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3C7D66A6-E8D1-2890-9FC5-1EC5288B694B}" type="slidenum">
              <a:rPr lang="en-us" cap="none">
                <a:solidFill>
                  <a:srgbClr val="000000"/>
                </a:solidFill>
              </a:rPr>
              <a:t>9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053FC7E9-A7E8-6A31-A687-516489C95004}" type="slidenum">
              <a:rPr lang="en-us" cap="none">
                <a:solidFill>
                  <a:srgbClr val="000000"/>
                </a:solidFill>
              </a:rPr>
              <a:t>10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GT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 lvl="1" marL="914400" indent="-457200">
              <a:lnSpc>
                <a:spcPct val="110000"/>
              </a:lnSpc>
              <a:buAutoNum type="arabicPeriod"/>
            </a:pPr>
            <a:endParaRPr lang="en-us" sz="2000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CQeG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7999C97C-3294-CC3F-DA21-C46A876F2C91}" type="slidenum">
              <a:rPr lang="en-us" cap="none">
                <a:solidFill>
                  <a:srgbClr val="000000"/>
                </a:solidFill>
              </a:rPr>
              <a:t>11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 lvl="1" marL="914400" indent="-457200">
              <a:lnSpc>
                <a:spcPct val="110000"/>
              </a:lnSpc>
              <a:buAutoNum type="arabicPeriod"/>
            </a:pPr>
            <a:endParaRPr lang="en-us" sz="2000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0DE7F27C-32E0-B204-AE5F-C451BC115891}" type="slidenum">
              <a:rPr lang="en-us" cap="none">
                <a:solidFill>
                  <a:srgbClr val="000000"/>
                </a:solidFill>
              </a:rPr>
              <a:t>12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4132F48C-C2AC-6702-E28A-3457BAC41461}" type="slidenum">
              <a:rPr lang="en-us" cap="none">
                <a:solidFill>
                  <a:srgbClr val="000000"/>
                </a:solidFill>
              </a:rPr>
              <a:t>21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ADq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49E10DBF-F1A4-B4FB-EA59-07AE43171C52}" type="slidenum">
              <a:rPr lang="en-us" cap="none">
                <a:solidFill>
                  <a:srgbClr val="000000"/>
                </a:solidFill>
              </a:rPr>
              <a:t>23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jo6O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27E63406-48CA-B3C2-845E-BE977A1072EB}" type="slidenum">
              <a:rPr lang="en-us" cap="none">
                <a:solidFill>
                  <a:srgbClr val="000000"/>
                </a:solidFill>
              </a:rPr>
              <a:t>24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OddT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253C91AD-E3C8-6967-8684-1532DFCA7040}" type="slidenum">
              <a:rPr lang="en-us" cap="none">
                <a:solidFill>
                  <a:srgbClr val="000000"/>
                </a:solidFill>
              </a:rPr>
              <a:t>25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215467BD-F3CC-0191-82EC-05C429A27450}" type="slidenum">
              <a:rPr lang="en-us" cap="none">
                <a:solidFill>
                  <a:srgbClr val="000000"/>
                </a:solidFill>
              </a:rPr>
              <a:t>26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TeBN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WJS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4F8DC519-57A2-D833-EC35-A1668B7B1AF4}" type="slidenum">
              <a:rPr lang="en-us" cap="none">
                <a:solidFill>
                  <a:srgbClr val="000000"/>
                </a:solidFill>
              </a:rPr>
              <a:t>27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A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M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0238414C-02EF-6DB7-A180-F4E20FCE57A1}" type="slidenum">
              <a:rPr lang="en-us" cap="none">
                <a:solidFill>
                  <a:srgbClr val="000000"/>
                </a:solidFill>
              </a:rPr>
              <a:t>28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Dn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B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672EF089-C78A-7B06-C496-3153BED83264}" type="slidenum">
              <a:rPr lang="en-us" cap="none">
                <a:solidFill>
                  <a:srgbClr val="000000"/>
                </a:solidFill>
              </a:rPr>
              <a:t>30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3;p10:notes"/>
          <p:cNvSpPr>
            <a:spLocks noGrp="1" noChangeArrowheads="1"/>
            <a:extLst>
              <a:ext uri="smNativeData">
                <pr:smNativeData xmlns:pr="smNativeData" xmlns="smNativeData" val="SMDATA_15_VvV1aRMAAAAlAAAACwAAAC0AAAAAvRAAACoDAADzIAAAVQ8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RAAACoDAADzIAAAVQ8AABAAAAAmAAAACAAAAAEPAAD/HwAA"/>
              </a:ext>
            </a:extLst>
          </p:cNvSpPr>
          <p:nvPr>
            <p:ph type="sldImg" idx="2"/>
          </p:nvPr>
        </p:nvSpPr>
        <p:spPr>
          <a:xfrm>
            <a:off x="2720975" y="514350"/>
            <a:ext cx="2635250" cy="1978025"/>
          </a:xfrm>
          <a:custGeom>
            <a:avLst/>
            <a:gdLst/>
            <a:ahLst/>
            <a:cxnLst/>
            <a:rect l="0" t="0" r="2635250" b="1978025"/>
            <a:pathLst>
              <a:path w="2635250" h="1978025" fill="none" extrusionOk="0">
                <a:moveTo>
                  <a:pt x="0" y="0"/>
                </a:moveTo>
                <a:lnTo>
                  <a:pt x="2635250" y="0"/>
                </a:lnTo>
                <a:lnTo>
                  <a:pt x="2635250" y="1978025"/>
                </a:lnTo>
                <a:lnTo>
                  <a:pt x="0" y="19780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Google Shape;354;p10:notes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AEAADkQAAAlNwAABicAABAAAAAmAAAACAAAAL0/AAD/HwAA"/>
              </a:ext>
            </a:extLst>
          </p:cNvSpPr>
          <p:nvPr>
            <p:ph type="body" idx="1"/>
          </p:nvPr>
        </p:nvSpPr>
        <p:spPr>
          <a:xfrm>
            <a:off x="251460" y="2637155"/>
            <a:ext cx="8712835" cy="3706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cap="none"/>
          </a:p>
        </p:txBody>
      </p:sp>
      <p:sp>
        <p:nvSpPr>
          <p:cNvPr id="4" name="Google Shape;355;p10:notes"/>
          <p:cNvSpPr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B8AABIoAAA8OAAALioAABAAAAAmAAAACAAAAP//////////"/>
              </a:ext>
            </a:extLst>
          </p:cNvSpPr>
          <p:nvPr/>
        </p:nvSpPr>
        <p:spPr>
          <a:xfrm>
            <a:off x="5179060" y="651383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D875E8-A6ED-8D83-A360-50D63B2E5505}" type="slidenum">
              <a:rPr lang="en-in" cap="none">
                <a:latin typeface="Times New Roman" pitchFamily="1" charset="0"/>
                <a:ea typeface="Times New Roman" pitchFamily="1" charset="0"/>
                <a:cs typeface="Times New Roman" pitchFamily="1" charset="0"/>
              </a:rPr>
              <a:t>32</a:t>
            </a:fld>
            <a:endParaRPr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04C90A00-4EE9-9CFC-A771-B8A9443F51ED}" type="slidenum">
              <a:rPr lang="en-us" cap="none">
                <a:solidFill>
                  <a:srgbClr val="000000"/>
                </a:solidFill>
              </a:rPr>
              <a:t>34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c5M0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67349752-1C8A-6161-C48C-EA34D9C232BF}" type="slidenum">
              <a:rPr lang="en-us" cap="none">
                <a:solidFill>
                  <a:srgbClr val="000000"/>
                </a:solidFill>
              </a:rPr>
              <a:t>35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2109C4AA-E4CC-5C32-82B1-12678AFF7447}" type="slidenum">
              <a:rPr lang="en-us" cap="none">
                <a:solidFill>
                  <a:srgbClr val="000000"/>
                </a:solidFill>
              </a:rPr>
              <a:t>36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3d/T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XV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gqE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5BB5ADE4-AAB6-E05B-F80D-5C0EE3430E09}" type="slidenum">
              <a:rPr lang="en-us" cap="none">
                <a:solidFill>
                  <a:srgbClr val="000000"/>
                </a:solidFill>
              </a:rPr>
              <a:t>37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x7l1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x7l1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h8lG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397AFA6D-23D4-2F0C-9AC2-D559B48C6C80}" type="slidenum">
              <a:rPr lang="en-us" cap="none">
                <a:solidFill>
                  <a:srgbClr val="000000"/>
                </a:solidFill>
              </a:rPr>
              <a:t>39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c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 lvl="1" marL="914400" indent="-457200">
              <a:lnSpc>
                <a:spcPct val="110000"/>
              </a:lnSpc>
              <a:buAutoNum type="arabicPeriod"/>
            </a:pPr>
            <a:endParaRPr lang="en-us" sz="2000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BAY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38E52F58-16D5-B0D9-9B5D-E08C61136DB5}" type="slidenum">
              <a:rPr lang="en-us" cap="none">
                <a:solidFill>
                  <a:srgbClr val="000000"/>
                </a:solidFill>
              </a:rPr>
              <a:t>42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S41S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AEAAAAFAAAsLQAAqR0AABAAAAAmAAAACAAAAAEAAAAAAAAA"/>
              </a:ext>
            </a:extLst>
          </p:cNvSpPr>
          <p:nvPr>
            <p:ph type="sldImg"/>
          </p:nvPr>
        </p:nvSpPr>
        <p:spPr>
          <a:xfrm>
            <a:off x="215900" y="812800"/>
            <a:ext cx="7127240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C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GLAZ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014F1FC7-89EC-1AE9-A2F7-7FBC51B9542A}" type="slidenum">
              <a:rPr lang="en-us" cap="none">
                <a:solidFill>
                  <a:srgbClr val="000000"/>
                </a:solidFill>
              </a:rPr>
              <a:t>44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VvV1aRMAAAAlAAAACwAAAC0AAAAAVAEAAAAFAAAsLQAAqR0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QYAAAAFAACwJwAAqR0AABAAAAAmAAAACAAAAAEOAAAAAAAA"/>
              </a:ext>
            </a:extLst>
          </p:cNvSpPr>
          <p:nvPr>
            <p:ph type="sldImg"/>
          </p:nvPr>
        </p:nvSpPr>
        <p:spPr>
          <a:xfrm>
            <a:off x="1108075" y="812800"/>
            <a:ext cx="5343525" cy="4008755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AEA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</p:spPr>
        <p:txBody>
          <a:bodyPr/>
          <a:lstStyle/>
          <a:p>
            <a:pPr/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AEAAAAAAAAA"/>
              </a:ext>
            </a:extLst>
          </p:cNvSpPr>
          <p:nvPr>
            <p:ph type="sldNum" sz="quarter" idx="10"/>
          </p:nvPr>
        </p:nvSpPr>
        <p:spPr>
          <a:xfrm>
            <a:off x="4279265" y="10157460"/>
            <a:ext cx="3280410" cy="534035"/>
          </a:xfrm>
        </p:spPr>
        <p:txBody>
          <a:bodyPr/>
          <a:lstStyle/>
          <a:p>
            <a:pPr>
              <a:defRPr lang="en-us"/>
            </a:pPr>
            <a:fld id="{3D2A2B18-56D0-7FDD-9E92-A08865DC68F5}" type="slidenum">
              <a:rPr lang="en-us" cap="none">
                <a:solidFill>
                  <a:srgbClr val="000000"/>
                </a:solidFill>
              </a:rPr>
              <a:t>45</a:t>
            </a:fld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5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6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6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2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2;p2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2wAAD/HwAA"/>
              </a:ext>
            </a:extLst>
          </p:cNvSpPr>
          <p:nvPr>
            <p:ph type="subTitle"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2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5;p2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;p2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8;p2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29;p2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LiEo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;p2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24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7xkAABAAAAAmAAAACAAAAL2wAAD/HwAA"/>
              </a:ext>
            </a:extLst>
          </p:cNvSpPr>
          <p:nvPr>
            <p:ph type="subTitle" idx="1"/>
          </p:nvPr>
        </p:nvSpPr>
        <p:spPr>
          <a:xfrm>
            <a:off x="395605" y="274955"/>
            <a:ext cx="6120130" cy="394081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AndObj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;p2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36;p2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37;p2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38;p2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hoaG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AndTwoObj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2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dnZm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41;p2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42;p2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FvlL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43;p2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3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OverTx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2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46;p2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47;p2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dHR+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48;p2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verTx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;p2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1;p2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52;p2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2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2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5;p2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56;p2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57;p2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58;p2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4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3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61;p3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AdE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62;p3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NgJAAA6JAAAHxcAABAAAAAmAAAACAAAAD2wAAD/HwAA"/>
              </a:ext>
            </a:extLst>
          </p:cNvSpPr>
          <p:nvPr>
            <p:ph idx="2"/>
          </p:nvPr>
        </p:nvSpPr>
        <p:spPr>
          <a:xfrm>
            <a:off x="323977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63;p3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NgJAABYNQAAHxcAABAAAAAmAAAACAAAAD2wAAD/HwAA"/>
              </a:ext>
            </a:extLst>
          </p:cNvSpPr>
          <p:nvPr>
            <p:ph idx="3"/>
          </p:nvPr>
        </p:nvSpPr>
        <p:spPr>
          <a:xfrm>
            <a:off x="602234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64;p3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AdEwAAqiUAABAAAAAmAAAACAAAAD2wAAD/HwAA"/>
              </a:ext>
            </a:extLst>
          </p:cNvSpPr>
          <p:nvPr>
            <p:ph idx="4"/>
          </p:nvPr>
        </p:nvSpPr>
        <p:spPr>
          <a:xfrm>
            <a:off x="457200" y="3964305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7" name="Google Shape;65;p3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GMYAAA6JAAAqiUAABAAAAAmAAAACAAAAD2wAAD/HwAA"/>
              </a:ext>
            </a:extLst>
          </p:cNvSpPr>
          <p:nvPr>
            <p:ph idx="5"/>
          </p:nvPr>
        </p:nvSpPr>
        <p:spPr>
          <a:xfrm>
            <a:off x="323977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8" name="Google Shape;66;p3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GMYAABYNQAAqiUAABAAAAAmAAAACAAAAD2wAAD/HwAA"/>
              </a:ext>
            </a:extLst>
          </p:cNvSpPr>
          <p:nvPr>
            <p:ph idx="6"/>
          </p:nvPr>
        </p:nvSpPr>
        <p:spPr>
          <a:xfrm>
            <a:off x="602234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3;p3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84;p3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ywAAD/HwAA"/>
              </a:ext>
            </a:extLst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;p3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87;p3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DywAAD/HwAA"/>
              </a:ext>
            </a:extLst>
          </p:cNvSpPr>
          <p:nvPr>
            <p:ph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9;p3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90;p3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91;p3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3;p34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p3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7xkAABAAAAAmAAAACAAAAL2wAAD/HwAA"/>
              </a:ext>
            </a:extLst>
          </p:cNvSpPr>
          <p:nvPr>
            <p:ph type="subTitle" idx="1"/>
          </p:nvPr>
        </p:nvSpPr>
        <p:spPr>
          <a:xfrm>
            <a:off x="395605" y="274955"/>
            <a:ext cx="6120130" cy="394081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AndObj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p3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98;p3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99;p3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00;p3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AndTwoObj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2;p3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03;p3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04;p3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05;p3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3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OverTx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3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08;p3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09;p3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10;p3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verTx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p3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13;p3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14;p3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D2wAAD/HwAA"/>
              </a:ext>
            </a:extLst>
          </p:cNvSpPr>
          <p:nvPr>
            <p:ph idx="2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;p4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17;p4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18;p4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D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19;p4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D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20;p4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D2wAAD/HwAA"/>
              </a:ext>
            </a:extLst>
          </p:cNvSpPr>
          <p:nvPr>
            <p:ph idx="4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;p4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23;p4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AdEwAAHxcAABAAAAAmAAAACAAAAD2wAAD/HwAA"/>
              </a:ext>
            </a:extLst>
          </p:cNvSpPr>
          <p:nvPr>
            <p:ph idx="1"/>
          </p:nvPr>
        </p:nvSpPr>
        <p:spPr>
          <a:xfrm>
            <a:off x="457200" y="1600200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24;p4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NgJAAA6JAAAHxcAABAAAAAmAAAACAAAAD2wAAD/HwAA"/>
              </a:ext>
            </a:extLst>
          </p:cNvSpPr>
          <p:nvPr>
            <p:ph idx="2"/>
          </p:nvPr>
        </p:nvSpPr>
        <p:spPr>
          <a:xfrm>
            <a:off x="323977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25;p4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NgJAABYNQAAHxcAABAAAAAmAAAACAAAAD2wAAD/HwAA"/>
              </a:ext>
            </a:extLst>
          </p:cNvSpPr>
          <p:nvPr>
            <p:ph idx="3"/>
          </p:nvPr>
        </p:nvSpPr>
        <p:spPr>
          <a:xfrm>
            <a:off x="602234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26;p4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AdEwAAqiUAABAAAAAmAAAACAAAAD2wAAD/HwAA"/>
              </a:ext>
            </a:extLst>
          </p:cNvSpPr>
          <p:nvPr>
            <p:ph idx="4"/>
          </p:nvPr>
        </p:nvSpPr>
        <p:spPr>
          <a:xfrm>
            <a:off x="457200" y="3964305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7" name="Google Shape;127;p4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GMYAAA6JAAAqiUAABAAAAAmAAAACAAAAD2wAAD/HwAA"/>
              </a:ext>
            </a:extLst>
          </p:cNvSpPr>
          <p:nvPr>
            <p:ph idx="5"/>
          </p:nvPr>
        </p:nvSpPr>
        <p:spPr>
          <a:xfrm>
            <a:off x="323977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8" name="Google Shape;128;p4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GMYAABYNQAAqiUAABAAAAAmAAAACAAAAD2wAAD/HwAA"/>
              </a:ext>
            </a:extLst>
          </p:cNvSpPr>
          <p:nvPr>
            <p:ph idx="6"/>
          </p:nvPr>
        </p:nvSpPr>
        <p:spPr>
          <a:xfrm>
            <a:off x="602234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H0l9A8zMzADAwP8Af39/AAAAAAAAAAAAAAAAAAAAAAAAAAAAIQAAABgAAAAUAAAAKBQAAJQoAABAOAAAMCoAABAgAAAmAAAACAAAAP//////////"/>
              </a:ext>
            </a:extLst>
          </p:cNvSpPr>
          <p:nvPr/>
        </p:nvSpPr>
        <p:spPr>
          <a:xfrm>
            <a:off x="3276600" y="6596380"/>
            <a:ext cx="5867400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00" b="1" cap="none">
                <a:solidFill>
                  <a:srgbClr val="101141"/>
                </a:solidFill>
              </a:rPr>
              <a:t>BITS </a:t>
            </a:r>
            <a:r>
              <a:rPr lang="en-us" sz="1100" cap="none">
                <a:solidFill>
                  <a:srgbClr val="101141"/>
                </a:solidFill>
              </a:rPr>
              <a:t>Pilani, Pilani Campus</a:t>
            </a:r>
            <a:endParaRPr lang="en-us" sz="1100" cap="none">
              <a:solidFill>
                <a:srgbClr val="101141"/>
              </a:solidFill>
            </a:endParaRPr>
          </a:p>
        </p:txBody>
      </p:sp>
      <p:grpSp>
        <p:nvGrpSpPr>
          <p:cNvPr id="3" name="Group 11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NMMAABLKAAAQDgAAJkoAAAQAAAAJgAAAAgAAAD/////AAAAAA=="/>
              </a:ext>
            </a:extLst>
          </p:cNvGrpSpPr>
          <p:nvPr/>
        </p:nvGrpSpPr>
        <p:grpSpPr>
          <a:xfrm>
            <a:off x="2084705" y="6550025"/>
            <a:ext cx="7059295" cy="49530"/>
            <a:chOff x="2084705" y="6550025"/>
            <a:chExt cx="7059295" cy="49530"/>
          </a:xfrm>
        </p:grpSpPr>
        <p:sp>
          <p:nvSpPr>
            <p:cNvPr id="6" name="Rectangle 5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KbC/wAAAAAAAAAAAAAAAAAAAAAAAAAAAAAAAAAAAAAAAAAAAEl9vAB/f38AH0l9A8zMzADAwP8Af39/AAAAAAAAAAAAAAAAAAAAAAAAAAAAIQAAABgAAAAUAAAAfRwAAEsoAADQKgAAmSgAAAAAAAAmAAAACAAAAP//////////"/>
                </a:ext>
              </a:extLst>
            </p:cNvSpPr>
            <p:nvPr/>
          </p:nvSpPr>
          <p:spPr>
            <a:xfrm>
              <a:off x="4631055" y="6550025"/>
              <a:ext cx="2328545" cy="4953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  <p:sp>
          <p:nvSpPr>
            <p:cNvPr id="5" name="Rectangle 6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4xw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xwkAKbC/wAAAAAAAAAAAAAAAAAAAAAAAAAAAAAAAAAAAAAAAAAAAEl9vAB/f38AH0l9A8zMzADAwP8Af39/AAAAAAAAAAAAAAAAAAAAAAAAAAAAIQAAABgAAAAUAAAAgCoAAEsoAABAOAAAlCgAAAAAAAAmAAAACAAAAP//////////"/>
                </a:ext>
              </a:extLst>
            </p:cNvSpPr>
            <p:nvPr/>
          </p:nvSpPr>
          <p:spPr>
            <a:xfrm>
              <a:off x="6908800" y="6550025"/>
              <a:ext cx="2235200" cy="4635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  <p:sp>
          <p:nvSpPr>
            <p:cNvPr id="4" name="Rectangle 7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YAB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KbC/wAAAAAAAAAAAAAAAAAAAAAAAAAAAAAAAAAAAAAAAAAAAEl9vAB/f38AH0l9A8zMzADAwP8Af39/AAAAAAAAAAAAAAAAAAAAAAAAAAAAIQAAABgAAAAUAAAA0wwAAEsoAAC0HAAAmSgAAAAAAAAmAAAACAAAAP//////////"/>
                </a:ext>
              </a:extLst>
            </p:cNvSpPr>
            <p:nvPr/>
          </p:nvSpPr>
          <p:spPr>
            <a:xfrm>
              <a:off x="2084705" y="6550025"/>
              <a:ext cx="2581275" cy="4953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</p:grpSp>
      <p:pic>
        <p:nvPicPr>
          <p:cNvPr id="7" name="Picture 11" descr="Picture 7.png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wAAAAAAAAAAAAAAAFgIAAAAAAABkAAAAZAAAAAAAAAAjAAAABAAAAGQAAAAXAAAAFAAAAAAAAAAAAAAA/38AAP9/AAAAAAAACQAAAAQAAAAQBQ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MgoAAAAAAAARzYAAEIEAAAQAAAAJgAAAAgAAAD//////////w=="/>
              </a:ext>
            </a:extLst>
          </p:cNvPicPr>
          <p:nvPr/>
        </p:nvPicPr>
        <p:blipFill>
          <a:blip r:embed="rId2"/>
          <a:srcRect l="1920" t="0" r="0" b="5340"/>
          <a:stretch>
            <a:fillRect/>
          </a:stretch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" name="Group 18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CANAABQKAAAQDgAAJkoAAAQAAAAJgAAAAgAAAD/////AAAAAA=="/>
              </a:ext>
            </a:extLst>
          </p:cNvGrpSpPr>
          <p:nvPr/>
        </p:nvGrpSpPr>
        <p:grpSpPr>
          <a:xfrm>
            <a:off x="2133600" y="6553200"/>
            <a:ext cx="7010400" cy="46355"/>
            <a:chOff x="2133600" y="6553200"/>
            <a:chExt cx="7010400" cy="46355"/>
          </a:xfrm>
        </p:grpSpPr>
        <p:sp>
          <p:nvSpPr>
            <p:cNvPr id="11" name="Rectangle 10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KbC/wAAAAAAAAAAAAAAAAAAAAAAAAAAAAAAAAAAAAAAAAAAAEl9vAB/f38AH0l9A8zMzADAwP8Af39/AAAAAAAAAAAAAAAAAAAAAAAAAAAAIQAAABgAAAAUAAAAqBsAAFAoAAD8KQAAmSgAAAAAAAAmAAAACAAAAP//////////"/>
                </a:ext>
              </a:extLst>
            </p:cNvSpPr>
            <p:nvPr/>
          </p:nvSpPr>
          <p:spPr>
            <a:xfrm>
              <a:off x="4495800" y="6553200"/>
              <a:ext cx="232918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  <p:sp>
          <p:nvSpPr>
            <p:cNvPr id="10" name="Rectangle 11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KbC/wAAAAAAAAAAAAAAAAAAAAAAAAAAAAAAAAAAAAAAAAAAAEl9vAB/f38AH0l9A8zMzADAwP8Af39/AAAAAAAAAAAAAAAAAAAAAAAAAAAAIQAAABgAAAAUAAAAIA0AAFAoAACoGwAAmSgAAAAAAAAmAAAACAAAAP//////////"/>
                </a:ext>
              </a:extLst>
            </p:cNvSpPr>
            <p:nvPr/>
          </p:nvSpPr>
          <p:spPr>
            <a:xfrm>
              <a:off x="2133600" y="6553200"/>
              <a:ext cx="23622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  <p:sp>
          <p:nvSpPr>
            <p:cNvPr id="9" name="Rectangle 12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S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KbC/wAAAAAAAAAAAAAAAAAAAAAAAAAAAAAAAAAAAAAAAAAAAEl9vAB/f38AH0l9A8zMzADAwP8Af39/AAAAAAAAAAAAAAAAAAAAAAAAAAAAIQAAABgAAAAUAAAA7SkAAFAoAABAOAAAmSgAAAAAAAAmAAAACAAAAP//////////"/>
                </a:ext>
              </a:extLst>
            </p:cNvSpPr>
            <p:nvPr/>
          </p:nvSpPr>
          <p:spPr>
            <a:xfrm>
              <a:off x="6815455" y="6553200"/>
              <a:ext cx="2328545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</p:grpSp>
      <p:grpSp>
        <p:nvGrpSpPr>
          <p:cNvPr id="12" name="Group 22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AAAAAD4BwAAICsAAEEIAAAQAAAAJgAAAAgAAAD/////AAAAAA=="/>
              </a:ext>
            </a:extLst>
          </p:cNvGrpSpPr>
          <p:nvPr/>
        </p:nvGrpSpPr>
        <p:grpSpPr>
          <a:xfrm>
            <a:off x="0" y="1295400"/>
            <a:ext cx="7010400" cy="46355"/>
            <a:chOff x="0" y="1295400"/>
            <a:chExt cx="7010400" cy="46355"/>
          </a:xfrm>
        </p:grpSpPr>
        <p:sp>
          <p:nvSpPr>
            <p:cNvPr id="15" name="Rectangle 14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x98t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KbC/wAAAAAAAAAAAAAAAAAAAAAAAAAAAAAAAAAAAAAAAAAAAEl9vAB/f38AH0l9A8zMzADAwP8Af39/AAAAAAAAAAAAAAAAAAAAAAAAAAAAIQAAABgAAAAUAAAAiA4AAPgHAADcHAAAQQgAAAAAAAAmAAAACAAAAP//////////"/>
                </a:ext>
              </a:extLst>
            </p:cNvSpPr>
            <p:nvPr/>
          </p:nvSpPr>
          <p:spPr>
            <a:xfrm>
              <a:off x="2362200" y="1295400"/>
              <a:ext cx="232918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  <p:sp>
          <p:nvSpPr>
            <p:cNvPr id="14" name="Rectangle 15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OM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KbC/wAAAAAAAAAAAAAAAAAAAAAAAAAAAAAAAAAAAAAAAAAAAEl9vAB/f38AH0l9A8zMzADAwP8Af39/AAAAAAAAAAAAAAAAAAAAAAAAAAAAIQAAABgAAAAUAAAAAAAAAPgHAACIDgAAQQgAAAAAAAAmAAAACAAAAP//////////"/>
                </a:ext>
              </a:extLst>
            </p:cNvSpPr>
            <p:nvPr/>
          </p:nvSpPr>
          <p:spPr>
            <a:xfrm>
              <a:off x="0" y="1295400"/>
              <a:ext cx="23622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  <p:sp>
          <p:nvSpPr>
            <p:cNvPr id="13" name="Rectangle 16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AEg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KbC/wAAAAAAAAAAAAAAAAAAAAAAAAAAAAAAAAAAAAAAAAAAAEl9vAB/f38AH0l9A8zMzADAwP8Af39/AAAAAAAAAAAAAAAAAAAAAAAAAAAAIQAAABgAAAAUAAAAzRwAAPgHAAAgKwAAQQgAAAAAAAAmAAAACAAAAP//////////"/>
                </a:ext>
              </a:extLst>
            </p:cNvSpPr>
            <p:nvPr/>
          </p:nvSpPr>
          <p:spPr>
            <a:xfrm>
              <a:off x="4681855" y="1295400"/>
              <a:ext cx="2328545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cap="none">
                  <a:solidFill>
                    <a:srgbClr val="FFFFFF"/>
                  </a:solidFill>
                </a:defRPr>
              </a:pPr>
              <a:endParaRPr lang="en-us" cap="none"/>
            </a:p>
          </p:txBody>
        </p:sp>
      </p:grpSp>
      <p:sp>
        <p:nvSpPr>
          <p:cNvPr id="16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DAJAACANAAACCUAABAAAAAmAAAACAAAAAGAAAAAAAAA"/>
              </a:ext>
            </a:extLst>
          </p:cNvSpPr>
          <p:nvPr>
            <p:ph idx="1"/>
          </p:nvPr>
        </p:nvSpPr>
        <p:spPr>
          <a:xfrm>
            <a:off x="304800" y="1493520"/>
            <a:ext cx="8229600" cy="4526280"/>
          </a:xfrm>
        </p:spPr>
        <p:txBody>
          <a:bodyPr/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Arial" pitchFamily="1" charset="0"/>
                <a:cs typeface="Arial" pitchFamily="1" charset="0"/>
              </a:defRPr>
            </a:lvl2pPr>
          </a:lstStyle>
          <a:p>
            <a:pPr/>
            <a:r>
              <a:rPr cap="none" noProof="1"/>
              <a:t>Click to edit Master text styles</a:t>
            </a:r>
            <a:endParaRPr cap="none" noProof="1"/>
          </a:p>
          <a:p>
            <a:pPr lvl="1"/>
            <a:r>
              <a:rPr cap="none" noProof="1"/>
              <a:t>Second level</a:t>
            </a:r>
            <a:endParaRPr cap="none" noProof="1"/>
          </a:p>
          <a:p>
            <a:pPr lvl="2"/>
            <a:r>
              <a:rPr cap="none" noProof="1"/>
              <a:t>Third level</a:t>
            </a:r>
            <a:endParaRPr cap="none" noProof="1"/>
          </a:p>
          <a:p>
            <a:pPr lvl="3"/>
            <a:r>
              <a:rPr cap="none" noProof="1"/>
              <a:t>Fourth level</a:t>
            </a:r>
            <a:endParaRPr cap="none" noProof="1"/>
          </a:p>
          <a:p>
            <a:pPr lvl="4"/>
            <a:r>
              <a:rPr cap="none" noProof="1"/>
              <a:t>Fifth level</a:t>
            </a:r>
            <a:endParaRPr lang="en-us" cap="none"/>
          </a:p>
        </p:txBody>
      </p:sp>
      <p:sp>
        <p:nvSpPr>
          <p:cNvPr id="17" name="Content Placeholder 18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PAAAADIKAAA+AcAABAAAAAmAAAACAAAAIGgAAAAAAAA"/>
              </a:ext>
            </a:extLst>
          </p:cNvSpPr>
          <p:nvPr>
            <p:ph idx="10"/>
          </p:nvPr>
        </p:nvSpPr>
        <p:spPr>
          <a:xfrm>
            <a:off x="304800" y="15240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cap="none" spc="0" baseline="0">
                <a:latin typeface="Arial" pitchFamily="1" charset="0"/>
                <a:ea typeface="Arial" pitchFamily="1" charset="0"/>
                <a:cs typeface="Arial" pitchFamily="1" charset="0"/>
              </a:defRPr>
            </a:lvl1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</p:spTree>
  </p:cSld>
  <p:clrMapOvr>
    <a:masterClrMapping/>
  </p:clrMapOvr>
</p:sldLayout>
</file>

<file path=ppt/slideLayouts/slideLayout2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p5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0;p5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D2wAAD/HwAA"/>
              </a:ext>
            </a:extLst>
          </p:cNvSpPr>
          <p:nvPr>
            <p:ph type="subTitle"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2;p54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3;p54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fMlT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5;p5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KPV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6;p5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57;p55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56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1;p57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vhLh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7xkAABAAAAAmAAAACAAAAD2wAAD/HwAA"/>
              </a:ext>
            </a:extLst>
          </p:cNvSpPr>
          <p:nvPr>
            <p:ph type="subTitle" idx="1"/>
          </p:nvPr>
        </p:nvSpPr>
        <p:spPr>
          <a:xfrm>
            <a:off x="395605" y="274955"/>
            <a:ext cx="6120130" cy="394081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AndObj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5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64;p5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AsI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65;p5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ryU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66;p5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L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AndTwoObj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8;p5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69;p5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ryU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45256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70;p5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71;p59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L2wAAD/HwAA"/>
              </a:ext>
            </a:extLst>
          </p:cNvSpPr>
          <p:nvPr>
            <p:ph idx="3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OverTx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3;p6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74;p6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75;p6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76;p60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L2wAAD/HwAA"/>
              </a:ext>
            </a:extLst>
          </p:cNvSpPr>
          <p:nvPr>
            <p:ph idx="3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verTx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8;p6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79;p6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80;p6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BvNQAAqiUAABAAAAAmAAAACAAAAL2wAAD/HwAA"/>
              </a:ext>
            </a:extLst>
          </p:cNvSpPr>
          <p:nvPr>
            <p:ph idx="2"/>
          </p:nvPr>
        </p:nvSpPr>
        <p:spPr>
          <a:xfrm>
            <a:off x="457200" y="3964305"/>
            <a:ext cx="822896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2;p6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83;p6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EG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84;p6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NgJAAB1NQAAHxcAABAAAAAmAAAACAAAAL2wAAD/HwAA"/>
              </a:ext>
            </a:extLst>
          </p:cNvSpPr>
          <p:nvPr>
            <p:ph idx="2"/>
          </p:nvPr>
        </p:nvSpPr>
        <p:spPr>
          <a:xfrm>
            <a:off x="4674235" y="1600200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85;p6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CEGwAAqiUAABAAAAAmAAAACAAAAL2wAAD/HwAA"/>
              </a:ext>
            </a:extLst>
          </p:cNvSpPr>
          <p:nvPr>
            <p:ph idx="3"/>
          </p:nvPr>
        </p:nvSpPr>
        <p:spPr>
          <a:xfrm>
            <a:off x="457200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86;p6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wAAGMYAAB1NQAAqiUAABAAAAAmAAAACAAAAL2wAAD/HwAA"/>
              </a:ext>
            </a:extLst>
          </p:cNvSpPr>
          <p:nvPr>
            <p:ph idx="4"/>
          </p:nvPr>
        </p:nvSpPr>
        <p:spPr>
          <a:xfrm>
            <a:off x="4674235" y="3964305"/>
            <a:ext cx="401574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8;p6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89;p6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AdEwAAHxcAABAAAAAmAAAACAAAAL2wAAD/HwAA"/>
              </a:ext>
            </a:extLst>
          </p:cNvSpPr>
          <p:nvPr>
            <p:ph idx="1"/>
          </p:nvPr>
        </p:nvSpPr>
        <p:spPr>
          <a:xfrm>
            <a:off x="457200" y="1600200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190;p6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NgJAAA6JAAAHxcAABAAAAAmAAAACAAAAL2wAAD/HwAA"/>
              </a:ext>
            </a:extLst>
          </p:cNvSpPr>
          <p:nvPr>
            <p:ph idx="2"/>
          </p:nvPr>
        </p:nvSpPr>
        <p:spPr>
          <a:xfrm>
            <a:off x="323977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191;p6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NgJAABYNQAAHxcAABAAAAAmAAAACAAAAL2wAAD/HwAA"/>
              </a:ext>
            </a:extLst>
          </p:cNvSpPr>
          <p:nvPr>
            <p:ph idx="3"/>
          </p:nvPr>
        </p:nvSpPr>
        <p:spPr>
          <a:xfrm>
            <a:off x="6022340" y="1600200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6" name="Google Shape;192;p6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OcRRB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MYAAAdEwAAqiUAABAAAAAmAAAACAAAAL2wAAD/HwAA"/>
              </a:ext>
            </a:extLst>
          </p:cNvSpPr>
          <p:nvPr>
            <p:ph idx="4"/>
          </p:nvPr>
        </p:nvSpPr>
        <p:spPr>
          <a:xfrm>
            <a:off x="457200" y="3964305"/>
            <a:ext cx="2649855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7" name="Google Shape;193;p6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zBN8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hMAAGMYAAA6JAAAqiUAABAAAAAmAAAACAAAAL2wAAD/HwAA"/>
              </a:ext>
            </a:extLst>
          </p:cNvSpPr>
          <p:nvPr>
            <p:ph idx="5"/>
          </p:nvPr>
        </p:nvSpPr>
        <p:spPr>
          <a:xfrm>
            <a:off x="323977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8" name="Google Shape;194;p6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oClA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CUAAGMYAABYNQAAqiUAABAAAAAmAAAACAAAAL2wAAD/HwAA"/>
              </a:ext>
            </a:extLst>
          </p:cNvSpPr>
          <p:nvPr>
            <p:ph idx="6"/>
          </p:nvPr>
        </p:nvSpPr>
        <p:spPr>
          <a:xfrm>
            <a:off x="6022340" y="3964305"/>
            <a:ext cx="2649220" cy="215836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3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zBN8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sNAAAINAAAJhYAABAAAAAmAAAACAAAAAEAAAAAAAAA"/>
              </a:ext>
            </a:extLst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oClA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B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cap="none">
                <a:solidFill>
                  <a:srgbClr val="8C8C8C"/>
                </a:solidFill>
              </a:defRPr>
            </a:lvl1pPr>
            <a:lvl2pPr marL="457200" indent="0" algn="ctr">
              <a:buNone/>
              <a:defRPr cap="none">
                <a:solidFill>
                  <a:srgbClr val="8C8C8C"/>
                </a:solidFill>
              </a:defRPr>
            </a:lvl2pPr>
            <a:lvl3pPr marL="914400" indent="0" algn="ctr">
              <a:buNone/>
              <a:defRPr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cap="none">
                <a:solidFill>
                  <a:srgbClr val="8C8C8C"/>
                </a:solidFill>
              </a:defRPr>
            </a:lvl9pPr>
          </a:lstStyle>
          <a:p>
            <a:pPr/>
            <a:r>
              <a:rPr lang="en-us" cap="none"/>
              <a:t>Click to edit Master subtitle style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46E46570-3EAB-B193-E55C-C8C62B12139D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Y/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4F5DA70A-44A2-0851-ECE5-B204E9AB1AE7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3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0F6AB4CE-80E2-3F42-ACD2-7617FA9C5A23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445D711A-54A9-0887-E7E5-A2D23FAB11F7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B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rPr lang="en-us" cap="all"/>
              <a:t>Click to edit Master title style</a:t>
            </a:r>
            <a:endParaRPr lang="en-us" cap="all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IRAABCNAAAHBsAABAAAAAmAAAACAAAAIGAAAAAAAAA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>
                <a:solidFill>
                  <a:srgbClr val="8C8C8C"/>
                </a:solidFill>
              </a:defRPr>
            </a:lvl1pPr>
            <a:lvl2pPr marL="457200" indent="0">
              <a:buNone/>
              <a:defRPr sz="1800" cap="none">
                <a:solidFill>
                  <a:srgbClr val="8C8C8C"/>
                </a:solidFill>
              </a:defRPr>
            </a:lvl2pPr>
            <a:lvl3pPr marL="914400" indent="0">
              <a:buNone/>
              <a:defRPr sz="1600" cap="none">
                <a:solidFill>
                  <a:srgbClr val="8C8C8C"/>
                </a:solidFill>
              </a:defRPr>
            </a:lvl3pPr>
            <a:lvl4pPr marL="1371600" indent="0">
              <a:buNone/>
              <a:defRPr sz="1400" cap="none">
                <a:solidFill>
                  <a:srgbClr val="8C8C8C"/>
                </a:solidFill>
              </a:defRPr>
            </a:lvl4pPr>
            <a:lvl5pPr marL="1828800" indent="0">
              <a:buNone/>
              <a:defRPr sz="1400" cap="none">
                <a:solidFill>
                  <a:srgbClr val="8C8C8C"/>
                </a:solidFill>
              </a:defRPr>
            </a:lvl5pPr>
            <a:lvl6pPr marL="2286000" indent="0">
              <a:buNone/>
              <a:defRPr sz="1400" cap="none">
                <a:solidFill>
                  <a:srgbClr val="8C8C8C"/>
                </a:solidFill>
              </a:defRPr>
            </a:lvl6pPr>
            <a:lvl7pPr marL="2743200" indent="0">
              <a:buNone/>
              <a:defRPr sz="1400" cap="none">
                <a:solidFill>
                  <a:srgbClr val="8C8C8C"/>
                </a:solidFill>
              </a:defRPr>
            </a:lvl7pPr>
            <a:lvl8pPr marL="3200400" indent="0">
              <a:buNone/>
              <a:defRPr sz="1400" cap="none">
                <a:solidFill>
                  <a:srgbClr val="8C8C8C"/>
                </a:solidFill>
              </a:defRPr>
            </a:lvl8pPr>
            <a:lvl9pPr marL="3657600" indent="0">
              <a:buNone/>
              <a:defRPr sz="1400" cap="none">
                <a:solidFill>
                  <a:srgbClr val="8C8C8C"/>
                </a:solidFill>
              </a:defRPr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08FF846-089D-DA0E-D337-FE5BB67925AB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8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BA/5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0489C2CF-81E9-DC34-A731-77618C7F5122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e/7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JvZH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BAAAAAmAAAACAAAAAGAAAAAAAAA"/>
              </a:ext>
            </a:extLst>
          </p:cNvSpPr>
          <p:nvPr>
            <p:ph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JsIj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BAAAAAmAAAACAAAAAGAAAAAAAAA"/>
              </a:ext>
            </a:extLst>
          </p:cNvSpPr>
          <p:nvPr>
            <p:ph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1D785199-D7F0-2DA7-BEC0-21F21F8E4874}" type="datetime1">
              <a:t>12/9/2023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173DB2D3-9DFA-6844-B485-6B11FCCB423E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IJAACrGwAAYQ0AABAAAAAmAAAACAAAAIGAAAAAAAAA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rGwAAsCUAABAAAAAmAAAACAAAAAGAAAAAAAAA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rG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HIJAABwNQAAYQ0AABAAAAAmAAAACAAAAIGAAAAAAAAA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BAY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GENAABwNQAAsCUAABAAAAAmAAAACAAAAAGAAAAAAAAA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9C90242-0CD4-9CF4-9A71-FAA14C3F6CAF}" type="datetime1">
              <a:t>12/9/2023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771216CD-839A-47E0-D4AA-75B558E42220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1FC2A54-1A9C-A9DC-D244-EC89640A24B9}" type="datetime1">
              <a:t>12/9/2023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17C58015-5BFA-9076-B47D-AD23CE3342F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150024F5-BBF8-55D2-B6B8-4D876AF64018}" type="datetime1">
              <a:t>12/9/2023</a:t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615EFCBA-F48C-0B0A-C2E6-025FB2A83457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B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B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BAAAAAmAAAACAAAAAGAAAAAAAAA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DFDA808-4690-A85E-DE45-B00BE60B28E5}" type="datetime1">
              <a:t>12/9/2023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0C6C4229-67E1-39B4-AFD4-91E10C9A59C4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IgdAADHLAAABSEAABAAAAAmAAAACAAAAIGAAAAAAAAA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UDAADHLAAAFR0AABAAAAAmAAAACAAAAAGAAAAAAAAA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endParaRPr lang="en-us" cap="none"/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AUhAADHLAAA+CUAABAAAAAmAAAACAAAAAGAAAAAAAAA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212E10B-458F-4717-C1AA-B342AFE437E6}" type="datetime1">
              <a:t>12/9/2023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0A99FBD0-9EE7-CC0D-A921-6858B56F5F3D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F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18EE07A3-EDF5-BBF1-BB56-1BA449184D4E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766F711E-509B-3A87-D5D7-A6D23F9923F3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EBAABwNQAAsCUAABAAAAAmAAAACAAAAAMAAAAAAAAA"/>
              </a:ext>
            </a:extLst>
          </p:cNvSpPr>
          <p:nvPr>
            <p:ph type="title"/>
          </p:nvPr>
        </p:nvSpPr>
        <p:spPr>
          <a:xfrm>
            <a:off x="6629400" y="274955"/>
            <a:ext cx="20574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DYJwAAsCUAABAAAAAmAAAACAAAAAMAAAAAAAAA"/>
              </a:ext>
            </a:extLst>
          </p:cNvSpPr>
          <p:nvPr>
            <p:ph idx="1"/>
          </p:nvPr>
        </p:nvSpPr>
        <p:spPr>
          <a:xfrm>
            <a:off x="457200" y="274955"/>
            <a:ext cx="60198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4283EC0F-41AF-D61A-E13B-B74FA27517E2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7E1E095B-1593-4BFF-DDA6-E3AA47E82BB6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 Layou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EBFB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Uvsn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BFBADp7ywA9e8cAAAAAAAAAAAAAAAAAAAAAAAAAAAAAAAAAAAAAAEl9vAB/f38AAAAAA8zMzADAwP8Af39/AAAAAAAAAAAAAAAAAAAAAAAAAAAAIQAAABgAAAAUAAAAAAAAAKAUAABwNQAAgCUAABAAAAAmAAAACAAAAP//////////"/>
              </a:ext>
            </a:extLst>
          </p:cNvSpPr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3" name="Rectangle 4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A+uo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AAAAA8zMzADAwP8Af39/AAAAAAAAAAAAAAAAAAAAAAAAAAAAIQAAABgAAAAUAAAA0BEAAIAlAACgIwAA+CUAABAAAAAmAAAACAAAAP//////////"/>
              </a:ext>
            </a:extLst>
          </p:cNvSpPr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/>
          </a:p>
        </p:txBody>
      </p:sp>
      <p:sp>
        <p:nvSpPr>
          <p:cNvPr id="4" name="Rectangle 5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JzdE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AAAAA8zMzADAwP8Af39/AAAAAAAAAAAAAAAAAAAAAAAAAAAAIQAAABgAAAAUAAAAAAAAAIAlAADQEQAA+CUAABAAAAAmAAAACAAAAP//////////"/>
              </a:ext>
            </a:extLst>
          </p:cNvSpPr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/>
          </a:p>
        </p:txBody>
      </p:sp>
      <p:sp>
        <p:nvSpPr>
          <p:cNvPr id="5" name="Rectangle 7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A6Y0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Dp7ywA9e8cAAAAAAAAAAAAAAAAAAAAAAAAAAAAAAAAAAAAAAEl9vAB/f38AAAAAA8zMzADAwP8Af39/AAAAAAAAAAAAAAAAAAAAAAAAAAAAIQAAABgAAAAUAAAAoCMAAIAlAABwNQAA+CUAABAAAAAmAAAACAAAAP//////////"/>
              </a:ext>
            </a:extLst>
          </p:cNvSpPr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/>
          </a:p>
        </p:txBody>
      </p:sp>
      <p:pic>
        <p:nvPicPr>
          <p:cNvPr id="6" name="Picture 10" descr="BITS_university_logo_whitevert.png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Kws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HgAAACgFAAAIA0AAM4gAAAQAAAAJgAAAAgAAAD//////////w=="/>
              </a:ext>
            </a:extLst>
          </p:cNvPicPr>
          <p:nvPr/>
        </p:nvPicPr>
        <p:blipFill>
          <a:blip r:embed="rId3"/>
          <a:srcRect l="0" t="0" r="0" b="28590"/>
          <a:stretch>
            <a:fillRect/>
          </a:stretch>
        </p:blipFill>
        <p:spPr>
          <a:xfrm>
            <a:off x="76200" y="3352800"/>
            <a:ext cx="2057400" cy="197993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9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FO4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iP///1ggAAAgDQAAwSMAABAgAAAmAAAACAAAAP//////////"/>
              </a:ext>
            </a:extLst>
          </p:cNvSpPr>
          <p:nvPr/>
        </p:nvSpPr>
        <p:spPr>
          <a:xfrm>
            <a:off x="-76200" y="5257800"/>
            <a:ext cx="2209800" cy="554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buNone/>
            </a:pPr>
            <a:r>
              <a:rPr lang="en-us" sz="2900" b="1" cap="none">
                <a:solidFill>
                  <a:srgbClr val="FFFFFF"/>
                </a:solidFill>
              </a:rPr>
              <a:t>BITS</a:t>
            </a:r>
            <a:r>
              <a:rPr lang="en-us" sz="2900" cap="none">
                <a:solidFill>
                  <a:srgbClr val="FFFFFF"/>
                </a:solidFill>
              </a:rPr>
              <a:t> Pilani</a:t>
            </a:r>
            <a:endParaRPr lang="en-us" sz="2900" cap="none">
              <a:solidFill>
                <a:srgbClr val="FFFFFF"/>
              </a:solidFill>
            </a:endParaRPr>
          </a:p>
        </p:txBody>
      </p:sp>
      <p:sp>
        <p:nvSpPr>
          <p:cNvPr id="8" name="TextBox 10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7736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8AAAAN0iAACoDAAAkCQAABAgAAAmAAAACAAAAP//////////"/>
              </a:ext>
            </a:extLst>
          </p:cNvSpPr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</a:pPr>
            <a:r>
              <a:rPr lang="en-us" sz="1200" cap="none">
                <a:solidFill>
                  <a:srgbClr val="FFFFFF"/>
                </a:solidFill>
              </a:rPr>
              <a:t>Pilani Campus</a:t>
            </a:r>
            <a:endParaRPr lang="en-us" sz="1200" cap="none">
              <a:solidFill>
                <a:srgbClr val="FFFFFF"/>
              </a:solidFill>
            </a:endParaRPr>
          </a:p>
        </p:txBody>
      </p:sp>
      <p:sp>
        <p:nvSpPr>
          <p:cNvPr id="9" name="Content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C3H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EghAACANAAAkCQAABAAAAAmAAAACAAAAIGgAAAAAAAA"/>
              </a:ext>
            </a:extLst>
          </p:cNvSpPr>
          <p:nvPr>
            <p:ph idx="13"/>
          </p:nvPr>
        </p:nvSpPr>
        <p:spPr>
          <a:xfrm>
            <a:off x="2514600" y="5410200"/>
            <a:ext cx="6019800" cy="5334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cap="none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</p:txBody>
      </p:sp>
      <p:sp>
        <p:nvSpPr>
          <p:cNvPr id="10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HAXAACANAAA0CAAABAAAAAmAAAACAAAAAGgAAAAAAAA"/>
              </a:ext>
            </a:extLst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defRPr sz="4400" cap="none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</p:spTree>
  </p:cSld>
  <p:clrMapOvr>
    <a:masterClrMapping/>
  </p:clrMapOvr>
</p:sldLayout>
</file>

<file path=ppt/slideLayouts/slideLayout5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KBQAAJQoAABAOAAAMCoAABAgAAAmAAAACAAAAP//////////"/>
              </a:ext>
            </a:extLst>
          </p:cNvSpPr>
          <p:nvPr/>
        </p:nvSpPr>
        <p:spPr>
          <a:xfrm>
            <a:off x="3276600" y="6596380"/>
            <a:ext cx="5867400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r">
              <a:buNone/>
            </a:pPr>
            <a:r>
              <a:rPr lang="en-us" sz="1100" b="1" kern="400000" cap="none">
                <a:solidFill>
                  <a:srgbClr val="101141"/>
                </a:solidFill>
              </a:rPr>
              <a:t>BITS </a:t>
            </a:r>
            <a:r>
              <a:rPr lang="en-us" sz="1100" kern="400000" cap="none">
                <a:solidFill>
                  <a:srgbClr val="101141"/>
                </a:solidFill>
              </a:rPr>
              <a:t>Pilani, Pilani Campus</a:t>
            </a:r>
            <a:endParaRPr lang="en-us" sz="1100" kern="400000" cap="none">
              <a:solidFill>
                <a:srgbClr val="101141"/>
              </a:solidFill>
            </a:endParaRPr>
          </a:p>
        </p:txBody>
      </p:sp>
      <p:grpSp>
        <p:nvGrpSpPr>
          <p:cNvPr id="3" name="Group 11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NMMAABLKAAAQDgAAJkoAAAQAAAAJgAAAAgAAAD/////AAAAAA=="/>
              </a:ext>
            </a:extLst>
          </p:cNvGrpSpPr>
          <p:nvPr/>
        </p:nvGrpSpPr>
        <p:grpSpPr>
          <a:xfrm>
            <a:off x="2084705" y="6550025"/>
            <a:ext cx="7059295" cy="49530"/>
            <a:chOff x="2084705" y="6550025"/>
            <a:chExt cx="7059295" cy="49530"/>
          </a:xfrm>
        </p:grpSpPr>
        <p:sp>
          <p:nvSpPr>
            <p:cNvPr id="6" name="Rectangle 5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7uzhA8zMzADAwP8Af39/AAAAAAAAAAAAAAAAAAAAAAAAAAAAIQAAABgAAAAUAAAAfRwAAEsoAADQKgAAmSgAAAAAAAAmAAAACAAAAP//////////"/>
                </a:ext>
              </a:extLst>
            </p:cNvSpPr>
            <p:nvPr/>
          </p:nvSpPr>
          <p:spPr>
            <a:xfrm>
              <a:off x="4631055" y="6550025"/>
              <a:ext cx="2328545" cy="4953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5" name="Rectangle 6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4xwk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xwkADp7ywA9e8cAAAAAAAAAAAAAAAAAAAAAAAAAAAAAAAAAAAAAAEl9vAB/f38A7uzhA8zMzADAwP8Af39/AAAAAAAAAAAAAAAAAAAAAAAAAAAAIQAAABgAAAAUAAAAgCoAAEsoAABAOAAAlCgAAAAAAAAmAAAACAAAAP//////////"/>
                </a:ext>
              </a:extLst>
            </p:cNvSpPr>
            <p:nvPr/>
          </p:nvSpPr>
          <p:spPr>
            <a:xfrm>
              <a:off x="6908800" y="6550025"/>
              <a:ext cx="2235200" cy="4635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4" name="Rectangle 7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7uzhA8zMzADAwP8Af39/AAAAAAAAAAAAAAAAAAAAAAAAAAAAIQAAABgAAAAUAAAA0wwAAEsoAAC0HAAAmSgAAAAAAAAmAAAACAAAAP//////////"/>
                </a:ext>
              </a:extLst>
            </p:cNvSpPr>
            <p:nvPr/>
          </p:nvSpPr>
          <p:spPr>
            <a:xfrm>
              <a:off x="2084705" y="6550025"/>
              <a:ext cx="2581275" cy="4953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</p:grpSp>
      <p:pic>
        <p:nvPicPr>
          <p:cNvPr id="7" name="Picture 11" descr="Picture 7.png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wAAAAAAAAAAAAAAAFgI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MgoAAAAAAAARzYAAEIEAAAQAAAAJgAAAAgAAAD//////////w=="/>
              </a:ext>
            </a:extLst>
          </p:cNvPicPr>
          <p:nvPr/>
        </p:nvPicPr>
        <p:blipFill>
          <a:blip r:embed="rId2"/>
          <a:srcRect l="1920" t="0" r="0" b="5340"/>
          <a:stretch>
            <a:fillRect/>
          </a:stretch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" name="Group 18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HAuaWkfAAAAVAAAAAAAAAAAAAAAAAAAAAAAAAAAAAAAAAAAAAAAAAAAAAAAAAAAAAAAAAAAAAAAAAAAAAAAAAAAAAAAAAAAAAAAAAAAAAAAAAAAAAAAAAAAAAAAAAAAACEAAAAYAAAAFAAAACANAABQKAAAQDgAAJkoAAAQAAAAJgAAAAgAAAD/////AAAAAA=="/>
              </a:ext>
            </a:extLst>
          </p:cNvGrpSpPr>
          <p:nvPr/>
        </p:nvGrpSpPr>
        <p:grpSpPr>
          <a:xfrm>
            <a:off x="2133600" y="6553200"/>
            <a:ext cx="7010400" cy="46355"/>
            <a:chOff x="2133600" y="6553200"/>
            <a:chExt cx="7010400" cy="46355"/>
          </a:xfrm>
        </p:grpSpPr>
        <p:sp>
          <p:nvSpPr>
            <p:cNvPr id="11" name="Rectangle 10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7uzhA8zMzADAwP8Af39/AAAAAAAAAAAAAAAAAAAAAAAAAAAAIQAAABgAAAAUAAAAqBsAAFAoAAD8KQAAmSgAAAAAAAAmAAAACAAAAP//////////"/>
                </a:ext>
              </a:extLst>
            </p:cNvSpPr>
            <p:nvPr/>
          </p:nvSpPr>
          <p:spPr>
            <a:xfrm>
              <a:off x="4495800" y="6553200"/>
              <a:ext cx="232918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10" name="Rectangle 11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7uzhA8zMzADAwP8Af39/AAAAAAAAAAAAAAAAAAAAAAAAAAAAIQAAABgAAAAUAAAAIA0AAFAoAACoGwAAmSgAAAAAAAAmAAAACAAAAP//////////"/>
                </a:ext>
              </a:extLst>
            </p:cNvSpPr>
            <p:nvPr/>
          </p:nvSpPr>
          <p:spPr>
            <a:xfrm>
              <a:off x="2133600" y="6553200"/>
              <a:ext cx="23622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9" name="Rectangle 12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Dp7ywA9e8cAAAAAAAAAAAAAAAAAAAAAAAAAAAAAAAAAAAAAAEl9vAB/f38A7uzhA8zMzADAwP8Af39/AAAAAAAAAAAAAAAAAAAAAAAAAAAAIQAAABgAAAAUAAAA7SkAAFAoAABAOAAAmSgAAAAAAAAmAAAACAAAAP//////////"/>
                </a:ext>
              </a:extLst>
            </p:cNvSpPr>
            <p:nvPr/>
          </p:nvSpPr>
          <p:spPr>
            <a:xfrm>
              <a:off x="6815455" y="6553200"/>
              <a:ext cx="2328545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</p:grpSp>
      <p:grpSp>
        <p:nvGrpSpPr>
          <p:cNvPr id="12" name="Group 22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P///wAfAAAAVAAAAAAAAAAAAAAAAAAAAAAAAAAAAAAAAAAAAAAAAAAAAAAAAAAAAAAAAAAAAAAAAAAAAAAAAAAAAAAAAAAAAAAAAAAAAAAAAAAAAAAAAAAAAAAAAAAAACEAAAAYAAAAFAAAAAAAAAD4BwAAICsAAEEIAAAQAAAAJgAAAAgAAAD/////AAAAAA=="/>
              </a:ext>
            </a:extLst>
          </p:cNvGrpSpPr>
          <p:nvPr/>
        </p:nvGrpSpPr>
        <p:grpSpPr>
          <a:xfrm>
            <a:off x="0" y="1295400"/>
            <a:ext cx="7010400" cy="46355"/>
            <a:chOff x="0" y="1295400"/>
            <a:chExt cx="7010400" cy="46355"/>
          </a:xfrm>
        </p:grpSpPr>
        <p:sp>
          <p:nvSpPr>
            <p:cNvPr id="15" name="Rectangle 14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7uzhA8zMzADAwP8Af39/AAAAAAAAAAAAAAAAAAAAAAAAAAAAIQAAABgAAAAUAAAAiA4AAPgHAADcHAAAQQgAAAAAAAAmAAAACAAAAP//////////"/>
                </a:ext>
              </a:extLst>
            </p:cNvSpPr>
            <p:nvPr/>
          </p:nvSpPr>
          <p:spPr>
            <a:xfrm>
              <a:off x="2362200" y="1295400"/>
              <a:ext cx="232918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14" name="Rectangle 15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7uzhA8zMzADAwP8Af39/AAAAAAAAAAAAAAAAAAAAAAAAAAAAIQAAABgAAAAUAAAAAAAAAPgHAACIDgAAQQgAAAAAAAAmAAAACAAAAP//////////"/>
                </a:ext>
              </a:extLst>
            </p:cNvSpPr>
            <p:nvPr/>
          </p:nvSpPr>
          <p:spPr>
            <a:xfrm>
              <a:off x="0" y="1295400"/>
              <a:ext cx="23622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13" name="Rectangle 16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BQc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Dp7ywA9e8cAAAAAAAAAAAAAAAAAAAAAAAAAAAAAAAAAAAAAAEl9vAB/f38A7uzhA8zMzADAwP8Af39/AAAAAAAAAAAAAAAAAAAAAAAAAAAAIQAAABgAAAAUAAAAzRwAAPgHAAAgKwAAQQgAAAAAAAAmAAAACAAAAP//////////"/>
                </a:ext>
              </a:extLst>
            </p:cNvSpPr>
            <p:nvPr/>
          </p:nvSpPr>
          <p:spPr>
            <a:xfrm>
              <a:off x="4681855" y="1295400"/>
              <a:ext cx="2328545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</p:grpSp>
      <p:sp>
        <p:nvSpPr>
          <p:cNvPr id="16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cA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DAJAACANAAACCUAABAAAAAmAAAACAAAAAGAAAAAAAAA"/>
              </a:ext>
            </a:extLst>
          </p:cNvSpPr>
          <p:nvPr>
            <p:ph idx="1"/>
          </p:nvPr>
        </p:nvSpPr>
        <p:spPr>
          <a:xfrm>
            <a:off x="304800" y="1493520"/>
            <a:ext cx="8229600" cy="4526280"/>
          </a:xfrm>
        </p:spPr>
        <p:txBody>
          <a:bodyPr/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/>
            <a:r>
              <a:rPr cap="none" noProof="1"/>
              <a:t>Click to edit Master text styles</a:t>
            </a:r>
            <a:endParaRPr cap="none" noProof="1"/>
          </a:p>
          <a:p>
            <a:pPr lvl="1"/>
            <a:r>
              <a:rPr cap="none" noProof="1"/>
              <a:t>Second level</a:t>
            </a:r>
            <a:endParaRPr cap="none" noProof="1"/>
          </a:p>
          <a:p>
            <a:pPr lvl="2"/>
            <a:r>
              <a:rPr cap="none" noProof="1"/>
              <a:t>Third level</a:t>
            </a:r>
            <a:endParaRPr cap="none" noProof="1"/>
          </a:p>
          <a:p>
            <a:pPr lvl="3"/>
            <a:r>
              <a:rPr cap="none" noProof="1"/>
              <a:t>Fourth level</a:t>
            </a:r>
            <a:endParaRPr cap="none" noProof="1"/>
          </a:p>
          <a:p>
            <a:pPr lvl="4"/>
            <a:r>
              <a:rPr cap="none" noProof="1"/>
              <a:t>Fifth level</a:t>
            </a:r>
            <a:endParaRPr lang="en-us" cap="none"/>
          </a:p>
        </p:txBody>
      </p:sp>
      <p:sp>
        <p:nvSpPr>
          <p:cNvPr id="17" name="Content Placeholder 18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PAAAADIKAAA+AcAABAAAAAmAAAACAAAAIGgAAAAAAAA"/>
              </a:ext>
            </a:extLst>
          </p:cNvSpPr>
          <p:nvPr>
            <p:ph idx="10"/>
          </p:nvPr>
        </p:nvSpPr>
        <p:spPr>
          <a:xfrm>
            <a:off x="304800" y="15240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cap="none" spc="0" baseline="0">
                <a:latin typeface="Arial" pitchFamily="1" charset="0"/>
                <a:ea typeface="Calibri" pitchFamily="2" charset="0"/>
                <a:cs typeface="Calibri" pitchFamily="2" charset="0"/>
              </a:defRPr>
            </a:lvl1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</p:spTree>
  </p:cSld>
  <p:clrMapOvr>
    <a:masterClrMapping/>
  </p:clrMapOvr>
</p:sldLayout>
</file>

<file path=ppt/slideLayouts/slideLayout5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sNAAAINAAAJhYAABAAAAAmAAAACAAAAAEAAAAAAAAA"/>
              </a:ext>
            </a:extLst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B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cap="none">
                <a:solidFill>
                  <a:srgbClr val="8C8C8C"/>
                </a:solidFill>
              </a:defRPr>
            </a:lvl1pPr>
            <a:lvl2pPr marL="457200" indent="0" algn="ctr">
              <a:buNone/>
              <a:defRPr cap="none">
                <a:solidFill>
                  <a:srgbClr val="8C8C8C"/>
                </a:solidFill>
              </a:defRPr>
            </a:lvl2pPr>
            <a:lvl3pPr marL="914400" indent="0" algn="ctr">
              <a:buNone/>
              <a:defRPr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cap="none">
                <a:solidFill>
                  <a:srgbClr val="8C8C8C"/>
                </a:solidFill>
              </a:defRPr>
            </a:lvl9pPr>
          </a:lstStyle>
          <a:p>
            <a:pPr/>
            <a:r>
              <a:rPr lang="en-us" cap="none"/>
              <a:t>Click to edit Master subtitle style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1C2BD79F-D1F1-7E21-BF93-277499DD4972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FGx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Fbu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625C532C-628F-09A5-C1E4-94F01DAA37C1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dHR+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48909100-4EA5-C567-EB28-B832DF661DED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2C39249-07BF-9664-F17B-F131DC3507A4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B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rPr lang="en-us" cap="all"/>
              <a:t>Click to edit Master title style</a:t>
            </a:r>
            <a:endParaRPr lang="en-us" cap="all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IRAABCNAAAHBsAABAAAAAmAAAACAAAAIGAAAAAAAAA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>
                <a:solidFill>
                  <a:srgbClr val="8C8C8C"/>
                </a:solidFill>
              </a:defRPr>
            </a:lvl1pPr>
            <a:lvl2pPr marL="457200" indent="0">
              <a:buNone/>
              <a:defRPr sz="1800" cap="none">
                <a:solidFill>
                  <a:srgbClr val="8C8C8C"/>
                </a:solidFill>
              </a:defRPr>
            </a:lvl2pPr>
            <a:lvl3pPr marL="914400" indent="0">
              <a:buNone/>
              <a:defRPr sz="1600" cap="none">
                <a:solidFill>
                  <a:srgbClr val="8C8C8C"/>
                </a:solidFill>
              </a:defRPr>
            </a:lvl3pPr>
            <a:lvl4pPr marL="1371600" indent="0">
              <a:buNone/>
              <a:defRPr sz="1400" cap="none">
                <a:solidFill>
                  <a:srgbClr val="8C8C8C"/>
                </a:solidFill>
              </a:defRPr>
            </a:lvl4pPr>
            <a:lvl5pPr marL="1828800" indent="0">
              <a:buNone/>
              <a:defRPr sz="1400" cap="none">
                <a:solidFill>
                  <a:srgbClr val="8C8C8C"/>
                </a:solidFill>
              </a:defRPr>
            </a:lvl5pPr>
            <a:lvl6pPr marL="2286000" indent="0">
              <a:buNone/>
              <a:defRPr sz="1400" cap="none">
                <a:solidFill>
                  <a:srgbClr val="8C8C8C"/>
                </a:solidFill>
              </a:defRPr>
            </a:lvl6pPr>
            <a:lvl7pPr marL="2743200" indent="0">
              <a:buNone/>
              <a:defRPr sz="1400" cap="none">
                <a:solidFill>
                  <a:srgbClr val="8C8C8C"/>
                </a:solidFill>
              </a:defRPr>
            </a:lvl7pPr>
            <a:lvl8pPr marL="3200400" indent="0">
              <a:buNone/>
              <a:defRPr sz="1400" cap="none">
                <a:solidFill>
                  <a:srgbClr val="8C8C8C"/>
                </a:solidFill>
              </a:defRPr>
            </a:lvl8pPr>
            <a:lvl9pPr marL="3657600" indent="0">
              <a:buNone/>
              <a:defRPr sz="1400" cap="none">
                <a:solidFill>
                  <a:srgbClr val="8C8C8C"/>
                </a:solidFill>
              </a:defRPr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18FDE121-6FF5-A817-BB45-9942AF0B4DCC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17B00D4F-01FA-E5FB-B408-F7AE434642A2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DGmm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1ns4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BAAAAAmAAAACAAAAAGAAAAAAAAA"/>
              </a:ext>
            </a:extLst>
          </p:cNvSpPr>
          <p:nvPr>
            <p:ph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BAAAAAmAAAACAAAAAGAAAAAAAAA"/>
              </a:ext>
            </a:extLst>
          </p:cNvSpPr>
          <p:nvPr>
            <p:ph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4CCB3F6E-20A1-9EC9-EF73-D69C713D1983}" type="datetime1">
              <a:t>12/9/2023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ANRC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5A582CE-80B8-F074-F61D-7621CC530023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IJAACrGwAAYQ0AABAAAAAmAAAACAAAAIGAAAAAAAAA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sF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rGwAAsCUAABAAAAAmAAAACAAAAAGAAAAAAAAA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Dns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HIJAABwNQAAYQ0AABAAAAAmAAAACAAAAIGAAAAAAAAA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GENAABwNQAAsCUAABAAAAAmAAAACAAAAAGAAAAAAAAA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CAF528D-C3D1-FAA4-9F17-35F11C596960}" type="datetime1">
              <a:t>12/9/2023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0AD7EB00-4EE7-821D-A96F-B848A5215FED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128D39E-D0CC-7D25-8290-26709DDE7473}" type="datetime1">
              <a:t>12/9/2023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61276F50-1E8C-7299-C29F-E8CC21D134BD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097DEC0-8E9D-C228-D32F-787D9061252D}" type="datetime1">
              <a:t>12/9/2023</a:t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1889D332-7CF5-DC25-BB31-8A709D7F4DDF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B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B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BAAAAAmAAAACAAAAAGAAAAAAAAA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556C16C-22C8-0337-86EE-D4628FA07081}" type="datetime1">
              <a:t>12/9/2023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7AC4FA4-EABA-F9B9-F414-1CEC015A0249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IgdAADHLAAABSEAABAAAAAmAAAACAAAAIGAAAAAAAAA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UDAADHLAAAFR0AABAAAAAmAAAACAAAAAGAAAAAAAAA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endParaRPr lang="en-us" cap="none"/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AUhAADHLAAA+CUAABAAAAAmAAAACAAAAAGAAAAAAAAA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74CB84F-018A-194E-C4F4-F71BF6BA32A2}" type="datetime1">
              <a:t>12/9/2023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A4490EF-A1B7-1166-F9FC-5733DEB20F02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587D7219-57B5-2884-FBC5-A1D13C8B0DF4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463323F7-B9AB-66D5-E58B-4F806DC5131A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EBAABwNQAAsCUAABAAAAAmAAAACAAAAAMAAAAAAAAA"/>
              </a:ext>
            </a:extLst>
          </p:cNvSpPr>
          <p:nvPr>
            <p:ph type="title"/>
          </p:nvPr>
        </p:nvSpPr>
        <p:spPr>
          <a:xfrm>
            <a:off x="6629400" y="274955"/>
            <a:ext cx="20574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DYJwAAsCUAABAAAAAmAAAACAAAAAMAAAAAAAAA"/>
              </a:ext>
            </a:extLst>
          </p:cNvSpPr>
          <p:nvPr>
            <p:ph idx="1"/>
          </p:nvPr>
        </p:nvSpPr>
        <p:spPr>
          <a:xfrm>
            <a:off x="457200" y="274955"/>
            <a:ext cx="60198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03137143-0DEE-4687-A0AB-FBD23FE556AE}" type="datetime1">
              <a:t>12/9/2023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AgI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6F18C02A-6482-4D36-CCA0-92638EEE3AC7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 Layou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EBFB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BFBADp7ywA9e8cAAAAAAAAAAAAAAAAAAAAAAAAAAAAAAAAAAAAAAEl9vAB/f38AAAAAA8zMzADAwP8Af39/AAAAAAAAAAAAAAAAAAAAAAAAAAAAIQAAABgAAAAUAAAAAAAAAKAUAABwNQAAgCUAABAAAAAmAAAACAAAAP//////////"/>
              </a:ext>
            </a:extLst>
          </p:cNvSpPr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3" name="Rectangle 4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AAAAA8zMzADAwP8Af39/AAAAAAAAAAAAAAAAAAAAAAAAAAAAIQAAABgAAAAUAAAA0BEAAIAlAACgIwAA+CUAABAAAAAmAAAACAAAAP//////////"/>
              </a:ext>
            </a:extLst>
          </p:cNvSpPr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/>
          </a:p>
        </p:txBody>
      </p:sp>
      <p:sp>
        <p:nvSpPr>
          <p:cNvPr id="4" name="Rectangle 5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AAAAA8zMzADAwP8Af39/AAAAAAAAAAAAAAAAAAAAAAAAAAAAIQAAABgAAAAUAAAAAAAAAIAlAADQEQAA+CUAABAAAAAmAAAACAAAAP//////////"/>
              </a:ext>
            </a:extLst>
          </p:cNvSpPr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/>
          </a:p>
        </p:txBody>
      </p:sp>
      <p:sp>
        <p:nvSpPr>
          <p:cNvPr id="5" name="Rectangle 7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Dp7ywA9e8cAAAAAAAAAAAAAAAAAAAAAAAAAAAAAAAAAAAAAAEl9vAB/f38AAAAAA8zMzADAwP8Af39/AAAAAAAAAAAAAAAAAAAAAAAAAAAAIQAAABgAAAAUAAAAoCMAAIAlAABwNQAA+CUAABAAAAAmAAAACAAAAP//////////"/>
              </a:ext>
            </a:extLst>
          </p:cNvSpPr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us" sz="1800" cap="none"/>
          </a:p>
        </p:txBody>
      </p:sp>
      <p:pic>
        <p:nvPicPr>
          <p:cNvPr id="6" name="Picture 10" descr="BITS_university_logo_whitevert.png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KwsAAAAAAABkAAAAZAAAAAAAAAAjAAAABAAAAGQAAAAXAAAAFAAAAAAAAAAAAAAA/38AAP9/AAAAAAAACQAAAAQAAADWJj8R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HgAAACgFAAAIA0AAM4gAAAQAAAAJgAAAAgAAAD//////////w=="/>
              </a:ext>
            </a:extLst>
          </p:cNvPicPr>
          <p:nvPr/>
        </p:nvPicPr>
        <p:blipFill>
          <a:blip r:embed="rId3"/>
          <a:srcRect l="0" t="0" r="0" b="28590"/>
          <a:stretch>
            <a:fillRect/>
          </a:stretch>
        </p:blipFill>
        <p:spPr>
          <a:xfrm>
            <a:off x="76200" y="3352800"/>
            <a:ext cx="2057400" cy="197993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9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5I42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iP///1ggAAAgDQAAwSMAABAgAAAmAAAACAAAAP//////////"/>
              </a:ext>
            </a:extLst>
          </p:cNvSpPr>
          <p:nvPr/>
        </p:nvSpPr>
        <p:spPr>
          <a:xfrm>
            <a:off x="-76200" y="5257800"/>
            <a:ext cx="2209800" cy="554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buNone/>
            </a:pPr>
            <a:r>
              <a:rPr lang="en-us" sz="2900" b="1" cap="none">
                <a:solidFill>
                  <a:srgbClr val="FFFFFF"/>
                </a:solidFill>
              </a:rPr>
              <a:t>BITS</a:t>
            </a:r>
            <a:r>
              <a:rPr lang="en-us" sz="2900" cap="none">
                <a:solidFill>
                  <a:srgbClr val="FFFFFF"/>
                </a:solidFill>
              </a:rPr>
              <a:t> Pilani</a:t>
            </a:r>
            <a:endParaRPr lang="en-us" sz="2900" cap="none">
              <a:solidFill>
                <a:srgbClr val="FFFFFF"/>
              </a:solidFill>
            </a:endParaRPr>
          </a:p>
        </p:txBody>
      </p:sp>
      <p:sp>
        <p:nvSpPr>
          <p:cNvPr id="8" name="TextBox 10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heh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8AAAAN0iAACoDAAAkCQAABAgAAAmAAAACAAAAP//////////"/>
              </a:ext>
            </a:extLst>
          </p:cNvSpPr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</a:pPr>
            <a:r>
              <a:rPr lang="en-us" sz="1200" cap="none">
                <a:solidFill>
                  <a:srgbClr val="FFFFFF"/>
                </a:solidFill>
              </a:rPr>
              <a:t>Pilani Campus</a:t>
            </a:r>
            <a:endParaRPr lang="en-us" sz="1200" cap="none">
              <a:solidFill>
                <a:srgbClr val="FFFFFF"/>
              </a:solidFill>
            </a:endParaRPr>
          </a:p>
        </p:txBody>
      </p:sp>
      <p:sp>
        <p:nvSpPr>
          <p:cNvPr id="9" name="Content Placeholder 6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EghAACANAAAkCQAABAAAAAmAAAACAAAAIGgAAAAAAAA"/>
              </a:ext>
            </a:extLst>
          </p:cNvSpPr>
          <p:nvPr>
            <p:ph idx="13"/>
          </p:nvPr>
        </p:nvSpPr>
        <p:spPr>
          <a:xfrm>
            <a:off x="2514600" y="5410200"/>
            <a:ext cx="6019800" cy="5334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cap="none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</p:txBody>
      </p:sp>
      <p:sp>
        <p:nvSpPr>
          <p:cNvPr id="10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HAXAACANAAA0CAAABAAAAAmAAAACAAAAAGgAAAAAAAA"/>
              </a:ext>
            </a:extLst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lnSpc>
                <a:spcPts val="4000"/>
              </a:lnSpc>
              <a:defRPr sz="4400" cap="none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</p:spTree>
  </p:cSld>
  <p:clrMapOvr>
    <a:masterClrMapping/>
  </p:clrMapOvr>
</p:sldLayout>
</file>

<file path=ppt/slideLayouts/slideLayout6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e/Jw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KBQAAJQoAABAOAAAMCoAABAgAAAmAAAACAAAAP//////////"/>
              </a:ext>
            </a:extLst>
          </p:cNvSpPr>
          <p:nvPr/>
        </p:nvSpPr>
        <p:spPr>
          <a:xfrm>
            <a:off x="3276600" y="6596380"/>
            <a:ext cx="5867400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r">
              <a:buNone/>
            </a:pPr>
            <a:r>
              <a:rPr lang="en-us" sz="1100" b="1" kern="400000" cap="none">
                <a:solidFill>
                  <a:srgbClr val="101141"/>
                </a:solidFill>
              </a:rPr>
              <a:t>BITS </a:t>
            </a:r>
            <a:r>
              <a:rPr lang="en-us" sz="1100" kern="400000" cap="none">
                <a:solidFill>
                  <a:srgbClr val="101141"/>
                </a:solidFill>
              </a:rPr>
              <a:t>Pilani, Pilani Campus</a:t>
            </a:r>
            <a:endParaRPr lang="en-us" sz="1100" kern="400000" cap="none">
              <a:solidFill>
                <a:srgbClr val="101141"/>
              </a:solidFill>
            </a:endParaRPr>
          </a:p>
        </p:txBody>
      </p:sp>
      <p:grpSp>
        <p:nvGrpSpPr>
          <p:cNvPr id="3" name="Group 11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NMMAABLKAAAQDgAAJkoAAAQAAAAJgAAAAgAAAD/////AAAAAA=="/>
              </a:ext>
            </a:extLst>
          </p:cNvGrpSpPr>
          <p:nvPr/>
        </p:nvGrpSpPr>
        <p:grpSpPr>
          <a:xfrm>
            <a:off x="2084705" y="6550025"/>
            <a:ext cx="7059295" cy="49530"/>
            <a:chOff x="2084705" y="6550025"/>
            <a:chExt cx="7059295" cy="49530"/>
          </a:xfrm>
        </p:grpSpPr>
        <p:sp>
          <p:nvSpPr>
            <p:cNvPr id="6" name="Rectangle 5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Uvsn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7uzhA8zMzADAwP8Af39/AAAAAAAAAAAAAAAAAAAAAAAAAAAAIQAAABgAAAAUAAAAfRwAAEsoAADQKgAAmSgAAAAAAAAmAAAACAAAAP//////////"/>
                </a:ext>
              </a:extLst>
            </p:cNvSpPr>
            <p:nvPr/>
          </p:nvSpPr>
          <p:spPr>
            <a:xfrm>
              <a:off x="4631055" y="6550025"/>
              <a:ext cx="2328545" cy="4953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5" name="Rectangle 6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4xwk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A+uo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xwkADp7ywA9e8cAAAAAAAAAAAAAAAAAAAAAAAAAAAAAAAAAAAAAAEl9vAB/f38A7uzhA8zMzADAwP8Af39/AAAAAAAAAAAAAAAAAAAAAAAAAAAAIQAAABgAAAAUAAAAgCoAAEsoAABAOAAAlCgAAAAAAAAmAAAACAAAAP//////////"/>
                </a:ext>
              </a:extLst>
            </p:cNvSpPr>
            <p:nvPr/>
          </p:nvSpPr>
          <p:spPr>
            <a:xfrm>
              <a:off x="6908800" y="6550025"/>
              <a:ext cx="2235200" cy="4635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4" name="Rectangle 7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7uzhA8zMzADAwP8Af39/AAAAAAAAAAAAAAAAAAAAAAAAAAAAIQAAABgAAAAUAAAA0wwAAEsoAAC0HAAAmSgAAAAAAAAmAAAACAAAAP//////////"/>
                </a:ext>
              </a:extLst>
            </p:cNvSpPr>
            <p:nvPr/>
          </p:nvSpPr>
          <p:spPr>
            <a:xfrm>
              <a:off x="2084705" y="6550025"/>
              <a:ext cx="2581275" cy="4953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</p:grpSp>
      <p:pic>
        <p:nvPicPr>
          <p:cNvPr id="7" name="Picture 11" descr="Picture 7.png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wAAAAAAAAAAAAAAAFgI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MgoAAAAAAAARzYAAEIEAAAQAAAAJgAAAAgAAAD//////////w=="/>
              </a:ext>
            </a:extLst>
          </p:cNvPicPr>
          <p:nvPr/>
        </p:nvPicPr>
        <p:blipFill>
          <a:blip r:embed="rId2"/>
          <a:srcRect l="1920" t="0" r="0" b="5340"/>
          <a:stretch>
            <a:fillRect/>
          </a:stretch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" name="Group 18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DAvwrsfAAAAVAAAAAAAAAAAAAAAAAAAAAAAAAAAAAAAAAAAAAAAAAAAAAAAAAAAAAAAAAAAAAAAAAAAAAAAAAAAAAAAAAAAAAAAAAAAAAAAAAAAAAAAAAAAAAAAAAAAACEAAAAYAAAAFAAAACANAABQKAAAQDgAAJkoAAAQAAAAJgAAAAgAAAD/////AAAAAA=="/>
              </a:ext>
            </a:extLst>
          </p:cNvGrpSpPr>
          <p:nvPr/>
        </p:nvGrpSpPr>
        <p:grpSpPr>
          <a:xfrm>
            <a:off x="2133600" y="6553200"/>
            <a:ext cx="7010400" cy="46355"/>
            <a:chOff x="2133600" y="6553200"/>
            <a:chExt cx="7010400" cy="46355"/>
          </a:xfrm>
        </p:grpSpPr>
        <p:sp>
          <p:nvSpPr>
            <p:cNvPr id="11" name="Rectangle 10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7uzhA8zMzADAwP8Af39/AAAAAAAAAAAAAAAAAAAAAAAAAAAAIQAAABgAAAAUAAAAqBsAAFAoAAD8KQAAmSgAAAAAAAAmAAAACAAAAP//////////"/>
                </a:ext>
              </a:extLst>
            </p:cNvSpPr>
            <p:nvPr/>
          </p:nvSpPr>
          <p:spPr>
            <a:xfrm>
              <a:off x="4495800" y="6553200"/>
              <a:ext cx="232918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10" name="Rectangle 11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7uzhA8zMzADAwP8Af39/AAAAAAAAAAAAAAAAAAAAAAAAAAAAIQAAABgAAAAUAAAAIA0AAFAoAACoGwAAmSgAAAAAAAAmAAAACAAAAP//////////"/>
                </a:ext>
              </a:extLst>
            </p:cNvSpPr>
            <p:nvPr/>
          </p:nvSpPr>
          <p:spPr>
            <a:xfrm>
              <a:off x="2133600" y="6553200"/>
              <a:ext cx="23622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9" name="Rectangle 12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541j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Dp7ywA9e8cAAAAAAAAAAAAAAAAAAAAAAAAAAAAAAAAAAAAAAEl9vAB/f38A7uzhA8zMzADAwP8Af39/AAAAAAAAAAAAAAAAAAAAAAAAAAAAIQAAABgAAAAUAAAA7SkAAFAoAABAOAAAmSgAAAAAAAAmAAAACAAAAP//////////"/>
                </a:ext>
              </a:extLst>
            </p:cNvSpPr>
            <p:nvPr/>
          </p:nvSpPr>
          <p:spPr>
            <a:xfrm>
              <a:off x="6815455" y="6553200"/>
              <a:ext cx="2328545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</p:grpSp>
      <p:grpSp>
        <p:nvGrpSpPr>
          <p:cNvPr id="12" name="Group 22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AAAAAD4BwAAICsAAEEIAAAQAAAAJgAAAAgAAAD/////AAAAAA=="/>
              </a:ext>
            </a:extLst>
          </p:cNvGrpSpPr>
          <p:nvPr/>
        </p:nvGrpSpPr>
        <p:grpSpPr>
          <a:xfrm>
            <a:off x="0" y="1295400"/>
            <a:ext cx="7010400" cy="46355"/>
            <a:chOff x="0" y="1295400"/>
            <a:chExt cx="7010400" cy="46355"/>
          </a:xfrm>
        </p:grpSpPr>
        <p:sp>
          <p:nvSpPr>
            <p:cNvPr id="15" name="Rectangle 14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dsLl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Dp7ywA9e8cAAAAAAAAAAAAAAAAAAAAAAAAAAAAAAAAAAAAAAEl9vAB/f38A7uzhA8zMzADAwP8Af39/AAAAAAAAAAAAAAAAAAAAAAAAAAAAIQAAABgAAAAUAAAAiA4AAPgHAADcHAAAQQgAAAAAAAAmAAAACAAAAP//////////"/>
                </a:ext>
              </a:extLst>
            </p:cNvSpPr>
            <p:nvPr/>
          </p:nvSpPr>
          <p:spPr>
            <a:xfrm>
              <a:off x="2362200" y="1295400"/>
              <a:ext cx="232918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14" name="Rectangle 15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LAX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Dp7ywA9e8cAAAAAAAAAAAAAAAAAAAAAAAAAAAAAAAAAAAAAAEl9vAB/f38A7uzhA8zMzADAwP8Af39/AAAAAAAAAAAAAAAAAAAAAAAAAAAAIQAAABgAAAAUAAAAAAAAAPgHAACIDgAAQQgAAAAAAAAmAAAACAAAAP//////////"/>
                </a:ext>
              </a:extLst>
            </p:cNvSpPr>
            <p:nvPr/>
          </p:nvSpPr>
          <p:spPr>
            <a:xfrm>
              <a:off x="0" y="1295400"/>
              <a:ext cx="23622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  <p:sp>
          <p:nvSpPr>
            <p:cNvPr id="13" name="Rectangle 16"/>
            <p:cNvSpPr>
              <a:extLst>
                <a:ext uri="smNativeData">
  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EAAAAAAAAA/wAAADp7ywAAAAAAAAAAAAAAAAAAAAAAAAAAAAAAAAAAAAAAZAAAAAEAAABAAAAAAAAAAJz///9aAAAAAAAAAAEAAABQAAAAPXvHAAAAAAAAAAAAAAAAAAAAAAAAAAAAAAAAAAAAAAAAAAAAAAAAAAAAAAAAAAAAAAAAAAAAAAAAAAAAFAAAADwAAAAAAAAAAAAAAEl9vAAP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Dp7ywA9e8cAAAAAAAAAAAAAAAAAAAAAAAAAAAAAAAAAAAAAAEl9vAB/f38A7uzhA8zMzADAwP8Af39/AAAAAAAAAAAAAAAAAAAAAAAAAAAAIQAAABgAAAAUAAAAzRwAAPgHAAAgKwAAQQgAAAAAAAAmAAAACAAAAP//////////"/>
                </a:ext>
              </a:extLst>
            </p:cNvSpPr>
            <p:nvPr/>
          </p:nvSpPr>
          <p:spPr>
            <a:xfrm>
              <a:off x="4681855" y="1295400"/>
              <a:ext cx="2328545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buNone/>
                <a:defRPr cap="none">
                  <a:solidFill>
                    <a:srgbClr val="FFFFFF"/>
                  </a:solidFill>
                  <a:latin typeface="Calibri" pitchFamily="2" charset="0"/>
                  <a:ea typeface="Arial" pitchFamily="1" charset="0"/>
                  <a:cs typeface="Arial" pitchFamily="1" charset="0"/>
                </a:defRPr>
              </a:pPr>
              <a:endParaRPr lang="en-us" sz="1800" cap="none"/>
            </a:p>
          </p:txBody>
        </p:sp>
      </p:grpSp>
      <p:sp>
        <p:nvSpPr>
          <p:cNvPr id="16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DAJAACANAAACCUAABAAAAAmAAAACAAAAAGAAAAAAAAA"/>
              </a:ext>
            </a:extLst>
          </p:cNvSpPr>
          <p:nvPr>
            <p:ph idx="1"/>
          </p:nvPr>
        </p:nvSpPr>
        <p:spPr>
          <a:xfrm>
            <a:off x="304800" y="1493520"/>
            <a:ext cx="8229600" cy="4526280"/>
          </a:xfrm>
        </p:spPr>
        <p:txBody>
          <a:bodyPr/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/>
            <a:r>
              <a:rPr cap="none" noProof="1"/>
              <a:t>Click to edit Master text styles</a:t>
            </a:r>
            <a:endParaRPr cap="none" noProof="1"/>
          </a:p>
          <a:p>
            <a:pPr lvl="1"/>
            <a:r>
              <a:rPr cap="none" noProof="1"/>
              <a:t>Second level</a:t>
            </a:r>
            <a:endParaRPr cap="none" noProof="1"/>
          </a:p>
          <a:p>
            <a:pPr lvl="2"/>
            <a:r>
              <a:rPr cap="none" noProof="1"/>
              <a:t>Third level</a:t>
            </a:r>
            <a:endParaRPr cap="none" noProof="1"/>
          </a:p>
          <a:p>
            <a:pPr lvl="3"/>
            <a:r>
              <a:rPr cap="none" noProof="1"/>
              <a:t>Fourth level</a:t>
            </a:r>
            <a:endParaRPr cap="none" noProof="1"/>
          </a:p>
          <a:p>
            <a:pPr lvl="4"/>
            <a:r>
              <a:rPr cap="none" noProof="1"/>
              <a:t>Fifth level</a:t>
            </a:r>
            <a:endParaRPr lang="en-us" cap="none"/>
          </a:p>
        </p:txBody>
      </p:sp>
      <p:sp>
        <p:nvSpPr>
          <p:cNvPr id="17" name="Content Placeholder 18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PAAAADIKAAA+AcAABAAAAAmAAAACAAAAIGgAAAAAAAA"/>
              </a:ext>
            </a:extLst>
          </p:cNvSpPr>
          <p:nvPr>
            <p:ph idx="10"/>
          </p:nvPr>
        </p:nvSpPr>
        <p:spPr>
          <a:xfrm>
            <a:off x="304800" y="15240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cap="none" spc="0" baseline="0">
                <a:latin typeface="Arial" pitchFamily="1" charset="0"/>
                <a:ea typeface="Calibri" pitchFamily="2" charset="0"/>
                <a:cs typeface="Calibri" pitchFamily="2" charset="0"/>
              </a:defRPr>
            </a:lvl1pPr>
          </a:lstStyle>
          <a:p>
            <a:pPr/>
            <a:r>
              <a:rPr lang="en-us" cap="none"/>
              <a:t>Click to edit Master text styles</a:t>
            </a:r>
            <a:endParaRPr lang="en-us" cap="none"/>
          </a:p>
        </p:txBody>
      </p:sp>
    </p:spTree>
  </p:cSld>
  <p:clrMapOvr>
    <a:masterClrMapping/>
  </p:clrMapOvr>
</p:sldLayout>
</file>

<file path=ppt/slideLayouts/slideLayout6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p5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D2w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0;p53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2wAAD/HwAA"/>
              </a:ext>
            </a:extLst>
          </p:cNvSpPr>
          <p:nvPr>
            <p:ph type="subTitle" idx="1"/>
          </p:nvPr>
        </p:nvSpPr>
        <p:spPr>
          <a:xfrm>
            <a:off x="457200" y="1600200"/>
            <a:ext cx="8228965" cy="452564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_rels/slideMaster2.xml.rels><?xml version="1.0" encoding="UTF-8" standalone="yes" 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theme" Target="../theme/theme3.xml"/></Relationships>
</file>

<file path=ppt/slideMasters/_rels/slideMaster3.xml.rels><?xml version="1.0" encoding="UTF-8" standalone="yes" 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theme" Target="../theme/theme4.xml"/></Relationships>
</file>

<file path=ppt/slideMasters/_rels/slideMaster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theme" Target="../theme/theme5.xml"/></Relationships>
</file>

<file path=ppt/slideMasters/_rels/slideMaster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theme" Target="../theme/theme6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12"/>
          <p:cNvSpPr>
            <a:extLst>
              <a:ext uri="smNativeData">
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EBFB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BFBAP///wEAAAAAAAAAAAAAAAAAAAAAAAAAAAAAAAAAAAAAAAAAAAAAAAJ/f38AH0l9A8zMzADAwP8Af39/AAAAAAAAAAAAAAAAAAAAAAAAAAAAIQAAABgAAAAUAAAAAAAAAKAUAABvNQAAfyUAABAAAAAmAAAACAAAAP//////////"/>
              </a:ext>
            </a:extLst>
          </p:cNvSpPr>
          <p:nvPr/>
        </p:nvSpPr>
        <p:spPr>
          <a:xfrm>
            <a:off x="0" y="3352800"/>
            <a:ext cx="8686165" cy="2742565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1;p12"/>
          <p:cNvSpPr>
            <a:extLst>
              <a:ext uri="smNativeData">
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0BEAAIAlAACfIwAA9yUAABAAAAAmAAAACAAAAP//////////"/>
              </a:ext>
            </a:extLst>
          </p:cNvSpPr>
          <p:nvPr/>
        </p:nvSpPr>
        <p:spPr>
          <a:xfrm>
            <a:off x="2895600" y="6096000"/>
            <a:ext cx="2894965" cy="75565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12;p12"/>
          <p:cNvSpPr>
            <a:extLst>
              <a:ext uri="smNativeData">
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AAAAAIAlAADPEQAA9yUAABAAAAAmAAAACAAAAP//////////"/>
              </a:ext>
            </a:extLst>
          </p:cNvSpPr>
          <p:nvPr/>
        </p:nvSpPr>
        <p:spPr>
          <a:xfrm>
            <a:off x="0" y="6096000"/>
            <a:ext cx="2894965" cy="75565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13;p12"/>
          <p:cNvSpPr>
            <a:extLst>
              <a:ext uri="smNativeData">
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oCMAAIAlAABvNQAA9yUAABAAAAAmAAAACAAAAP//////////"/>
              </a:ext>
            </a:extLst>
          </p:cNvSpPr>
          <p:nvPr/>
        </p:nvSpPr>
        <p:spPr>
          <a:xfrm>
            <a:off x="5791200" y="6096000"/>
            <a:ext cx="2894965" cy="755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14;p1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EghAACANAAAjyQAABAAAAAmAAAACAAAAL2/AAD/HwAA"/>
              </a:ext>
            </a:extLst>
          </p:cNvSpPr>
          <p:nvPr>
            <p:ph type="body" idx="1"/>
          </p:nvPr>
        </p:nvSpPr>
        <p:spPr>
          <a:xfrm>
            <a:off x="2514600" y="5410200"/>
            <a:ext cx="6019800" cy="5327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7" name="Google Shape;15;p1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A8AAHAXAACANAAAzyAAABAAAAAmAAAACAAAAL2/AAD/HwAA"/>
              </a:ext>
            </a:extLst>
          </p:cNvSpPr>
          <p:nvPr>
            <p:ph type="title"/>
          </p:nvPr>
        </p:nvSpPr>
        <p:spPr>
          <a:xfrm>
            <a:off x="2514600" y="3810000"/>
            <a:ext cx="6019800" cy="15233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pic>
        <p:nvPicPr>
          <p:cNvPr id="8" name="Google Shape;16;p12"/>
          <p:cNvPicPr>
            <a:extLst>
              <a:ext uri="smNativeData">
                <pr:smNativeData xmlns:pr="smNativeData" xmlns="smNativeData" val="SMDATA_17_VvV1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Kws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HgAAACgFAAAIA0AAM0gAAAQAAAAJgAAAAgAAAD//////////w=="/>
              </a:ext>
            </a:extLst>
          </p:cNvPicPr>
          <p:nvPr/>
        </p:nvPicPr>
        <p:blipFill>
          <a:blip r:embed="rId2"/>
          <a:srcRect l="0" t="0" r="0" b="28590"/>
          <a:stretch>
            <a:fillRect/>
          </a:stretch>
        </p:blipFill>
        <p:spPr>
          <a:xfrm>
            <a:off x="76200" y="3352800"/>
            <a:ext cx="2057400" cy="1979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Google Shape;17;p12"/>
          <p:cNvSpPr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iP///1ggAAAfDQAAwCMAABAAAAAmAAAACAAAAP//////////"/>
              </a:ext>
            </a:extLst>
          </p:cNvSpPr>
          <p:nvPr/>
        </p:nvSpPr>
        <p:spPr>
          <a:xfrm>
            <a:off x="-76200" y="5257800"/>
            <a:ext cx="2209165" cy="553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 b="1" cap="none">
                <a:solidFill>
                  <a:srgbClr val="FFFFFF"/>
                </a:solidFill>
              </a:rPr>
              <a:t>BITS</a:t>
            </a:r>
            <a:r>
              <a:rPr lang="en-in" sz="2900" cap="none">
                <a:solidFill>
                  <a:srgbClr val="FFFFFF"/>
                </a:solidFill>
              </a:rPr>
              <a:t> Pilani</a:t>
            </a:r>
            <a:endParaRPr sz="2900" cap="none"/>
          </a:p>
        </p:txBody>
      </p:sp>
      <p:sp>
        <p:nvSpPr>
          <p:cNvPr id="10" name="Google Shape;18;p12"/>
          <p:cNvSpPr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8AAAANwiAACnDAAAjyQAABAAAAAmAAAACAAAAP//////////"/>
              </a:ext>
            </a:extLst>
          </p:cNvSpPr>
          <p:nvPr/>
        </p:nvSpPr>
        <p:spPr>
          <a:xfrm>
            <a:off x="152400" y="5666740"/>
            <a:ext cx="19043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cap="none">
                <a:solidFill>
                  <a:srgbClr val="FFFFFF"/>
                </a:solidFill>
              </a:rPr>
              <a:t>Pilani Campus</a:t>
            </a:r>
            <a:endParaRPr sz="1200"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Masters/slideMaster2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8;p14"/>
          <p:cNvSpPr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KBQAAJQoAAA/OAAALyoAABAAAAAmAAAACAAAAP//////////"/>
              </a:ext>
            </a:extLst>
          </p:cNvSpPr>
          <p:nvPr/>
        </p:nvSpPr>
        <p:spPr>
          <a:xfrm>
            <a:off x="3276600" y="6596380"/>
            <a:ext cx="5866765" cy="260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cap="none">
                <a:solidFill>
                  <a:srgbClr val="101141"/>
                </a:solidFill>
              </a:rPr>
              <a:t>BITS </a:t>
            </a:r>
            <a:r>
              <a:rPr lang="en-in" sz="1100" cap="none">
                <a:solidFill>
                  <a:srgbClr val="101141"/>
                </a:solidFill>
              </a:rPr>
              <a:t>Pilani, Pilani Campus</a:t>
            </a:r>
            <a:endParaRPr sz="1100" cap="none"/>
          </a:p>
        </p:txBody>
      </p:sp>
      <p:pic>
        <p:nvPicPr>
          <p:cNvPr id="3" name="Google Shape;69;p14"/>
          <p:cNvPicPr>
            <a:extLst>
              <a:ext uri="smNativeData">
                <pr:smNativeData xmlns:pr="smNativeData" xmlns="smNativeData" val="SMDATA_17_VvV1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vwAAAAAAAAAAAAAAEwI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MgoAAAAAAAARTYAAEIEAAAQAAAAJgAAAAgAAAD//////////w=="/>
              </a:ext>
            </a:extLst>
          </p:cNvPicPr>
          <p:nvPr/>
        </p:nvPicPr>
        <p:blipFill>
          <a:blip r:embed="rId1"/>
          <a:srcRect l="1910" t="0" r="0" b="5310"/>
          <a:stretch>
            <a:fillRect/>
          </a:stretch>
        </p:blipFill>
        <p:spPr>
          <a:xfrm>
            <a:off x="6629400" y="0"/>
            <a:ext cx="219265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4" name="Google Shape;70;p14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BBSmgYfAAAAVAAAAAAAAAAAAAAAAAAAAAAAAAAAAAAAAAAAAAAAAAAAAAAAAAAAAAAAAAAAAAAAAAAAAAAAAAAAAAAAAAAAAAAAAAAAAAAAAAAAAAAAAAAAAAAAAAAAACEAAAAYAAAAFAAAACANAABQKAAAPzgAAJcoAAAQAAAAJgAAAAgAAAD/////AAAAAA=="/>
              </a:ext>
            </a:extLst>
          </p:cNvGrpSpPr>
          <p:nvPr/>
        </p:nvGrpSpPr>
        <p:grpSpPr>
          <a:xfrm>
            <a:off x="2133600" y="6553200"/>
            <a:ext cx="7009765" cy="45085"/>
            <a:chOff x="2133600" y="6553200"/>
            <a:chExt cx="7009765" cy="45085"/>
          </a:xfrm>
        </p:grpSpPr>
        <p:sp>
          <p:nvSpPr>
            <p:cNvPr id="7" name="Google Shape;71;p14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VVVV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qBsAAFAoAAD6KQAAlygAAAAAAAAmAAAACAAAAP//////////"/>
                </a:ext>
              </a:extLst>
            </p:cNvSpPr>
            <p:nvPr/>
          </p:nvSpPr>
          <p:spPr>
            <a:xfrm>
              <a:off x="4495800" y="65532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72;p14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IA0AAFAoAACoGwAAlygAAAAAAAAmAAAACAAAAP//////////"/>
                </a:ext>
              </a:extLst>
            </p:cNvSpPr>
            <p:nvPr/>
          </p:nvSpPr>
          <p:spPr>
            <a:xfrm>
              <a:off x="2133600" y="65532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73;p14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EiI1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7SkAAFAoAAA/OAAAlygAAAAAAAAmAAAACAAAAP//////////"/>
                </a:ext>
              </a:extLst>
            </p:cNvSpPr>
            <p:nvPr/>
          </p:nvSpPr>
          <p:spPr>
            <a:xfrm>
              <a:off x="6815455" y="65532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" name="Google Shape;74;p14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BBSmgYfAAAAVAAAAAAAAAAAAAAAAAAAAAAAAAAAAAAAAAAAAAAAAAAAAAAAAAAAAAAAAAAAAAAAAAAAAAAAAAAAAAAAAAAAAAAAAAAAAAAAAAAAAAAAAAAAAAAAAAAAACEAAAAYAAAAFAAAAAAAAAD4BwAAHysAAD8IAAAQAAAAJgAAAAgAAAD/////AAAAAA=="/>
              </a:ext>
            </a:extLst>
          </p:cNvGrpSpPr>
          <p:nvPr/>
        </p:nvGrpSpPr>
        <p:grpSpPr>
          <a:xfrm>
            <a:off x="0" y="1295400"/>
            <a:ext cx="7009765" cy="45085"/>
            <a:chOff x="0" y="1295400"/>
            <a:chExt cx="7009765" cy="45085"/>
          </a:xfrm>
        </p:grpSpPr>
        <p:sp>
          <p:nvSpPr>
            <p:cNvPr id="11" name="Google Shape;75;p14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DaZh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iA4AAPgHAADaHAAAPwgAAAAAAAAmAAAACAAAAP//////////"/>
                </a:ext>
              </a:extLst>
            </p:cNvSpPr>
            <p:nvPr/>
          </p:nvSpPr>
          <p:spPr>
            <a:xfrm>
              <a:off x="2362200" y="12954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76;p14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AAAAAPgHAACIDgAAPwgAAAAAAAAmAAAACAAAAP//////////"/>
                </a:ext>
              </a:extLst>
            </p:cNvSpPr>
            <p:nvPr/>
          </p:nvSpPr>
          <p:spPr>
            <a:xfrm>
              <a:off x="0" y="12954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77;p14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zRwAAPgHAAAfKwAAPwgAAAAAAAAmAAAACAAAAP//////////"/>
                </a:ext>
              </a:extLst>
            </p:cNvSpPr>
            <p:nvPr/>
          </p:nvSpPr>
          <p:spPr>
            <a:xfrm>
              <a:off x="4681855" y="12954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" name="Google Shape;78;p1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IAALEBAAAVKAAA6wYAABAAAAAmAAAACAAAAL2/AAD/Hw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13" name="Google Shape;79;p1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vNQAAryUAABAAAAAmAAAACAAAAL2/AAD/Hw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8965" cy="45256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14" name="Google Shape;80;p1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w8PD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TQAAF8mAAA/OAAALCgAABAAAAAmAAAACAAAAL2/AAD/HwAA"/>
              </a:ext>
            </a:extLst>
          </p:cNvSpPr>
          <p:nvPr>
            <p:ph type="sldNum" idx="12"/>
          </p:nvPr>
        </p:nvSpPr>
        <p:spPr>
          <a:xfrm>
            <a:off x="8532495" y="6237605"/>
            <a:ext cx="610870" cy="2927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rgbClr val="000000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fld id="{1F19BD67-29F2-4C4B-BCA1-DF1EF3EF4A8A}" type="slidenum">
              <a:rPr lang="en-in" cap="none"/>
              <a:t/>
            </a:fld>
            <a:endParaRPr b="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715" r:id="rId14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Masters/slideMaster3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18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BQYF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DEJAACANAAACCUAABAAAAAmAAAACAAAAL2/AAD/HwAA"/>
              </a:ext>
            </a:extLst>
          </p:cNvSpPr>
          <p:nvPr>
            <p:ph type="body" idx="1"/>
          </p:nvPr>
        </p:nvSpPr>
        <p:spPr>
          <a:xfrm>
            <a:off x="304800" y="1494155"/>
            <a:ext cx="8229600" cy="45256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3" name="Google Shape;131;p18"/>
          <p:cNvSpPr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KBQAAJQoAAA/OAAALyoAABAAAAAmAAAACAAAAP//////////"/>
              </a:ext>
            </a:extLst>
          </p:cNvSpPr>
          <p:nvPr/>
        </p:nvSpPr>
        <p:spPr>
          <a:xfrm>
            <a:off x="3276600" y="6596380"/>
            <a:ext cx="5866765" cy="260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cap="none">
                <a:solidFill>
                  <a:srgbClr val="101141"/>
                </a:solidFill>
              </a:rPr>
              <a:t>BITS </a:t>
            </a:r>
            <a:r>
              <a:rPr lang="en-in" sz="1100" cap="none">
                <a:solidFill>
                  <a:srgbClr val="101141"/>
                </a:solidFill>
              </a:rPr>
              <a:t>Pilani, Deemed to be University under Section 3 of UGC Act, 1956</a:t>
            </a:r>
            <a:endParaRPr sz="1100" cap="none"/>
          </a:p>
        </p:txBody>
      </p:sp>
      <p:grpSp>
        <p:nvGrpSpPr>
          <p:cNvPr id="4" name="Google Shape;132;p18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NIMAABMKAAAQDgAAJgoAAAQAAAAJgAAAAgAAAD/////AAAAAA=="/>
              </a:ext>
            </a:extLst>
          </p:cNvGrpSpPr>
          <p:nvPr/>
        </p:nvGrpSpPr>
        <p:grpSpPr>
          <a:xfrm>
            <a:off x="2084070" y="6550660"/>
            <a:ext cx="7059930" cy="48260"/>
            <a:chOff x="2084070" y="6550660"/>
            <a:chExt cx="7059930" cy="48260"/>
          </a:xfrm>
        </p:grpSpPr>
        <p:sp>
          <p:nvSpPr>
            <p:cNvPr id="7" name="Google Shape;133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fBwAAEwoAADOKgAAmCgAAAAAAAAmAAAACAAAAP//////////"/>
                </a:ext>
              </a:extLst>
            </p:cNvSpPr>
            <p:nvPr/>
          </p:nvSpPr>
          <p:spPr>
            <a:xfrm>
              <a:off x="4630420" y="6550660"/>
              <a:ext cx="2327910" cy="482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134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4xwk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xwkAP///wEAAAAAAAAAAAAAAAAAAAAAAAAAAAAAAAAAAAAAAAAAAAAAAAJ/f38AH0l9A8zMzADAwP8Af39/AAAAAAAAAAAAAAAAAAAAAAAAAAAAIQAAABgAAAAUAAAAfyoAAEwoAABAOAAAkygAAAAAAAAmAAAACAAAAP//////////"/>
                </a:ext>
              </a:extLst>
            </p:cNvSpPr>
            <p:nvPr/>
          </p:nvSpPr>
          <p:spPr>
            <a:xfrm>
              <a:off x="6908165" y="6550660"/>
              <a:ext cx="2235835" cy="4508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135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0gwAAEwoAACxHAAAmCgAAAAAAAAmAAAACAAAAP//////////"/>
                </a:ext>
              </a:extLst>
            </p:cNvSpPr>
            <p:nvPr/>
          </p:nvSpPr>
          <p:spPr>
            <a:xfrm>
              <a:off x="2084070" y="6550660"/>
              <a:ext cx="2580005" cy="482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8" name="Google Shape;136;p18"/>
          <p:cNvPicPr>
            <a:extLst>
              <a:ext uri="smNativeData">
                <pr:smNativeData xmlns:pr="smNativeData" xmlns="smNativeData" val="SMDATA_17_VvV1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vwAAAAAAAAAAAAAAEwI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MgoAAAAAAAARTYAAEIEAAAQAAAAJgAAAAgAAAD//////////w=="/>
              </a:ext>
            </a:extLst>
          </p:cNvPicPr>
          <p:nvPr/>
        </p:nvPicPr>
        <p:blipFill>
          <a:blip r:embed="rId1"/>
          <a:srcRect l="1910" t="0" r="0" b="5310"/>
          <a:stretch>
            <a:fillRect/>
          </a:stretch>
        </p:blipFill>
        <p:spPr>
          <a:xfrm>
            <a:off x="6629400" y="0"/>
            <a:ext cx="219265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9" name="Google Shape;137;p18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CANAABQKAAAPzgAAJcoAAAQAAAAJgAAAAgAAAD/////AAAAAA=="/>
              </a:ext>
            </a:extLst>
          </p:cNvGrpSpPr>
          <p:nvPr/>
        </p:nvGrpSpPr>
        <p:grpSpPr>
          <a:xfrm>
            <a:off x="2133600" y="6553200"/>
            <a:ext cx="7009765" cy="45085"/>
            <a:chOff x="2133600" y="6553200"/>
            <a:chExt cx="7009765" cy="45085"/>
          </a:xfrm>
        </p:grpSpPr>
        <p:sp>
          <p:nvSpPr>
            <p:cNvPr id="12" name="Google Shape;138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qBsAAFAoAAD6KQAAlygAAAAAAAAmAAAACAAAAP//////////"/>
                </a:ext>
              </a:extLst>
            </p:cNvSpPr>
            <p:nvPr/>
          </p:nvSpPr>
          <p:spPr>
            <a:xfrm>
              <a:off x="4495800" y="65532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39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IA0AAFAoAACoGwAAlygAAAAAAAAmAAAACAAAAP//////////"/>
                </a:ext>
              </a:extLst>
            </p:cNvSpPr>
            <p:nvPr/>
          </p:nvSpPr>
          <p:spPr>
            <a:xfrm>
              <a:off x="2133600" y="65532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40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7SkAAFAoAAA/OAAAlygAAAAAAAAmAAAACAAAAP//////////"/>
                </a:ext>
              </a:extLst>
            </p:cNvSpPr>
            <p:nvPr/>
          </p:nvSpPr>
          <p:spPr>
            <a:xfrm>
              <a:off x="6815455" y="65532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" name="Google Shape;141;p18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AAAAAD4BwAAHysAAD8IAAAQAAAAJgAAAAgAAAD/////AAAAAA=="/>
              </a:ext>
            </a:extLst>
          </p:cNvGrpSpPr>
          <p:nvPr/>
        </p:nvGrpSpPr>
        <p:grpSpPr>
          <a:xfrm>
            <a:off x="0" y="1295400"/>
            <a:ext cx="7009765" cy="45085"/>
            <a:chOff x="0" y="1295400"/>
            <a:chExt cx="7009765" cy="45085"/>
          </a:xfrm>
        </p:grpSpPr>
        <p:sp>
          <p:nvSpPr>
            <p:cNvPr id="16" name="Google Shape;142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iA4AAPgHAADaHAAAPwgAAAAAAAAmAAAACAAAAP//////////"/>
                </a:ext>
              </a:extLst>
            </p:cNvSpPr>
            <p:nvPr/>
          </p:nvSpPr>
          <p:spPr>
            <a:xfrm>
              <a:off x="2362200" y="1295400"/>
              <a:ext cx="2327910" cy="4508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43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AAAAAPgHAACIDgAAPwgAAAAAAAAmAAAACAAAAP//////////"/>
                </a:ext>
              </a:extLst>
            </p:cNvSpPr>
            <p:nvPr/>
          </p:nvSpPr>
          <p:spPr>
            <a:xfrm>
              <a:off x="0" y="1295400"/>
              <a:ext cx="2362200" cy="4508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4;p18"/>
            <p:cNvSpPr>
              <a:extLst>
                <a:ext uri="smNativeData">
                  <pr:smNativeData xmlns:pr="smNativeData" xmlns="smNativeData" val="SMDATA_15_VvV1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zRwAAPgHAAAfKwAAPwgAAAAAAAAmAAAACAAAAP//////////"/>
                </a:ext>
              </a:extLst>
            </p:cNvSpPr>
            <p:nvPr/>
          </p:nvSpPr>
          <p:spPr>
            <a:xfrm>
              <a:off x="4681855" y="1295400"/>
              <a:ext cx="2327910" cy="450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marR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" name="Google Shape;145;p18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EAAPAAAADHKAAA9wcAABAAAAAmAAAACAAAAL2/AAD/HwAA"/>
              </a:ext>
            </a:extLst>
          </p:cNvSpPr>
          <p:nvPr>
            <p:ph type="body" idx="2"/>
          </p:nvPr>
        </p:nvSpPr>
        <p:spPr>
          <a:xfrm>
            <a:off x="304800" y="152400"/>
            <a:ext cx="6323965" cy="11423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18" name="Google Shape;146;p18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8BAABvNQAAuggAABAAAAAmAAAACAAAAL2/AAD/HwAA"/>
              </a:ext>
            </a:extLst>
          </p:cNvSpPr>
          <p:nvPr>
            <p:ph type="title"/>
          </p:nvPr>
        </p:nvSpPr>
        <p:spPr>
          <a:xfrm>
            <a:off x="457200" y="273685"/>
            <a:ext cx="8228965" cy="1144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Masters/slideMaster4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LEBAABwNQAAuQgAABAAAAAmAAAACAAAAL8v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NgJAABwNQAAsCUAABAAAAAmAAAACAAAAD8v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BonAADwDwAAWSkAABAAAAAmAAAACAAAAL+PAAAAAAAA"/>
              </a:ext>
            </a:extLst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buNone/>
              <a:defRPr lang="en-us"/>
            </a:pPr>
            <a:fld id="{2EBD20B6-F8C3-E8D6-8D05-0E836E4B7B5B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BonAAAIJQAAWSk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buNone/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BonAABwN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buNone/>
              <a:defRPr lang="en-us"/>
            </a:pPr>
            <a:fld id="{0CCC4CA0-EEE1-99BA-AF74-18EF023A594D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hf hdr="0" ftr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Masters/slideMaster5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LEBAABwNQAAuQgAABAAAAAmAAAACAAAAL8v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title style</a:t>
            </a:r>
            <a:endParaRPr lang="en-us" cap="none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NgJAABwNQAAsCUAABAAAAAmAAAACAAAAD8v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BonAADwDwAAWSkAABAAAAAmAAAACAAAAL+PAAAAAAAA"/>
              </a:ext>
            </a:extLst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buNone/>
              <a:defRPr lang="en-us"/>
            </a:pPr>
            <a:fld id="{1062C8F4-BAFD-373E-B3DA-4C6B86944519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BOZV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BonAAAIJQAAWSk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buNone/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BonAABwN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buNone/>
              <a:defRPr lang="en-us"/>
            </a:pPr>
            <a:fld id="{5D9A7554-1AB0-CF83-FE22-ECD63B6C08B9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6" r:id="rId14"/>
  </p:sldLayoutIdLst>
  <p:hf hdr="0" ftr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 pitchFamily="1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7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0.pn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1.pn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2.png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3.png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4.png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4.png"/></Relationships>
</file>

<file path=ppt/slides/_rels/slide2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.xml"/></Relationships>
</file>

<file path=ppt/slides/_rels/slide2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2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eg"/><Relationship Id="rId4" Type="http://schemas.openxmlformats.org/officeDocument/2006/relationships/image" Target="../media/image24.jpeg"/></Relationships>
</file>

<file path=ppt/slides/_rels/slide2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6.jpeg"/></Relationships>
</file>

<file path=ppt/slides/_rels/slide2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3.xml"/></Relationships>
</file>

<file path=ppt/slides/_rels/slide2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4.xml"/></Relationships>
</file>

<file path=ppt/slides/_rels/slide3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3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6.xml"/><Relationship Id="rId3" Type="http://schemas.microsoft.com/office/2007/relationships/diagramDrawing" Target="../diagrams/drawing1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/Relationships>
</file>

<file path=ppt/slides/_rels/slide3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7.xml"/></Relationships>
</file>

<file path=ppt/slides/_rels/slide3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8.xml"/></Relationships>
</file>

<file path=ppt/slides/_rels/slide3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9.xml"/></Relationships>
</file>

<file path=ppt/slides/_rels/slide3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4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4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4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1.xml"/></Relationships>
</file>

<file path=ppt/slides/_rels/slide4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image" Target="../media/image32.png"/></Relationships>
</file>

<file path=ppt/slides/_rels/slide4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2.xml"/></Relationships>
</file>

<file path=ppt/slides/_rels/slide4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3.xml"/></Relationships>
</file>

<file path=ppt/slides/_rels/slide4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9;p1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ygAAAHIVAAB/NAAAqSAAABAAAAAmAAAACAAAAP//////////"/>
              </a:ext>
            </a:extLst>
          </p:cNvSpPr>
          <p:nvPr/>
        </p:nvSpPr>
        <p:spPr>
          <a:xfrm>
            <a:off x="128270" y="3486150"/>
            <a:ext cx="8405495" cy="18230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r"/>
            <a:r>
              <a:rPr lang="en-in" sz="3200" b="1" cap="none">
                <a:solidFill>
                  <a:srgbClr val="FFFFFF"/>
                </a:solidFill>
              </a:rPr>
              <a:t>ArtificialIntelligence-[</a:t>
            </a:r>
            <a:r>
              <a:rPr lang="en-in" sz="3200" b="1" cap="none">
                <a:solidFill>
                  <a:schemeClr val="bg1"/>
                </a:solidFill>
              </a:rPr>
              <a:t>DSE ZC444]</a:t>
            </a:r>
            <a:endParaRPr lang="en-in" sz="3200" cap="none">
              <a:solidFill>
                <a:schemeClr val="bg1"/>
              </a:solidFill>
            </a:endParaRPr>
          </a:p>
          <a:p>
            <a:pPr algn="r"/>
            <a:endParaRPr lang="en-us" sz="3200" b="1" cap="none">
              <a:solidFill>
                <a:srgbClr val="FFFFFF"/>
              </a:solidFill>
              <a:latin typeface="Calibri" pitchFamily="2" charset="0"/>
              <a:ea typeface="Times New Roman" pitchFamily="1" charset="0"/>
              <a:cs typeface="Calibri" pitchFamily="2" charset="0"/>
            </a:endParaRPr>
          </a:p>
          <a:p>
            <a:pPr algn="r"/>
            <a:r>
              <a:rPr lang="en-us" sz="3200" b="1" cap="none">
                <a:solidFill>
                  <a:srgbClr val="FFC000"/>
                </a:solidFill>
                <a:latin typeface="Calibri" pitchFamily="2" charset="0"/>
                <a:ea typeface="Times New Roman" pitchFamily="1" charset="0"/>
                <a:cs typeface="Calibri" pitchFamily="2" charset="0"/>
              </a:rPr>
              <a:t>CS 2-Agents &amp;Environment</a:t>
            </a:r>
            <a:endParaRPr lang="en-in" sz="3200" b="1" cap="none">
              <a:solidFill>
                <a:srgbClr val="FFC000"/>
              </a:solidFill>
              <a:latin typeface="Calibri" pitchFamily="2" charset="0"/>
              <a:ea typeface="Times New Roman" pitchFamily="1" charset="0"/>
              <a:cs typeface="Calibri" pitchFamily="2" charset="0"/>
            </a:endParaRPr>
          </a:p>
        </p:txBody>
      </p:sp>
      <p:sp>
        <p:nvSpPr>
          <p:cNvPr id="3" name="Google Shape;200;p1"/>
          <p:cNvSpPr>
            <a:extLst>
              <a:ext uri="smNativeData">
                <pr:smNativeData xmlns:pr="smNativeData" xmlns="smNativeData" val="SMDATA_15_VvV1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8w0AAEghAAB/NAAAjyQAAAAAAAAmAAAACAAAAP//////////"/>
              </a:ext>
            </a:extLst>
          </p:cNvSpPr>
          <p:nvPr/>
        </p:nvSpPr>
        <p:spPr>
          <a:xfrm>
            <a:off x="2267585" y="5410200"/>
            <a:ext cx="6266180" cy="5327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marL="0" marR="0" indent="0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solidFill>
                  <a:srgbClr val="FFFF00"/>
                </a:solidFill>
                <a:latin typeface="Calibri" pitchFamily="2" charset="0"/>
                <a:ea typeface="Arial" pitchFamily="1" charset="0"/>
                <a:cs typeface="Calibri" pitchFamily="2" charset="0"/>
              </a:defRPr>
            </a:pPr>
            <a:r>
              <a:t>Prof. Brahmanaidu Kakarla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1"/>
          </p:cNvGraphicFramePr>
          <p:nvPr/>
        </p:nvGraphicFramePr>
        <p:xfrm>
          <a:off x="457200" y="1295400"/>
          <a:ext cx="7543800" cy="381825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9600"/>
                <a:gridCol w="6934200"/>
              </a:tblGrid>
              <a:tr h="46609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466090"/>
                  </a:ext>
                </a:extLst>
              </a:tr>
              <a:tr h="46609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1800" cap="none">
                          <a:latin typeface="Calibri" pitchFamily="2" charset="0"/>
                          <a:ea typeface="Arial" pitchFamily="1" charset="0"/>
                          <a:cs typeface="Calibri" pitchFamily="2" charset="0"/>
                        </a:rPr>
                        <a:t>M1</a:t>
                      </a: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2400" cap="none">
                          <a:solidFill>
                            <a:schemeClr val="tx1"/>
                          </a:solidFill>
                        </a:rPr>
                        <a:t>Introduction to AI</a:t>
                      </a:r>
                      <a:endParaRPr lang="en-in" sz="2400" cap="none"/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466090"/>
                  </a:ext>
                </a:extLst>
              </a:tr>
              <a:tr h="51562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1800" cap="none">
                          <a:latin typeface="Calibri" pitchFamily="2" charset="0"/>
                          <a:ea typeface="Arial" pitchFamily="1" charset="0"/>
                          <a:cs typeface="Calibri" pitchFamily="2" charset="0"/>
                        </a:rPr>
                        <a:t>M2</a:t>
                      </a: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2400" cap="none"/>
                        <a:t>Problem Solving Agent using Search</a:t>
                      </a:r>
                      <a:endParaRPr lang="en-in" sz="2400" cap="none"/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515620"/>
                  </a:ext>
                </a:extLst>
              </a:tr>
              <a:tr h="45720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1800" cap="none">
                          <a:latin typeface="Calibri" pitchFamily="2" charset="0"/>
                          <a:ea typeface="Arial" pitchFamily="1" charset="0"/>
                          <a:cs typeface="Calibri" pitchFamily="2" charset="0"/>
                        </a:rPr>
                        <a:t>M3</a:t>
                      </a: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2400" cap="none"/>
                        <a:t>Game Playing, Constraint Satisfaction Problem</a:t>
                      </a:r>
                      <a:endParaRPr lang="en-in" sz="2400" cap="none"/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457200"/>
                  </a:ext>
                </a:extLst>
              </a:tr>
              <a:tr h="46609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1800" cap="none">
                          <a:latin typeface="Calibri" pitchFamily="2" charset="0"/>
                          <a:ea typeface="Arial" pitchFamily="1" charset="0"/>
                          <a:cs typeface="Calibri" pitchFamily="2" charset="0"/>
                        </a:rPr>
                        <a:t>M4</a:t>
                      </a: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rPr lang="en-in" sz="2400" cap="none"/>
                        <a:t>Knowledge Representation using Logics</a:t>
                      </a:r>
                      <a:endParaRPr lang="en-in" sz="2400" cap="none"/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466090"/>
                  </a:ext>
                </a:extLst>
              </a:tr>
              <a:tr h="46609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1800" cap="none">
                          <a:latin typeface="Calibri" pitchFamily="2" charset="0"/>
                          <a:ea typeface="Arial" pitchFamily="1" charset="0"/>
                          <a:cs typeface="Calibri" pitchFamily="2" charset="0"/>
                        </a:rPr>
                        <a:t>M5</a:t>
                      </a: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2400" cap="none"/>
                        <a:t>Probabilistic Representation and Reasoning</a:t>
                      </a:r>
                      <a:endParaRPr lang="en-in" sz="2400" cap="none"/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466090"/>
                  </a:ext>
                </a:extLst>
              </a:tr>
              <a:tr h="51435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1800" cap="none">
                          <a:latin typeface="Calibri" pitchFamily="2" charset="0"/>
                          <a:ea typeface="Arial" pitchFamily="1" charset="0"/>
                          <a:cs typeface="Calibri" pitchFamily="2" charset="0"/>
                        </a:rPr>
                        <a:t>M6</a:t>
                      </a: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r>
                        <a:rPr lang="en-in" sz="2400" cap="none"/>
                        <a:t>Reasoning over time, Reinforcement Learning</a:t>
                      </a:r>
                      <a:endParaRPr lang="en-in" sz="2400" cap="none"/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514350"/>
                  </a:ext>
                </a:extLst>
              </a:tr>
              <a:tr h="466090"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endParaRPr lang="en-in" sz="1800" cap="none">
                        <a:latin typeface="Calibri" pitchFamily="2" charset="0"/>
                        <a:ea typeface="WenQuanYi Micro Hei" pitchFamily="0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Aft>
                          <a:spcPts val="0"/>
                        </a:spcAft>
                        <a:buNone/>
                      </a:pPr>
                      <a:endParaRPr lang="en-in" sz="1800" cap="none">
                        <a:latin typeface="Calibri" pitchFamily="2" charset="0"/>
                        <a:ea typeface="Arial" pitchFamily="1" charset="0"/>
                        <a:cs typeface="Calibri" pitchFamily="2" charset="0"/>
                      </a:endParaRPr>
                    </a:p>
                  </a:txBody>
                  <a:tcPr marL="34925" marR="34925" marT="34925" marB="3492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466090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IKAAA+AcAABAAAAAmAAAACAAAAAAgAAAAAAAA"/>
              </a:ext>
            </a:extLst>
          </p:cNvSpPr>
          <p:nvPr>
            <p:ph type="body" idx="10"/>
          </p:nvPr>
        </p:nvSpPr>
        <p:spPr/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in" sz="3200" cap="none">
                <a:solidFill>
                  <a:schemeClr val="tx1"/>
                </a:solidFill>
              </a:rPr>
              <a:t>Course Plan</a:t>
            </a:r>
            <a:endParaRPr lang="en-in" sz="3200" cap="none">
              <a:solidFill>
                <a:schemeClr val="tx1"/>
              </a:solidFill>
            </a:endParaRPr>
          </a:p>
        </p:txBody>
      </p:sp>
      <p:sp>
        <p:nvSpPr>
          <p:cNvPr id="4" name="Rectangle 1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////AP///wgAAAAAAAAAAAAAAAAAAAAAAAAAAAAAAAAAAAAAZAAAAAEAAABAAAAAAAAAAAAAAAAAAAAAAAAAAAAAAAAAAAAAAAAAAAAAAAAAAAAAAAAAAAAAAAAAAAAAAAAAAAAAAAAAAAAAAAAAAAAAAAAAAAAAAAAAAAAAAAAAAAAAFAAAADwAAAABAAAAAAAAAP8AAAAo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8AAAB/f38AH0l9A8zMzADAwP8Af39/AAAAAAAAAAAAAAAAAAAAAAAAAAAAIQAAABgAAAAUAAAA0AIAAK0KAACuKgAAwA0AABAAAAAmAAAACAAAAP//////////"/>
              </a:ext>
            </a:extLst>
          </p:cNvSpPr>
          <p:nvPr/>
        </p:nvSpPr>
        <p:spPr>
          <a:xfrm>
            <a:off x="457200" y="1735455"/>
            <a:ext cx="6480810" cy="49974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/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E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Arial" pitchFamily="1" charset="0"/>
                <a:cs typeface="Arial" pitchFamily="1" charset="0"/>
              </a:defRPr>
            </a:lvl2pPr>
          </a:lstStyle>
          <a:p>
            <a:pPr>
              <a:lnSpc>
                <a:spcPct val="200000"/>
              </a:lnSpc>
              <a:buAutoNum type="alphaUcPeriod"/>
            </a:pPr>
            <a:r>
              <a:rPr lang="en-us" cap="none"/>
              <a:t>Overview of AI &amp; Applications</a:t>
            </a:r>
            <a:endParaRPr lang="en-us" cap="none"/>
          </a:p>
          <a:p>
            <a:pPr>
              <a:lnSpc>
                <a:spcPct val="200000"/>
              </a:lnSpc>
              <a:buAutoNum type="alphaUcPeriod"/>
            </a:pPr>
            <a:r>
              <a:rPr lang="en-us" cap="none"/>
              <a:t>Intelligent Agents</a:t>
            </a:r>
            <a:endParaRPr lang="en-us" cap="none"/>
          </a:p>
          <a:p>
            <a:pPr>
              <a:lnSpc>
                <a:spcPct val="200000"/>
              </a:lnSpc>
              <a:buAutoNum type="alphaUcPeriod"/>
            </a:pPr>
            <a:r>
              <a:rPr lang="en-us" cap="none"/>
              <a:t>Task Environment	</a:t>
            </a:r>
            <a:endParaRPr lang="en-in" cap="none"/>
          </a:p>
          <a:p>
            <a:pPr>
              <a:lnSpc>
                <a:spcPct val="200000"/>
              </a:lnSpc>
            </a:pPr>
            <a:endParaRPr lang="en-in" sz="1800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C3H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PAAAADIKAAA+AcAABAAAAAmAAAACAAAAAAgAAAAAAAA"/>
              </a:ext>
            </a:extLst>
          </p:cNvSpPr>
          <p:nvPr>
            <p:ph type="body" idx="10"/>
          </p:nvPr>
        </p:nvSpPr>
        <p:spPr/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in" sz="3200" cap="none">
                <a:solidFill>
                  <a:schemeClr val="tx1"/>
                </a:solidFill>
              </a:rPr>
              <a:t>Module 1 : Introduction to AI</a:t>
            </a:r>
            <a:endParaRPr lang="en-in" sz="3200" cap="none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0;g5aec7bfc83_0_22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29vb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vgIAACcBAAClKQAALwgAABAAAAAmAAAACAAAAP//////////"/>
              </a:ext>
            </a:extLst>
          </p:cNvSpPr>
          <p:nvPr/>
        </p:nvSpPr>
        <p:spPr>
          <a:xfrm>
            <a:off x="445770" y="187325"/>
            <a:ext cx="6323965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cap="none">
              <a:solidFill>
                <a:srgbClr val="C00000"/>
              </a:solidFill>
              <a:latin typeface="Calibri" pitchFamily="2" charset="0"/>
              <a:ea typeface="Comic Sans MS" pitchFamily="1" charset="0"/>
              <a:cs typeface="Calibri" pitchFamily="2" charset="0"/>
            </a:endParaRPr>
          </a:p>
          <a:p>
            <a:pPr algn="r">
              <a:lnSpc>
                <a:spcPct val="112000"/>
              </a:lnSpc>
            </a:pPr>
            <a:r>
              <a:rPr lang="en-in" sz="2400" b="1" cap="none">
                <a:solidFill>
                  <a:srgbClr val="7F6000"/>
                </a:solidFill>
              </a:rPr>
              <a:t>Design Principles &amp; Techniques</a:t>
            </a:r>
            <a:endParaRPr sz="2400" cap="none"/>
          </a:p>
        </p:txBody>
      </p:sp>
      <p:pic>
        <p:nvPicPr>
          <p:cNvPr id="3" name="Picture 1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OABAAD1CQAATTUAANw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18615"/>
            <a:ext cx="8359775" cy="453580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AAAAAAmAAAACAAAAAEAAAAAAA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</p:spPr>
        <p:txBody>
          <a:bodyPr/>
          <a:lstStyle/>
          <a:p>
            <a:pPr algn="ctr">
              <a:defRPr cap="none">
                <a:solidFill>
                  <a:schemeClr val="bg2"/>
                </a:solidFill>
              </a:defRPr>
            </a:pPr>
            <a:r>
              <a:rPr lang="en-us" sz="3200" b="1" cap="none"/>
              <a:t>AI Agents and Environment </a:t>
            </a:r>
            <a:endParaRPr lang="en-in" sz="3200" b="1" cap="none"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BYKAAAONQAAghgAABAAAAAmAAAACAAAAAEAAAAAAAAA"/>
              </a:ext>
            </a:extLst>
          </p:cNvSpPr>
          <p:nvPr>
            <p:ph type="subTitle" idx="1"/>
          </p:nvPr>
        </p:nvSpPr>
        <p:spPr>
          <a:xfrm>
            <a:off x="395605" y="1639570"/>
            <a:ext cx="8228965" cy="2344420"/>
          </a:xfrm>
        </p:spPr>
        <p:txBody>
          <a:bodyPr/>
          <a:lstStyle/>
          <a:p>
            <a:pPr/>
            <a:r>
              <a:rPr lang="en-us" sz="2800" cap="none"/>
              <a:t>An AI  system is composed of </a:t>
            </a:r>
            <a:endParaRPr lang="en-us" sz="2800" cap="none"/>
          </a:p>
          <a:p>
            <a:pPr marL="685800" indent="-457200">
              <a:buFont typeface="Wingdings" pitchFamily="0" charset="2"/>
              <a:buChar char="Ø"/>
            </a:pPr>
            <a:r>
              <a:rPr lang="en-us" sz="2800" cap="none"/>
              <a:t>an agent </a:t>
            </a:r>
            <a:endParaRPr lang="en-us" sz="2800" cap="none"/>
          </a:p>
          <a:p>
            <a:pPr marL="685800" indent="-457200">
              <a:buFont typeface="Wingdings" pitchFamily="0" charset="2"/>
              <a:buChar char="Ø"/>
            </a:pPr>
            <a:r>
              <a:rPr lang="en-us" sz="2800" cap="none"/>
              <a:t>an environment </a:t>
            </a:r>
            <a:endParaRPr lang="en-in" sz="28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AAAAAAmAAAACAAAAAEAAAAAAAAA"/>
              </a:ext>
            </a:extLst>
          </p:cNvSpPr>
          <p:nvPr>
            <p:ph type="title"/>
          </p:nvPr>
        </p:nvSpPr>
        <p:spPr>
          <a:xfrm>
            <a:off x="395605" y="274955"/>
            <a:ext cx="6120130" cy="849630"/>
          </a:xfrm>
        </p:spPr>
        <p:txBody>
          <a:bodyPr/>
          <a:lstStyle/>
          <a:p>
            <a:pPr algn="ctr">
              <a:defRPr cap="none">
                <a:solidFill>
                  <a:schemeClr val="bg2"/>
                </a:solidFill>
              </a:defRPr>
            </a:pPr>
            <a:r>
              <a:rPr lang="en-us" sz="2800" b="1" cap="none"/>
              <a:t>What is agent? </a:t>
            </a:r>
            <a:endParaRPr lang="en-in" sz="2800" b="1" cap="none"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+gIAAF4JAADiNgAAjR4AAAAAAAAmAAAACAAAAAEAAAAAAAAA"/>
              </a:ext>
            </a:extLst>
          </p:cNvSpPr>
          <p:nvPr>
            <p:ph type="subTitle" idx="1"/>
          </p:nvPr>
        </p:nvSpPr>
        <p:spPr>
          <a:xfrm>
            <a:off x="483870" y="1522730"/>
            <a:ext cx="8437880" cy="3443605"/>
          </a:xfrm>
        </p:spPr>
        <p:txBody>
          <a:bodyPr/>
          <a:lstStyle/>
          <a:p>
            <a:pPr algn="l"/>
            <a:r>
              <a:rPr lang="en-us" sz="2800" cap="none">
                <a:solidFill>
                  <a:srgbClr val="FF0000"/>
                </a:solidFill>
              </a:rPr>
              <a:t>Agent</a:t>
            </a:r>
            <a:r>
              <a:rPr lang="en-us" sz="2800" cap="none"/>
              <a:t> is anything that can </a:t>
            </a:r>
            <a:r>
              <a:rPr lang="en-us" sz="2800" cap="none">
                <a:solidFill>
                  <a:srgbClr val="FF0000"/>
                </a:solidFill>
              </a:rPr>
              <a:t>perceive</a:t>
            </a:r>
            <a:r>
              <a:rPr lang="en-us" sz="2800" cap="none"/>
              <a:t> its  </a:t>
            </a:r>
            <a:r>
              <a:rPr lang="en-us" sz="2800" cap="none">
                <a:solidFill>
                  <a:srgbClr val="FF0000"/>
                </a:solidFill>
              </a:rPr>
              <a:t>environment </a:t>
            </a:r>
            <a:r>
              <a:rPr lang="en-us" sz="2800" cap="none"/>
              <a:t>through </a:t>
            </a:r>
            <a:r>
              <a:rPr lang="en-us" sz="2800" cap="none">
                <a:solidFill>
                  <a:srgbClr val="FF0000"/>
                </a:solidFill>
              </a:rPr>
              <a:t>sensors </a:t>
            </a:r>
            <a:r>
              <a:rPr lang="en-us" sz="2800" cap="none"/>
              <a:t>and acts upon the environment through </a:t>
            </a:r>
            <a:r>
              <a:rPr lang="en-us" sz="2800" cap="none">
                <a:solidFill>
                  <a:srgbClr val="FF0000"/>
                </a:solidFill>
              </a:rPr>
              <a:t>effectors</a:t>
            </a:r>
            <a:r>
              <a:rPr lang="en-us" cap="none">
                <a:solidFill>
                  <a:srgbClr val="FF0000"/>
                </a:solidFill>
              </a:rPr>
              <a:t>.</a:t>
            </a:r>
            <a:endParaRPr lang="en-us" cap="none">
              <a:solidFill>
                <a:srgbClr val="FF0000"/>
              </a:solidFill>
            </a:endParaRPr>
          </a:p>
          <a:p>
            <a:pPr algn="just"/>
          </a:p>
          <a:p>
            <a:pPr algn="just"/>
            <a:r>
              <a:rPr lang="en-us" sz="2400" cap="none">
                <a:solidFill>
                  <a:schemeClr val="tx1"/>
                </a:solidFill>
              </a:rPr>
              <a:t>Example of agents</a:t>
            </a:r>
            <a:endParaRPr lang="en-us" sz="2400" cap="none">
              <a:solidFill>
                <a:schemeClr val="tx1"/>
              </a:solidFill>
            </a:endParaRPr>
          </a:p>
          <a:p>
            <a:pPr lvl="6" marL="457200" indent="-457200" algn="just">
              <a:buFont typeface="Wingdings" pitchFamily="0" charset="2"/>
              <a:buChar char="Ø"/>
            </a:pPr>
            <a:r>
              <a:rPr lang="en-us" sz="2400" cap="none">
                <a:solidFill>
                  <a:schemeClr val="tx1"/>
                </a:solidFill>
              </a:rPr>
              <a:t>Robotic</a:t>
            </a:r>
            <a:endParaRPr lang="en-us" sz="2400" cap="none">
              <a:solidFill>
                <a:schemeClr val="tx1"/>
              </a:solidFill>
            </a:endParaRPr>
          </a:p>
          <a:p>
            <a:pPr lvl="6" marL="457200" indent="-457200" algn="just">
              <a:buFont typeface="Wingdings" pitchFamily="0" charset="2"/>
              <a:buChar char="Ø"/>
            </a:pPr>
            <a:r>
              <a:rPr lang="en-us" sz="2400" cap="none">
                <a:solidFill>
                  <a:schemeClr val="tx1"/>
                </a:solidFill>
              </a:rPr>
              <a:t>Human</a:t>
            </a:r>
            <a:endParaRPr lang="en-us" sz="2400" cap="none">
              <a:solidFill>
                <a:schemeClr val="tx1"/>
              </a:solidFill>
            </a:endParaRPr>
          </a:p>
          <a:p>
            <a:pPr lvl="6" marL="457200" indent="-457200" algn="just">
              <a:buFont typeface="Wingdings" pitchFamily="0" charset="2"/>
              <a:buChar char="Ø"/>
            </a:pPr>
            <a:r>
              <a:rPr lang="en-us" sz="2400" cap="none">
                <a:solidFill>
                  <a:schemeClr val="tx1"/>
                </a:solidFill>
              </a:rPr>
              <a:t>Software</a:t>
            </a:r>
            <a:endParaRPr lang="en-us" sz="2400" cap="none">
              <a:solidFill>
                <a:schemeClr val="tx1"/>
              </a:solidFill>
            </a:endParaRPr>
          </a:p>
          <a:p>
            <a:pPr algn="l">
              <a:defRPr lang="en-in" cap="none"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9JAAAvgYAAAAAAAAmAAAACAAAAAEAAAAAAAAA"/>
              </a:ext>
            </a:extLst>
          </p:cNvSpPr>
          <p:nvPr>
            <p:ph type="title"/>
          </p:nvPr>
        </p:nvSpPr>
        <p:spPr>
          <a:xfrm>
            <a:off x="395605" y="274955"/>
            <a:ext cx="5495290" cy="821055"/>
          </a:xfrm>
        </p:spPr>
        <p:txBody>
          <a:bodyPr/>
          <a:lstStyle/>
          <a:p>
            <a:pPr algn="ctr">
              <a:defRPr cap="none">
                <a:solidFill>
                  <a:schemeClr val="bg2"/>
                </a:solidFill>
              </a:defRPr>
            </a:pPr>
            <a:r>
              <a:rPr lang="en-us" sz="3200" b="1" cap="none"/>
              <a:t>Important Terminologies</a:t>
            </a:r>
            <a:endParaRPr lang="en-us" sz="3200" cap="none"/>
          </a:p>
        </p:txBody>
      </p:sp>
      <p:sp>
        <p:nvSpPr>
          <p:cNvPr id="3" name="TextBox 5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H0l9A8zMzADAwP8Af39/AAAAAAAAAAAAAAAAAAAAAAAAAAAAIQAAABgAAAAUAAAAbwIAAKIJAAAoMgAAyiYAABAgAAAmAAAACAAAAP//////////"/>
              </a:ext>
            </a:extLst>
          </p:cNvSpPr>
          <p:nvPr/>
        </p:nvSpPr>
        <p:spPr>
          <a:xfrm>
            <a:off x="395605" y="1565910"/>
            <a:ext cx="7757795" cy="4739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sz="2400" cap="none"/>
              <a:t>1</a:t>
            </a:r>
            <a:r>
              <a:rPr lang="en-us" sz="2400" b="1" cap="none">
                <a:solidFill>
                  <a:schemeClr val="tx1"/>
                </a:solidFill>
              </a:rPr>
              <a:t>.Percept</a:t>
            </a:r>
            <a:r>
              <a:rPr lang="en-us" sz="2400" cap="none"/>
              <a:t>-It is a perceptual inputs at a given instance</a:t>
            </a:r>
            <a:endParaRPr lang="en-us" sz="2400" cap="none"/>
          </a:p>
          <a:p>
            <a:pPr/>
            <a:r>
              <a:rPr lang="en-us" sz="2400" cap="none"/>
              <a:t>2.</a:t>
            </a:r>
            <a:r>
              <a:rPr lang="en-us" sz="2400" b="1" cap="none"/>
              <a:t>Agent program</a:t>
            </a:r>
            <a:r>
              <a:rPr lang="en-us" sz="2400" cap="none"/>
              <a:t> is an implementation of an agent function. </a:t>
            </a:r>
            <a:endParaRPr lang="en-us" sz="2400" cap="none"/>
          </a:p>
          <a:p>
            <a:pPr/>
            <a:r>
              <a:rPr lang="en-us" sz="2400" cap="none"/>
              <a:t>3.</a:t>
            </a:r>
            <a:r>
              <a:rPr lang="en-us" sz="2400" b="1" cap="none"/>
              <a:t>Agent function</a:t>
            </a:r>
            <a:r>
              <a:rPr lang="en-us" sz="2400" cap="none"/>
              <a:t> is a map from the percept sequence(history of all that an agent has perceived to date) to an action. </a:t>
            </a:r>
            <a:endParaRPr lang="en-us" sz="2400" cap="none"/>
          </a:p>
          <a:p>
            <a:pPr/>
            <a:r>
              <a:rPr lang="en-us" sz="2400" cap="none"/>
              <a:t>4.</a:t>
            </a:r>
            <a:r>
              <a:rPr lang="en-us" sz="2400" b="1" cap="none"/>
              <a:t>Performance measure-</a:t>
            </a:r>
            <a:r>
              <a:rPr lang="en-us" sz="2400" cap="none"/>
              <a:t>It</a:t>
            </a:r>
            <a:r>
              <a:rPr lang="en-us" sz="2400" b="1" cap="none"/>
              <a:t> </a:t>
            </a:r>
            <a:r>
              <a:rPr lang="en-us" sz="2400" cap="none"/>
              <a:t>is criteria how successful an agent is </a:t>
            </a:r>
            <a:endParaRPr lang="en-us" sz="2400" cap="none"/>
          </a:p>
          <a:p>
            <a:pPr/>
            <a:r>
              <a:rPr lang="en-us" sz="2400" cap="none"/>
              <a:t>5.</a:t>
            </a:r>
            <a:r>
              <a:rPr lang="en-us" sz="2400" b="1" cap="none"/>
              <a:t>Action</a:t>
            </a:r>
            <a:r>
              <a:rPr lang="en-us" sz="2400" cap="none"/>
              <a:t>-Agent performs after any given sequence of percepts</a:t>
            </a:r>
            <a:endParaRPr lang="en-us" sz="2400" cap="none"/>
          </a:p>
          <a:p>
            <a:pPr/>
            <a:r>
              <a:rPr lang="en-us" sz="2400" cap="none"/>
              <a:t>6.</a:t>
            </a:r>
            <a:r>
              <a:rPr lang="en-us" sz="2400" b="1" cap="none"/>
              <a:t>Effectors-</a:t>
            </a:r>
            <a:r>
              <a:rPr lang="en-us" sz="2400" cap="none"/>
              <a:t> can be legs, wheels, arms, fingers, wings, fins, and display screen</a:t>
            </a:r>
            <a:endParaRPr lang="en-us" sz="2400" cap="none"/>
          </a:p>
          <a:p>
            <a:pPr/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DOs2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3200" b="1" cap="none"/>
              <a:t>AI system architecture</a:t>
            </a:r>
            <a:endParaRPr lang="en-in" sz="3200" b="1" cap="none"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0AIAANgJAABvNQAAry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IoLAABWDAAANCsAAAIg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875790" y="2005330"/>
            <a:ext cx="5147310" cy="31978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A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BAAAAAmAAAACAAAAAAgAAAAAAAA"/>
              </a:ext>
            </a:extLst>
          </p:cNvSpPr>
          <p:nvPr>
            <p:ph type="body" idx="10"/>
          </p:nvPr>
        </p:nvSpPr>
        <p:spPr/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us" sz="3200" cap="none"/>
              <a:t>Real time example</a:t>
            </a:r>
            <a:endParaRPr lang="en-in" sz="3200" cap="none"/>
          </a:p>
        </p:txBody>
      </p:sp>
      <p:pic>
        <p:nvPicPr>
          <p:cNvPr id="3" name="Picture 9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IQgAAD8JAACtDAAAHA4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M4AAAClCQAAhyUAAGsXAAAQAAAAJgAAAAgAAAD//////////w=="/>
              </a:ext>
            </a:extLst>
          </p:cNvPicPr>
          <p:nvPr/>
        </p:nvPicPr>
        <p:blipFill>
          <a:blip r:embed="rId3"/>
          <a:srcRect l="20810" t="23670" r="32450" b="36120"/>
          <a:stretch>
            <a:fillRect/>
          </a:stretch>
        </p:blipFill>
        <p:spPr>
          <a:xfrm>
            <a:off x="130810" y="1567815"/>
            <a:ext cx="5969635" cy="22390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Rectangle 13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OIV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zgAAAMMWAABwNQAAgikAABAgAAAmAAAACAAAAP//////////"/>
              </a:ext>
            </a:extLst>
          </p:cNvSpPr>
          <p:nvPr/>
        </p:nvSpPr>
        <p:spPr>
          <a:xfrm>
            <a:off x="130810" y="3700145"/>
            <a:ext cx="8555990" cy="3047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in" sz="2400" cap="none"/>
              <a:t>Performance measure: An objective criterion for success of an agent's behaviour</a:t>
            </a:r>
            <a:endParaRPr lang="en-in" sz="2400" cap="none"/>
          </a:p>
          <a:p>
            <a:pPr/>
            <a:endParaRPr lang="en-in" sz="2400" cap="none"/>
          </a:p>
          <a:p>
            <a:pPr/>
            <a:r>
              <a:rPr lang="en-in" sz="2400" cap="none"/>
              <a:t>E.g., performance measure of a vacuum-cleaner agent</a:t>
            </a:r>
            <a:endParaRPr lang="en-in" sz="2400" cap="none"/>
          </a:p>
          <a:p>
            <a:pPr/>
            <a:r>
              <a:rPr lang="en-in" sz="2400" cap="none"/>
              <a:t>» amount of dirt cleaned up</a:t>
            </a:r>
            <a:endParaRPr lang="en-in" sz="2400" cap="none"/>
          </a:p>
          <a:p>
            <a:pPr/>
            <a:r>
              <a:rPr lang="en-in" sz="2400" cap="none"/>
              <a:t>» amount of time taken</a:t>
            </a:r>
            <a:endParaRPr lang="en-in" sz="2400" cap="none"/>
          </a:p>
          <a:p>
            <a:pPr/>
            <a:r>
              <a:rPr lang="en-in" sz="2400" cap="none"/>
              <a:t>» amount of electricity consumed</a:t>
            </a:r>
            <a:endParaRPr lang="en-in" sz="2400" cap="none"/>
          </a:p>
          <a:p>
            <a:pPr/>
            <a:r>
              <a:rPr lang="en-in" sz="2400" cap="none"/>
              <a:t>» amount of noise generated, etc.</a:t>
            </a:r>
            <a:endParaRPr lang="en-in" sz="24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BAAAAAmAAAACAAAAAAgAAAAAAAA"/>
              </a:ext>
            </a:extLst>
          </p:cNvSpPr>
          <p:nvPr>
            <p:ph type="body" idx="10"/>
          </p:nvPr>
        </p:nvSpPr>
        <p:spPr/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rPr lang="en-us" sz="3200" cap="none"/>
              <a:t>Contd..</a:t>
            </a:r>
            <a:endParaRPr lang="en-in" sz="3200" cap="none"/>
          </a:p>
        </p:txBody>
      </p:sp>
      <p:pic>
        <p:nvPicPr>
          <p:cNvPr id="3" name="Picture 1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JcHAADsCwAAdzEAAGk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33805" y="1938020"/>
            <a:ext cx="6807200" cy="41433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57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1wEAAPcAAADoJgAAqQYAAAAAAAAmAAAACAAAAAEgAAAAAAAA"/>
              </a:ext>
            </a:extLst>
          </p:cNvSpPr>
          <p:nvPr>
            <p:ph type="body" idx="10"/>
          </p:nvPr>
        </p:nvSpPr>
        <p:spPr>
          <a:xfrm>
            <a:off x="299085" y="156845"/>
            <a:ext cx="6025515" cy="92583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in" sz="3200" cap="none"/>
              <a:t>PEAS Environment</a:t>
            </a:r>
            <a:endParaRPr lang="en-in" sz="3200" cap="none"/>
          </a:p>
        </p:txBody>
      </p:sp>
      <p:cxnSp>
        <p:nvCxnSpPr>
          <p:cNvPr id="3" name="Straight Arrow Connector 3"/>
          <p:cNvCxnSpPr>
            <a:extLst>
              <a:ext uri="smNativeData">
                <pr:smNativeData xmlns:pr="smNativeData" xmlns="smNativeData" val="SMDATA_15_VvV1aRMAAAAlAAAADQAAAA0AAAAAkAAAAEgAAACQAAAASAAAAAAAAAAAAAAAAg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57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WBEAABgGAAAIFgAA6AgAABAAAAAmAAAACAAAAP//////////"/>
              </a:ext>
            </a:extLst>
          </p:cNvCxnSpPr>
          <p:nvPr/>
        </p:nvCxnSpPr>
        <p:spPr>
          <a:xfrm flipV="1">
            <a:off x="2819400" y="990600"/>
            <a:ext cx="762000" cy="457200"/>
          </a:xfrm>
          <a:prstGeom prst="straightConnector1">
            <a:avLst/>
          </a:prstGeom>
          <a:noFill/>
          <a:ln w="9525" cap="flat" cmpd="sng" algn="ctr">
            <a:solidFill>
              <a:srgbClr val="497DBC"/>
            </a:solidFill>
            <a:prstDash val="solid"/>
            <a:headEnd type="none"/>
            <a:tailEnd type="triangle" w="med" len="med"/>
          </a:ln>
          <a:effectLst/>
        </p:spPr>
      </p:cxnSp>
      <p:sp>
        <p:nvSpPr>
          <p:cNvPr id="4" name="TextBox 5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ZxcAAHsDAABpNgAA1QcAABAgAAAmAAAACAAAAP//////////"/>
              </a:ext>
            </a:extLst>
          </p:cNvSpPr>
          <p:nvPr/>
        </p:nvSpPr>
        <p:spPr>
          <a:xfrm>
            <a:off x="3804285" y="565785"/>
            <a:ext cx="5040630" cy="707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</a:pPr>
            <a:r>
              <a:rPr lang="en-us" sz="2000" cap="none">
                <a:solidFill>
                  <a:srgbClr val="996600"/>
                </a:solidFill>
              </a:rPr>
              <a:t>Design on what an application wants the agent to do in the environment</a:t>
            </a:r>
            <a:endParaRPr lang="en-in" sz="2000" cap="none">
              <a:solidFill>
                <a:srgbClr val="996600"/>
              </a:solidFill>
            </a:endParaRPr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04775" y="1463675"/>
          <a:ext cx="9039225" cy="5127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00835"/>
                <a:gridCol w="1763395"/>
                <a:gridCol w="1606550"/>
                <a:gridCol w="2054225"/>
                <a:gridCol w="2014220"/>
              </a:tblGrid>
              <a:tr h="78422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7F"/>
                          </a:solidFill>
                        </a:defRPr>
                      </a:pPr>
                      <a:r>
                        <a:rPr lang="en-us" sz="20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Agent</a:t>
                      </a:r>
                      <a:endParaRPr lang="en-us" sz="20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7F"/>
                          </a:solidFill>
                        </a:defRPr>
                      </a:pPr>
                      <a:r>
                        <a:rPr lang="en-us" sz="20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Performance</a:t>
                      </a:r>
                      <a:endParaRPr lang="en-us" sz="20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7F"/>
                          </a:solidFill>
                        </a:defRPr>
                      </a:pPr>
                      <a:r>
                        <a:rPr lang="en-us" sz="20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Environment</a:t>
                      </a:r>
                      <a:endParaRPr lang="en-us" sz="20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7F"/>
                          </a:solidFill>
                        </a:defRPr>
                      </a:pPr>
                      <a:r>
                        <a:rPr lang="en-us" sz="20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Sensors</a:t>
                      </a:r>
                      <a:endParaRPr lang="en-us" sz="20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7F"/>
                          </a:solidFill>
                        </a:defRPr>
                      </a:pPr>
                      <a:r>
                        <a:rPr lang="en-us" sz="20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Actuators</a:t>
                      </a:r>
                      <a:endParaRPr lang="en-us" sz="20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784225"/>
                  </a:ext>
                </a:extLst>
              </a:tr>
              <a:tr h="159448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Medical diagnosis system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Healthy patient, reduced costs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Patient, hospital, staff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Keyboard entry of symptoms, findings, patient’s answers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Display of questions, tests, diagnosis, treatments, referrals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1594485"/>
                  </a:ext>
                </a:extLst>
              </a:tr>
              <a:tr h="106362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Satellite Image analysis system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Correct image categorization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Downlink from orbiting satellite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Color pixel analysis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Display of scene categorization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1063625"/>
                  </a:ext>
                </a:extLst>
              </a:tr>
              <a:tr h="133413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Interactive English tutor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Student’s score on test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Set of students, testing agency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Keyboard entry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Display of exercises, suggestions, corrections</a:t>
                      </a:r>
                      <a:endParaRPr lang="en-us" sz="20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133413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A9JAAAZAY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5586095" cy="88646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in" sz="3200" cap="none"/>
              <a:t>PEAS Environment</a:t>
            </a:r>
            <a:endParaRPr lang="en-in" sz="3200" cap="none"/>
          </a:p>
        </p:txBody>
      </p:sp>
      <p:cxnSp>
        <p:nvCxnSpPr>
          <p:cNvPr id="3" name="Straight Arrow Connector 3"/>
          <p:cNvCxnSpPr>
            <a:extLst>
              <a:ext uri="smNativeData">
                <pr:smNativeData xmlns:pr="smNativeData" xmlns="smNativeData" val="SMDATA_15_VvV1aRMAAAAlAAAADQAAAA0AAAAAkAAAAEgAAACQAAAASAAAAAAAAAAAAAAAAg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WBEAABgGAAAIFgAA6AgAABAAAAAmAAAACAAAAP//////////"/>
              </a:ext>
            </a:extLst>
          </p:cNvCxnSpPr>
          <p:nvPr/>
        </p:nvCxnSpPr>
        <p:spPr>
          <a:xfrm flipV="1">
            <a:off x="2819400" y="990600"/>
            <a:ext cx="762000" cy="457200"/>
          </a:xfrm>
          <a:prstGeom prst="straightConnector1">
            <a:avLst/>
          </a:prstGeom>
          <a:noFill/>
          <a:ln w="9525" cap="flat" cmpd="sng" algn="ctr">
            <a:solidFill>
              <a:srgbClr val="497DBC"/>
            </a:solidFill>
            <a:prstDash val="solid"/>
            <a:headEnd type="none"/>
            <a:tailEnd type="triangle" w="med" len="med"/>
          </a:ln>
          <a:effectLst/>
        </p:spPr>
      </p:cxnSp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443230" y="1463675"/>
          <a:ext cx="8458835" cy="39116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56030"/>
                <a:gridCol w="1731645"/>
                <a:gridCol w="1664335"/>
                <a:gridCol w="2192020"/>
                <a:gridCol w="1614805"/>
              </a:tblGrid>
              <a:tr h="78422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Agent</a:t>
                      </a:r>
                      <a:endParaRPr lang="en-us" sz="24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Performance</a:t>
                      </a:r>
                      <a:endParaRPr lang="en-us" sz="24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Environment</a:t>
                      </a:r>
                      <a:endParaRPr lang="en-us" sz="24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Sensors</a:t>
                      </a:r>
                      <a:endParaRPr lang="en-us" sz="24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b="1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Actuators</a:t>
                      </a:r>
                      <a:endParaRPr lang="en-us" sz="2400" b="1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784225"/>
                  </a:ext>
                </a:extLst>
              </a:tr>
              <a:tr h="159448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400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Automated taxi driver</a:t>
                      </a:r>
                      <a:endParaRPr lang="en-us" sz="24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24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Safe, fast, legal, comfortable trip,</a:t>
                      </a:r>
                      <a:endParaRPr lang="en-in" sz="2400" cap="none">
                        <a:solidFill>
                          <a:srgbClr val="000000"/>
                        </a:solidFill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24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maximize profits</a:t>
                      </a:r>
                      <a:endParaRPr lang="en-us" sz="24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24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Roads, other traffic, pedestrians, customers</a:t>
                      </a:r>
                      <a:endParaRPr lang="en-us" sz="24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400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Cameras, sonar, speedometer, GPS, odometer,</a:t>
                      </a:r>
                      <a:endParaRPr lang="en-us" sz="24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400" cap="none"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engine sensors, keyboard</a:t>
                      </a:r>
                      <a:endParaRPr lang="en-us" sz="24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en-us"/>
                      </a:pPr>
                      <a:r>
                        <a:rPr lang="en-in" sz="2400" cap="none">
                          <a:solidFill>
                            <a:srgbClr val="000000"/>
                          </a:solidFill>
                          <a:latin typeface="Arial" pitchFamily="1" charset="0"/>
                          <a:ea typeface="Calibri" pitchFamily="2" charset="0"/>
                          <a:cs typeface="Arial" pitchFamily="1" charset="0"/>
                        </a:rPr>
                        <a:t>Steering wheel, accelerator, brake, signal, horn</a:t>
                      </a:r>
                      <a:endParaRPr lang="en-in" sz="2400" cap="none">
                        <a:solidFill>
                          <a:srgbClr val="000000"/>
                        </a:solidFill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endParaRPr lang="en-us" sz="2400" cap="none">
                        <a:latin typeface="Arial" pitchFamily="1" charset="0"/>
                        <a:ea typeface="Calibri" pitchFamily="2" charset="0"/>
                        <a:cs typeface="Arial" pitchFamily="1" charset="0"/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159448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CI7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gwYAALcJAACqMAAA8xgAABAAAAAmAAAACAAAAIGAAAAAAAAA"/>
              </a:ext>
            </a:extLst>
          </p:cNvSpPr>
          <p:nvPr>
            <p:ph type="body" idx="1"/>
          </p:nvPr>
        </p:nvSpPr>
        <p:spPr>
          <a:xfrm>
            <a:off x="1058545" y="1579245"/>
            <a:ext cx="6852285" cy="24765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>
              <a:buFont typeface="Wingdings" pitchFamily="0" charset="2"/>
              <a:buChar char="Ø"/>
            </a:pPr>
            <a:r>
              <a:rPr lang="en-us" cap="none"/>
              <a:t>Simple Reflex Agents</a:t>
            </a:r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Model-Based Reflex Agents</a:t>
            </a:r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Goal-Based Agents</a:t>
            </a:r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Utility-Based Agents</a:t>
            </a:r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Learning Agent</a:t>
            </a:r>
            <a:endParaRPr lang="en-us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INCw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IAcAAJoCAADGJgAAqAYAAAAAAAAmAAAACAAAAAEAAAAAAAAA"/>
              </a:ext>
            </a:extLst>
          </p:cNvSpPr>
          <p:nvPr>
            <p:ph type="body" idx="10"/>
          </p:nvPr>
        </p:nvSpPr>
        <p:spPr>
          <a:xfrm>
            <a:off x="1158240" y="422910"/>
            <a:ext cx="5144770" cy="659130"/>
          </a:xfrm>
        </p:spPr>
        <p:txBody>
          <a:bodyPr/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us" cap="none"/>
              <a:t>Types of agents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BYNAAAvBIAABAAAAAmAAAACAAAAIGA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04200" cy="155194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>
              <a:buFont typeface="Wingdings" pitchFamily="0" charset="2"/>
              <a:buChar char="Ø"/>
            </a:pPr>
            <a:r>
              <a:rPr lang="en-us" cap="none"/>
              <a:t>Simple</a:t>
            </a:r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No calculation or solve complicated problems</a:t>
            </a:r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Fully observable environment </a:t>
            </a:r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Works on condition-action rule</a:t>
            </a:r>
            <a:r>
              <a:rPr lang="en-in" cap="none"/>
              <a:t>  </a:t>
            </a:r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rQQAAKMBAADdJgAAkQYAAAAAAAAmAAAACAAAAAEAAAAAAAAA"/>
              </a:ext>
            </a:extLst>
          </p:cNvSpPr>
          <p:nvPr>
            <p:ph type="body" idx="10"/>
          </p:nvPr>
        </p:nvSpPr>
        <p:spPr>
          <a:xfrm>
            <a:off x="760095" y="266065"/>
            <a:ext cx="5557520" cy="801370"/>
          </a:xfrm>
        </p:spPr>
        <p:txBody>
          <a:bodyPr/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Simple reflex agent</a:t>
            </a:r>
            <a:endParaRPr lang="en-in" cap="none"/>
          </a:p>
        </p:txBody>
      </p:sp>
      <p:pic>
        <p:nvPicPr>
          <p:cNvPr id="4" name="Content Placeholder 3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IgHAACGFAAAHSUAACY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3336290"/>
            <a:ext cx="4808855" cy="30276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DWw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PgMAAIYBAAAuJwAAzgYAAAAAAAAmAAAACAAAAAEAAAAAAAAA"/>
              </a:ext>
            </a:extLst>
          </p:cNvSpPr>
          <p:nvPr>
            <p:ph type="body" idx="10"/>
          </p:nvPr>
        </p:nvSpPr>
        <p:spPr>
          <a:xfrm>
            <a:off x="527050" y="247650"/>
            <a:ext cx="5842000" cy="858520"/>
          </a:xfrm>
        </p:spPr>
        <p:txBody>
          <a:bodyPr/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Model Based reflex agents</a:t>
            </a:r>
            <a:endParaRPr lang="en-in" cap="none"/>
          </a:p>
        </p:txBody>
      </p:sp>
      <p:sp>
        <p:nvSpPr>
          <p:cNvPr id="3" name="TextBox 4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IgMAANgIAAB7JAAA6A0AABAgAAAmAAAACAAAAP//////////"/>
              </a:ext>
            </a:extLst>
          </p:cNvSpPr>
          <p:nvPr/>
        </p:nvSpPr>
        <p:spPr>
          <a:xfrm>
            <a:off x="509270" y="1437640"/>
            <a:ext cx="5420995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>
              <a:buFont typeface="Wingdings" pitchFamily="0" charset="2"/>
              <a:buChar char="Ø"/>
            </a:pPr>
            <a:r>
              <a:rPr lang="en-us" sz="2400" cap="none"/>
              <a:t>Partially observable environment</a:t>
            </a:r>
            <a:endParaRPr lang="en-us" sz="2400" cap="none"/>
          </a:p>
          <a:p>
            <a:pPr marL="285750" indent="-285750">
              <a:buFont typeface="Wingdings" pitchFamily="0" charset="2"/>
              <a:buChar char="Ø"/>
            </a:pPr>
            <a:r>
              <a:rPr lang="en-us" sz="2400" cap="none"/>
              <a:t>Store perceive history</a:t>
            </a:r>
            <a:r>
              <a:rPr lang="en-in" sz="2400" cap="none"/>
              <a:t> </a:t>
            </a:r>
            <a:endParaRPr lang="en-in" sz="2400" cap="none"/>
          </a:p>
        </p:txBody>
      </p:sp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qqqqq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AsFAADaDwAAFywAACo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19785" y="2576830"/>
            <a:ext cx="6347460" cy="36271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Grp="1" noChangeArrowheads="1"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BANAADnEQAAbycAAL4nAAAQAAAAJgAAAAgAAAABgQAAAA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2123440" y="2910205"/>
            <a:ext cx="4286885" cy="355028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BwIQAAOAYAABAAAAAmAAAACAAAAAEA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5130800" cy="858520"/>
          </a:xfrm>
        </p:spPr>
        <p:txBody>
          <a:bodyPr/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Goal based agent</a:t>
            </a:r>
            <a:endParaRPr lang="en-in" cap="none"/>
          </a:p>
        </p:txBody>
      </p:sp>
      <p:sp>
        <p:nvSpPr>
          <p:cNvPr id="4" name="TextBox 4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awEAACgIAAAuMgAAuBEAABAgAAAmAAAACAAAAP//////////"/>
              </a:ext>
            </a:extLst>
          </p:cNvSpPr>
          <p:nvPr/>
        </p:nvSpPr>
        <p:spPr>
          <a:xfrm>
            <a:off x="230505" y="1325880"/>
            <a:ext cx="7926705" cy="1554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Expansion of model based reflex agent</a:t>
            </a:r>
            <a:endParaRPr lang="en-us" sz="2400" cap="none"/>
          </a:p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Mainly focused on its Goal</a:t>
            </a:r>
            <a:endParaRPr lang="en-us" sz="2400" cap="none"/>
          </a:p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Searching and planning</a:t>
            </a:r>
            <a:endParaRPr lang="en-us" sz="2400" cap="none"/>
          </a:p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Agent is more flexible</a:t>
            </a:r>
            <a:r>
              <a:rPr lang="en-in" sz="2400" cap="none"/>
              <a:t>				 </a:t>
            </a:r>
            <a:endParaRPr lang="en-in" sz="24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Grp="1" noChangeArrowheads="1"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I4GAADpEAAAaiQAACMoAAAQAAAAJgAAAAgAAAABgQAAAA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1065530" y="2748915"/>
            <a:ext cx="4853940" cy="37757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agQAAB0BAADQJQAATgYAAAAAAAAmAAAACAAAAAEAAAAAAAAA"/>
              </a:ext>
            </a:extLst>
          </p:cNvSpPr>
          <p:nvPr>
            <p:ph type="body" idx="10"/>
          </p:nvPr>
        </p:nvSpPr>
        <p:spPr>
          <a:xfrm>
            <a:off x="717550" y="180975"/>
            <a:ext cx="5429250" cy="843915"/>
          </a:xfrm>
        </p:spPr>
        <p:txBody>
          <a:bodyPr/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Utility based agent</a:t>
            </a:r>
            <a:endParaRPr lang="en-in" cap="none"/>
          </a:p>
        </p:txBody>
      </p:sp>
      <p:sp>
        <p:nvSpPr>
          <p:cNvPr id="4" name="TextBox 4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ewIAAHgJAADkKgAAyBAAABAgAAAmAAAACAAAAP//////////"/>
              </a:ext>
            </a:extLst>
          </p:cNvSpPr>
          <p:nvPr/>
        </p:nvSpPr>
        <p:spPr>
          <a:xfrm>
            <a:off x="403225" y="1539240"/>
            <a:ext cx="6569075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Main focus is on utility</a:t>
            </a:r>
            <a:endParaRPr lang="en-us" sz="2400" cap="none"/>
          </a:p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Utility function</a:t>
            </a:r>
            <a:endParaRPr lang="en-us" sz="2400" cap="none"/>
          </a:p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Deals with happy and unhappy state</a:t>
            </a:r>
            <a:endParaRPr lang="en-in" sz="24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Grp="1" noChangeArrowheads="1"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OcCAACFEwAAKjYAABcoAAAQAAAAJgAAAAgAAAABgQAAAA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471805" y="3173095"/>
            <a:ext cx="8333105" cy="33439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nQgAANABAACwJgAAZAYAABAAAAAmAAAACAAAAAEAAAAAAAAA"/>
              </a:ext>
            </a:extLst>
          </p:cNvSpPr>
          <p:nvPr>
            <p:ph type="body" idx="10"/>
          </p:nvPr>
        </p:nvSpPr>
        <p:spPr>
          <a:xfrm>
            <a:off x="1400175" y="294640"/>
            <a:ext cx="4888865" cy="744220"/>
          </a:xfrm>
        </p:spPr>
        <p:txBody>
          <a:bodyPr/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Learning agent</a:t>
            </a:r>
            <a:endParaRPr lang="en-in" cap="none"/>
          </a:p>
        </p:txBody>
      </p:sp>
      <p:sp>
        <p:nvSpPr>
          <p:cNvPr id="4" name="Rectangle 5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AEAAPgHAABAOAAA5hMAABAgAAAmAAAACAAAAP//////////"/>
              </a:ext>
            </a:extLst>
          </p:cNvSpPr>
          <p:nvPr/>
        </p:nvSpPr>
        <p:spPr>
          <a:xfrm>
            <a:off x="304800" y="1295400"/>
            <a:ext cx="8839200" cy="19392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342900" indent="-34290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273239"/>
                </a:solidFill>
              </a:rPr>
              <a:t>Learning element:</a:t>
            </a:r>
            <a:r>
              <a:rPr lang="en-us" sz="2400" cap="none">
                <a:solidFill>
                  <a:srgbClr val="273239"/>
                </a:solidFill>
              </a:rPr>
              <a:t> It is responsible for making improvements by learning from the environment</a:t>
            </a:r>
            <a:endParaRPr lang="en-us" sz="2400" cap="none">
              <a:solidFill>
                <a:srgbClr val="273239"/>
              </a:solidFill>
            </a:endParaRPr>
          </a:p>
          <a:p>
            <a:pPr marL="342900" indent="-34290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273239"/>
                </a:solidFill>
              </a:rPr>
              <a:t>Critic: </a:t>
            </a:r>
            <a:r>
              <a:rPr lang="en-us" sz="2400" cap="none">
                <a:solidFill>
                  <a:srgbClr val="273239"/>
                </a:solidFill>
              </a:rPr>
              <a:t>The learning element takes feedback from critics which describes how well the agent is doing with respect to a fixed performance standard.</a:t>
            </a:r>
            <a:endParaRPr lang="en-us" sz="2400" cap="none">
              <a:solidFill>
                <a:srgbClr val="27323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A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>
              <a:buFont typeface="Wingdings" pitchFamily="0" charset="2"/>
              <a:buChar char="Ø"/>
            </a:pPr>
            <a:r>
              <a:rPr lang="en-us" b="1" cap="none">
                <a:solidFill>
                  <a:srgbClr val="273239"/>
                </a:solidFill>
              </a:rPr>
              <a:t>Performance element:</a:t>
            </a:r>
            <a:r>
              <a:rPr lang="en-us" cap="none">
                <a:solidFill>
                  <a:srgbClr val="273239"/>
                </a:solidFill>
              </a:rPr>
              <a:t> It is responsible for selecting external action</a:t>
            </a:r>
            <a:endParaRPr lang="en-us" cap="none">
              <a:solidFill>
                <a:srgbClr val="273239"/>
              </a:solidFill>
            </a:endParaRPr>
          </a:p>
          <a:p>
            <a:pPr>
              <a:buFont typeface="Wingdings" pitchFamily="0" charset="2"/>
              <a:buChar char="Ø"/>
            </a:pPr>
            <a:r>
              <a:rPr lang="en-us" b="1" cap="none">
                <a:solidFill>
                  <a:srgbClr val="273239"/>
                </a:solidFill>
              </a:rPr>
              <a:t>Problem Generator:</a:t>
            </a:r>
            <a:r>
              <a:rPr lang="en-us" cap="none">
                <a:solidFill>
                  <a:srgbClr val="273239"/>
                </a:solidFill>
              </a:rPr>
              <a:t> This component is responsible for suggesting actions that will lead to new and informative experiences.</a:t>
            </a:r>
            <a:endParaRPr lang="en-us" cap="none">
              <a:solidFill>
                <a:srgbClr val="273239"/>
              </a:solidFill>
            </a:endParaRPr>
          </a:p>
          <a:p>
            <a:pPr/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DWw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cQgAAKQBAAD9JQAA1QYAAAAAAAAmAAAACAAAAAEAAAAAAAAA"/>
              </a:ext>
            </a:extLst>
          </p:cNvSpPr>
          <p:nvPr>
            <p:ph type="body" idx="10"/>
          </p:nvPr>
        </p:nvSpPr>
        <p:spPr>
          <a:xfrm>
            <a:off x="1372235" y="266700"/>
            <a:ext cx="4803140" cy="843915"/>
          </a:xfrm>
        </p:spPr>
        <p:txBody>
          <a:bodyPr/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Learning agent</a:t>
            </a:r>
            <a:endParaRPr lang="en-in" cap="none"/>
          </a:p>
        </p:txBody>
      </p:sp>
      <p:pic>
        <p:nvPicPr>
          <p:cNvPr id="4" name="Content Placeholder 3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FsFAABqFQAABTEAAO8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" y="3481070"/>
            <a:ext cx="7098030" cy="28479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/>
            <a:endParaRPr lang="en-us" sz="3600" cap="none"/>
          </a:p>
          <a:p>
            <a:pPr/>
            <a:endParaRPr lang="en-us" sz="3600" cap="none"/>
          </a:p>
          <a:p>
            <a:pPr/>
            <a:endParaRPr lang="en-us" sz="3600" cap="none"/>
          </a:p>
          <a:p>
            <a:pPr/>
            <a:r>
              <a:rPr lang="en-us" sz="3600" cap="none"/>
              <a:t>                       </a:t>
            </a:r>
            <a:r>
              <a:rPr lang="en-us" sz="3600" b="1" cap="none"/>
              <a:t>Environment</a:t>
            </a:r>
            <a:endParaRPr lang="en-in" sz="36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U8j9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>
              <a:buFont typeface="Wingdings" pitchFamily="0" charset="2"/>
              <a:buChar char="Ø"/>
            </a:pPr>
            <a:r>
              <a:rPr lang="en-in" cap="none"/>
              <a:t>A</a:t>
            </a:r>
            <a:r>
              <a:rPr lang="en-in" b="1" cap="none"/>
              <a:t> rational agent </a:t>
            </a:r>
            <a:r>
              <a:rPr lang="en-in" cap="none"/>
              <a:t>is built to solve a specific task. Each such task would then have a different environment which we refer to as Task Environment</a:t>
            </a:r>
            <a:endParaRPr lang="en-in" cap="none"/>
          </a:p>
          <a:p>
            <a:pPr marL="0" indent="0"/>
            <a:endParaRPr lang="en-us" cap="none"/>
          </a:p>
          <a:p>
            <a:pPr>
              <a:buFont typeface="Wingdings" pitchFamily="0" charset="2"/>
              <a:buChar char="Ø"/>
            </a:pPr>
            <a:r>
              <a:rPr lang="en-us" cap="none"/>
              <a:t>Based on the applicability of each technique for agent implementation its task environment design is determined by multiple dimension</a:t>
            </a:r>
            <a:endParaRPr lang="en-in" cap="none"/>
          </a:p>
          <a:p>
            <a:pPr marL="0" indent="0"/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C0KAAAvgY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11900" cy="94361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us" sz="3200" cap="none"/>
              <a:t>Task Environment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A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/>
            <a:r>
              <a:rPr lang="en-us" cap="none"/>
              <a:t>Observability : Fully observable Vs Partial observable</a:t>
            </a:r>
            <a:endParaRPr lang="en-us" cap="none"/>
          </a:p>
          <a:p>
            <a:pPr/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AAAAAAmAAAACAAAAAEA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24600" cy="1143000"/>
          </a:xfrm>
        </p:spPr>
        <p:txBody>
          <a:bodyPr/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Sensor based Task environment </a:t>
            </a:r>
            <a:endParaRPr lang="en-in" cap="none"/>
          </a:p>
        </p:txBody>
      </p:sp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PIdAADnDQAA5S8AAG8Z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867910" y="2259965"/>
            <a:ext cx="2917825" cy="18745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6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1sNZ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AUEAADnDQAAKBMAAGAZ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" y="2259965"/>
            <a:ext cx="2460625" cy="18649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7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A8B2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HggAAPAaAABQEAAA1RwAABAgAAAmAAAACAAAAP//////////"/>
              </a:ext>
            </a:extLst>
          </p:cNvSpPr>
          <p:nvPr/>
        </p:nvSpPr>
        <p:spPr>
          <a:xfrm>
            <a:off x="1319530" y="4378960"/>
            <a:ext cx="1332230" cy="307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cap="none"/>
              <a:t>Poker</a:t>
            </a:r>
            <a:endParaRPr lang="en-in" cap="none"/>
          </a:p>
        </p:txBody>
      </p:sp>
      <p:sp>
        <p:nvSpPr>
          <p:cNvPr id="7" name="TextBox 8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g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0yMAAKgaAAADKgAAjBwAABAgAAAmAAAACAAAAP//////////"/>
              </a:ext>
            </a:extLst>
          </p:cNvSpPr>
          <p:nvPr/>
        </p:nvSpPr>
        <p:spPr>
          <a:xfrm>
            <a:off x="5823585" y="4333240"/>
            <a:ext cx="1005840" cy="3073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cap="none"/>
              <a:t>      Chess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 marL="285750" indent="-285750">
              <a:buFont typeface="Wingdings" pitchFamily="0" charset="2"/>
              <a:buChar char="Ø"/>
            </a:pPr>
            <a:r>
              <a:rPr lang="en-us" cap="none"/>
              <a:t>Dependency : Episodic Vs Sequential</a:t>
            </a:r>
            <a:endParaRPr lang="en-us" cap="none"/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		chech		 chess game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8" marL="3600450" indent="0">
              <a:buNone/>
            </a:pPr>
            <a:r>
              <a:rPr lang="en-us" sz="1400" cap="none"/>
              <a:t>                                                                          Mail sorting system</a:t>
            </a:r>
            <a:endParaRPr lang="en-in" sz="1400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us" sz="3200" cap="none"/>
              <a:t>Action Based Task Environment</a:t>
            </a:r>
            <a:endParaRPr lang="en-in" sz="3200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BsGAACIEAAAcBUAAA4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92505" y="2687320"/>
            <a:ext cx="2492375" cy="21983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PglAADvDwAAQDgAAEoe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90165"/>
            <a:ext cx="2971800" cy="23336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twcAAKkfAADXEQAA4SIAABAgAAAmAAAACAAAAP//////////"/>
              </a:ext>
            </a:extLst>
          </p:cNvSpPr>
          <p:nvPr/>
        </p:nvSpPr>
        <p:spPr>
          <a:xfrm>
            <a:off x="1254125" y="5146675"/>
            <a:ext cx="1645920" cy="523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cap="none"/>
              <a:t>Pick and place robot system</a:t>
            </a:r>
            <a:endParaRPr lang="en-in" cap="none"/>
          </a:p>
        </p:txBody>
      </p:sp>
      <p:pic>
        <p:nvPicPr>
          <p:cNvPr id="7" name="Picture 6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KQWAAAGFAAAwyQAAKMc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3255010"/>
            <a:ext cx="2295525" cy="14001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cap="none"/>
              <a:t>No.of.State : Discrete Vs Continuous</a:t>
            </a:r>
            <a:endParaRPr lang="en-us" cap="none"/>
          </a:p>
          <a:p>
            <a:pPr marL="285750" indent="-285750">
              <a:buFont typeface="Wingdings" pitchFamily="0" charset="2"/>
              <a:buChar char="Ø"/>
            </a:pPr>
            <a:endParaRPr lang="en-us" cap="none"/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CtJAAAWwc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5657215" cy="104330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us" sz="3200" cap="none"/>
              <a:t>State Based Task Environment</a:t>
            </a:r>
            <a:endParaRPr lang="en-in" sz="3200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nAAY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PgfAADyEQAABjQAAE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196840" y="2917190"/>
            <a:ext cx="3260090" cy="200596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NRMAALAJAAC4CwAA6BU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AQDAADuDwAAzh4AABMfAAAQAAAAJgAAAAgAAAD//////////w=="/>
              </a:ext>
            </a:extLst>
          </p:cNvPicPr>
          <p:nvPr/>
        </p:nvPicPr>
        <p:blipFill>
          <a:blip r:embed="rId4"/>
          <a:srcRect l="49170" t="24800" r="30000" b="56080"/>
          <a:stretch>
            <a:fillRect/>
          </a:stretch>
        </p:blipFill>
        <p:spPr>
          <a:xfrm>
            <a:off x="490220" y="2589530"/>
            <a:ext cx="4517390" cy="24618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/>
            <a:endParaRPr lang="en-us" sz="1800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cap="none"/>
              <a:t>State Determinism : Deterministic Vs Stochastic    | Strategic</a:t>
            </a:r>
            <a:endParaRPr lang="en-us" cap="none"/>
          </a:p>
          <a:p>
            <a:pPr marL="0" indent="0"/>
            <a:r>
              <a:rPr lang="en-in" cap="none"/>
              <a:t>(If the environment is deterministic except for the actions of other agents, then the environment is strategic)</a:t>
            </a:r>
            <a:endParaRPr lang="en-us" cap="none"/>
          </a:p>
          <a:p>
            <a:pPr marL="285750" indent="-285750">
              <a:buFont typeface="Wingdings" pitchFamily="0" charset="2"/>
              <a:buChar char="Ø"/>
            </a:pP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XYCb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HQUAABkBAABwKAAAewYAAAAAAAAmAAAACAAAAAEgAAAAAAAA"/>
              </a:ext>
            </a:extLst>
          </p:cNvSpPr>
          <p:nvPr>
            <p:ph type="body" idx="10"/>
          </p:nvPr>
        </p:nvSpPr>
        <p:spPr>
          <a:xfrm>
            <a:off x="831215" y="178435"/>
            <a:ext cx="5742305" cy="87503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us" sz="3200" cap="none"/>
              <a:t>Action &amp; State Based:</a:t>
            </a:r>
            <a:endParaRPr lang="en-us" sz="3200" cap="none"/>
          </a:p>
        </p:txBody>
      </p:sp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sFAAC/FAAAITEAACg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51865" y="3372485"/>
            <a:ext cx="7034530" cy="25050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 marL="0" indent="0"/>
            <a:r>
              <a:rPr lang="en-us" cap="none"/>
              <a:t>&gt; Cardinality : Single Vs MultiAgent</a:t>
            </a:r>
            <a:endParaRPr lang="en-us" cap="none"/>
          </a:p>
          <a:p>
            <a:pPr marL="0" indent="0"/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RAgAAGABAADwJAAAZAYAAAAAAAAmAAAACAAAAAEgAAAAAAAA"/>
              </a:ext>
            </a:extLst>
          </p:cNvSpPr>
          <p:nvPr>
            <p:ph type="body" idx="10"/>
          </p:nvPr>
        </p:nvSpPr>
        <p:spPr>
          <a:xfrm>
            <a:off x="1343660" y="223520"/>
            <a:ext cx="4660900" cy="81534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indent="0" algn="ctr">
              <a:defRPr cap="none">
                <a:solidFill>
                  <a:schemeClr val="tx2"/>
                </a:solidFill>
              </a:defRPr>
            </a:pPr>
            <a:r>
              <a:rPr lang="en-us" sz="3200" cap="none"/>
              <a:t>Agent Based:</a:t>
            </a:r>
            <a:endParaRPr lang="en-us" sz="3200" cap="none"/>
          </a:p>
        </p:txBody>
      </p:sp>
      <p:pic>
        <p:nvPicPr>
          <p:cNvPr id="4" name="Picture 2" descr="Image result for multi agent robots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MMbAADWDQAADjQAAAA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512945" y="2249170"/>
            <a:ext cx="3949065" cy="26276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 descr="Image result for robot playing by self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BECAAC/DQAAPBoAANQd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35915" y="2234565"/>
            <a:ext cx="3928745" cy="26142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TxQAAA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18078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 marL="285750" indent="-285750">
              <a:buFont typeface="Wingdings" pitchFamily="0" charset="2"/>
              <a:buChar char="Ø"/>
            </a:pPr>
            <a:r>
              <a:rPr lang="en-us" cap="none"/>
              <a:t>Change in Time : Static Vs Dynamic</a:t>
            </a:r>
            <a:endParaRPr lang="en-us" cap="none"/>
          </a:p>
          <a:p>
            <a:pPr marL="285750" indent="-285750">
              <a:buFont typeface="Wingdings" pitchFamily="0" charset="2"/>
              <a:buChar char="Ø"/>
            </a:pPr>
            <a:r>
              <a:rPr lang="en-in" cap="none"/>
              <a:t>(The environment is semi dynamic if the environment itself does not change with the passage of time but the agent's performance score does)</a:t>
            </a: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indent="0" algn="ctr">
              <a:defRPr cap="none">
                <a:solidFill>
                  <a:schemeClr val="tx2"/>
                </a:solidFill>
              </a:defRPr>
            </a:pPr>
            <a:r>
              <a:rPr lang="en-us" sz="3200" cap="none"/>
              <a:t>Action &amp; State Based:</a:t>
            </a:r>
            <a:endParaRPr lang="en-us" sz="3200" cap="none"/>
          </a:p>
        </p:txBody>
      </p:sp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qqqqq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OABAAB7FgAAbxUAAKsi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54425"/>
            <a:ext cx="3179445" cy="1981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 descr="Image result for robot solving crossword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BIZAAB7FgAA1i4AAKsi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075430" y="3654425"/>
            <a:ext cx="3538220" cy="1981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fwQAAGgIAABBNAAA3yYAAAAAAAAmAAAACAAAAIGgAAAAAAAA"/>
              </a:ext>
            </a:extLst>
          </p:cNvSpPr>
          <p:nvPr>
            <p:ph type="body" idx="1"/>
          </p:nvPr>
        </p:nvSpPr>
        <p:spPr>
          <a:xfrm>
            <a:off x="730885" y="1366520"/>
            <a:ext cx="7763510" cy="49523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>
              <a:lnSpc>
                <a:spcPct val="90000"/>
              </a:lnSpc>
              <a:spcBef>
                <a:spcPts val="395"/>
              </a:spcBef>
              <a:defRPr sz="2000" cap="none"/>
            </a:pPr>
            <a:r>
              <a:rPr lang="en-us" b="1" cap="none">
                <a:latin typeface="Calibri" pitchFamily="2" charset="0"/>
                <a:ea typeface="Calibri" pitchFamily="2" charset="0"/>
                <a:cs typeface="Calibri" pitchFamily="2" charset="0"/>
              </a:rPr>
              <a:t>Sensor Based:</a:t>
            </a:r>
            <a:endParaRPr lang="en-us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lnSpc>
                <a:spcPct val="90000"/>
              </a:lnSpc>
              <a:spcBef>
                <a:spcPts val="395"/>
              </a:spcBef>
              <a:buFont typeface="Wingdings" pitchFamily="0" charset="2"/>
              <a:buChar char="Ø"/>
              <a:defRPr sz="2000" cap="none"/>
            </a:pPr>
            <a:r>
              <a:rPr lang="en-us" cap="none">
                <a:latin typeface="Calibri" pitchFamily="2" charset="0"/>
                <a:ea typeface="Calibri" pitchFamily="2" charset="0"/>
                <a:cs typeface="Calibri" pitchFamily="2" charset="0"/>
              </a:rPr>
              <a:t>Observability : Full Vs Partial </a:t>
            </a: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r>
              <a:rPr lang="en-us" b="1" cap="none">
                <a:latin typeface="Calibri" pitchFamily="2" charset="0"/>
                <a:ea typeface="Calibri" pitchFamily="2" charset="0"/>
                <a:cs typeface="Calibri" pitchFamily="2" charset="0"/>
              </a:rPr>
              <a:t>Action Based:</a:t>
            </a:r>
            <a:endParaRPr lang="en-us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lnSpc>
                <a:spcPct val="90000"/>
              </a:lnSpc>
              <a:spcBef>
                <a:spcPts val="395"/>
              </a:spcBef>
              <a:buFont typeface="Wingdings" pitchFamily="0" charset="2"/>
              <a:buChar char="Ø"/>
              <a:defRPr sz="2000" cap="none"/>
            </a:pPr>
            <a:r>
              <a:rPr lang="en-us" cap="none">
                <a:latin typeface="Calibri" pitchFamily="2" charset="0"/>
                <a:ea typeface="Calibri" pitchFamily="2" charset="0"/>
                <a:cs typeface="Calibri" pitchFamily="2" charset="0"/>
              </a:rPr>
              <a:t>Dependency : Episodic Vs Sequential</a:t>
            </a: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lnSpc>
                <a:spcPct val="90000"/>
              </a:lnSpc>
              <a:spcBef>
                <a:spcPts val="395"/>
              </a:spcBef>
              <a:buFont typeface="Wingdings" pitchFamily="0" charset="2"/>
              <a:buChar char="Ø"/>
              <a:defRPr sz="2000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r>
              <a:rPr lang="en-us" b="1" cap="none">
                <a:latin typeface="Calibri" pitchFamily="2" charset="0"/>
                <a:ea typeface="Calibri" pitchFamily="2" charset="0"/>
                <a:cs typeface="Calibri" pitchFamily="2" charset="0"/>
              </a:rPr>
              <a:t>State Based:</a:t>
            </a:r>
            <a:endParaRPr lang="en-us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lnSpc>
                <a:spcPct val="90000"/>
              </a:lnSpc>
              <a:spcBef>
                <a:spcPts val="395"/>
              </a:spcBef>
              <a:buFont typeface="Wingdings" pitchFamily="0" charset="2"/>
              <a:buChar char="Ø"/>
              <a:defRPr sz="2000" cap="none"/>
            </a:pPr>
            <a:r>
              <a:rPr lang="en-us" cap="none">
                <a:latin typeface="Calibri" pitchFamily="2" charset="0"/>
                <a:ea typeface="Calibri" pitchFamily="2" charset="0"/>
                <a:cs typeface="Calibri" pitchFamily="2" charset="0"/>
              </a:rPr>
              <a:t>No.of.State : Discrete Vs Continuous</a:t>
            </a: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r>
              <a:rPr lang="en-us" b="1" cap="none">
                <a:latin typeface="Calibri" pitchFamily="2" charset="0"/>
                <a:ea typeface="Calibri" pitchFamily="2" charset="0"/>
                <a:cs typeface="Calibri" pitchFamily="2" charset="0"/>
              </a:rPr>
              <a:t>Agent Based:</a:t>
            </a:r>
            <a:endParaRPr lang="en-us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r>
              <a:rPr lang="en-us" cap="none">
                <a:latin typeface="Calibri" pitchFamily="2" charset="0"/>
                <a:ea typeface="Calibri" pitchFamily="2" charset="0"/>
                <a:cs typeface="Calibri" pitchFamily="2" charset="0"/>
              </a:rPr>
              <a:t>&gt; Cardinality : Single Vs MultiAgent</a:t>
            </a: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>
              <a:lnSpc>
                <a:spcPct val="90000"/>
              </a:lnSpc>
              <a:spcBef>
                <a:spcPts val="395"/>
              </a:spcBef>
              <a:defRPr sz="2000" cap="none"/>
            </a:pPr>
            <a:r>
              <a:rPr lang="en-us" b="1" cap="none">
                <a:latin typeface="Calibri" pitchFamily="2" charset="0"/>
                <a:ea typeface="Calibri" pitchFamily="2" charset="0"/>
                <a:cs typeface="Calibri" pitchFamily="2" charset="0"/>
              </a:rPr>
              <a:t>Action &amp; State Based:</a:t>
            </a:r>
            <a:endParaRPr lang="en-us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lnSpc>
                <a:spcPct val="90000"/>
              </a:lnSpc>
              <a:spcBef>
                <a:spcPts val="395"/>
              </a:spcBef>
              <a:buFont typeface="Wingdings" pitchFamily="0" charset="2"/>
              <a:buChar char="Ø"/>
              <a:defRPr sz="2000" cap="none"/>
            </a:pPr>
            <a:r>
              <a:rPr lang="en-us" cap="none">
                <a:latin typeface="Calibri" pitchFamily="2" charset="0"/>
                <a:ea typeface="Calibri" pitchFamily="2" charset="0"/>
                <a:cs typeface="Calibri" pitchFamily="2" charset="0"/>
              </a:rPr>
              <a:t>State Determinism : Deterministic Vs Stochastic    | Strategic</a:t>
            </a: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lnSpc>
                <a:spcPct val="90000"/>
              </a:lnSpc>
              <a:spcBef>
                <a:spcPts val="395"/>
              </a:spcBef>
              <a:buFont typeface="Wingdings" pitchFamily="0" charset="2"/>
              <a:buChar char="Ø"/>
              <a:defRPr sz="2000" cap="none"/>
            </a:pPr>
            <a:r>
              <a:rPr lang="en-us" cap="none">
                <a:latin typeface="Calibri" pitchFamily="2" charset="0"/>
                <a:ea typeface="Calibri" pitchFamily="2" charset="0"/>
                <a:cs typeface="Calibri" pitchFamily="2" charset="0"/>
              </a:rPr>
              <a:t>Change in Time : Static Vs Dynamic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sz="3200" cap="none"/>
            </a:pPr>
            <a:r>
              <a:rPr lang="en-us" cap="none">
                <a:solidFill>
                  <a:srgbClr val="C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Task Environment</a:t>
            </a:r>
            <a:endParaRPr lang="en-in" cap="none">
              <a:solidFill>
                <a:srgbClr val="C0000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1"/>
          </p:cNvGraphicFramePr>
          <p:nvPr/>
        </p:nvGraphicFramePr>
        <p:xfrm>
          <a:off x="304800" y="1494155"/>
          <a:ext cx="8228330" cy="3629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71600"/>
                <a:gridCol w="1173480"/>
                <a:gridCol w="962660"/>
                <a:gridCol w="1344930"/>
                <a:gridCol w="1173480"/>
                <a:gridCol w="1026795"/>
                <a:gridCol w="1175385"/>
              </a:tblGrid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cap="none">
                          <a:solidFill>
                            <a:schemeClr val="tx2"/>
                          </a:solidFill>
                        </a:defRPr>
                      </a:pPr>
                      <a:r>
                        <a:t>Task Environment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cap="none">
                          <a:solidFill>
                            <a:schemeClr val="tx2"/>
                          </a:solidFill>
                        </a:defRPr>
                      </a:pPr>
                      <a:r>
                        <a:t>Fully vs Partially Observable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cap="none">
                          <a:solidFill>
                            <a:schemeClr val="tx2"/>
                          </a:solidFill>
                        </a:defRPr>
                      </a:pPr>
                      <a:r>
                        <a:t>Single vs Multi-Agent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cap="none">
                          <a:solidFill>
                            <a:schemeClr val="tx2"/>
                          </a:solidFill>
                        </a:defRPr>
                      </a:pPr>
                      <a:r>
                        <a:t>Deterministic vs Stochastic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cap="none">
                          <a:solidFill>
                            <a:schemeClr val="tx2"/>
                          </a:solidFill>
                        </a:defRPr>
                      </a:pPr>
                      <a:r>
                        <a:t>Episodic vs Sequential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cap="none">
                          <a:solidFill>
                            <a:schemeClr val="tx2"/>
                          </a:solidFill>
                        </a:defRPr>
                      </a:pPr>
                      <a:r>
                        <a:t>Static vs Dynamic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cap="none">
                          <a:solidFill>
                            <a:schemeClr val="tx2"/>
                          </a:solidFill>
                        </a:defRPr>
                      </a:pPr>
                      <a:r>
                        <a:t>Discrete vs Continuous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en-us"/>
                      </a:pPr>
                      <a:r>
                        <a:rPr lang="en-us" cap="none">
                          <a:solidFill>
                            <a:srgbClr val="000000"/>
                          </a:solidFill>
                        </a:rPr>
                        <a:t>Medical diagnosis system</a:t>
                      </a:r>
                      <a:endParaRPr lang="en-us" cap="none">
                        <a:solidFill>
                          <a:srgbClr val="000000"/>
                        </a:solidFill>
                      </a:endParaRP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Partially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Single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Stochastic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Sequential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Dynamic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Continuous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Satellite Image Analysis System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Fully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Single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Deterministic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Episodic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Static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Continuous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Interactive English tutor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Partially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Multi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Stochastic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Sequential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Dynamic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t>Discrete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370840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sz="3200" cap="none"/>
            </a:pPr>
            <a:r>
              <a:rPr lang="en-us" cap="none">
                <a:solidFill>
                  <a:srgbClr val="C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Task Environment</a:t>
            </a:r>
            <a:endParaRPr lang="en-in" cap="none">
              <a:solidFill>
                <a:srgbClr val="C0000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1"/>
          </p:cNvGraphicFramePr>
          <p:nvPr/>
        </p:nvGraphicFramePr>
        <p:xfrm>
          <a:off x="304800" y="1494155"/>
          <a:ext cx="8228330" cy="19977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1880"/>
                <a:gridCol w="1279525"/>
                <a:gridCol w="875030"/>
                <a:gridCol w="1475740"/>
                <a:gridCol w="1175385"/>
                <a:gridCol w="1175385"/>
                <a:gridCol w="1175385"/>
              </a:tblGrid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cap="none">
                          <a:solidFill>
                            <a:schemeClr val="tx2"/>
                          </a:solidFill>
                        </a:defRPr>
                      </a:pPr>
                      <a:r>
                        <a:t>Task Environment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cap="none">
                          <a:solidFill>
                            <a:schemeClr val="tx2"/>
                          </a:solidFill>
                        </a:defRPr>
                      </a:pPr>
                      <a:r>
                        <a:t>Fully vs Partially Observable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cap="none">
                          <a:solidFill>
                            <a:schemeClr val="tx2"/>
                          </a:solidFill>
                        </a:defRPr>
                      </a:pPr>
                      <a:r>
                        <a:t>Single vs Multi-Agent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cap="none">
                          <a:solidFill>
                            <a:schemeClr val="tx2"/>
                          </a:solidFill>
                        </a:defRPr>
                      </a:pPr>
                      <a:r>
                        <a:t>Deterministic vs Stochastic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cap="none">
                          <a:solidFill>
                            <a:schemeClr val="tx2"/>
                          </a:solidFill>
                        </a:defRPr>
                      </a:pPr>
                      <a:r>
                        <a:t>Episodic vs Sequential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cap="none">
                          <a:solidFill>
                            <a:schemeClr val="tx2"/>
                          </a:solidFill>
                        </a:defRPr>
                      </a:pPr>
                      <a:r>
                        <a:t>Static vs Dynamic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cap="none">
                          <a:solidFill>
                            <a:schemeClr val="tx2"/>
                          </a:solidFill>
                        </a:defRPr>
                      </a:pPr>
                      <a:r>
                        <a:t>Discrete vs Continuous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en-us" sz="2000" b="1" cap="none"/>
                      </a:pPr>
                      <a:r>
                        <a:rPr lang="en-us" cap="none">
                          <a:solidFill>
                            <a:srgbClr val="000000"/>
                          </a:solidFill>
                        </a:rPr>
                        <a:t>Taxi Driving</a:t>
                      </a:r>
                      <a:endParaRPr lang="en-us" cap="none">
                        <a:solidFill>
                          <a:srgbClr val="000000"/>
                        </a:solidFill>
                      </a:endParaRP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b="1" cap="none"/>
                      </a:pPr>
                      <a:r>
                        <a:t>P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b="1" cap="none"/>
                      </a:pPr>
                      <a:r>
                        <a:t>M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b="1" cap="none"/>
                      </a:pPr>
                      <a:r>
                        <a:t>S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b="1" cap="none"/>
                      </a:pPr>
                      <a:r>
                        <a:t>S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b="1" cap="none"/>
                      </a:pPr>
                      <a:r>
                        <a:t>D</a:t>
                      </a: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 sz="2000" b="1" cap="none"/>
                      </a:pPr>
                      <a:r>
                        <a:t>C</a:t>
                      </a:r>
                    </a:p>
                    <a:p>
                      <a:pPr marL="0" marR="0" indent="0" algn="l">
                        <a:buNone/>
                        <a:defRPr lang="en-us" sz="2000" b="1" cap="none"/>
                      </a:pPr>
                    </a:p>
                  </a:txBody>
                  <a:tcPr marL="84455" marR="84455" marT="-635" marB="-635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370840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CaJgAAIQYAAA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5970270" cy="84391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sz="3200" cap="none">
                <a:solidFill>
                  <a:schemeClr val="tx2"/>
                </a:solidFill>
              </a:defRPr>
            </a:pPr>
            <a:r>
              <a:rPr lang="en-us" cap="none"/>
              <a:t>Task Environment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M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F0JAABRNwAAZhsAAAAAAAAmAAAACAAAAIGAAAAAAAAA"/>
              </a:ext>
            </a:extLst>
          </p:cNvSpPr>
          <p:nvPr>
            <p:ph type="body" idx="1"/>
          </p:nvPr>
        </p:nvSpPr>
        <p:spPr>
          <a:xfrm>
            <a:off x="304800" y="1522095"/>
            <a:ext cx="8687435" cy="293179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/>
            <a:r>
              <a:rPr lang="en-us" b="1" cap="none"/>
              <a:t>Exercises </a:t>
            </a:r>
            <a:endParaRPr lang="en-us" b="1" cap="none"/>
          </a:p>
          <a:p>
            <a:pPr/>
            <a:r>
              <a:rPr lang="en-us" cap="none"/>
              <a:t>Develop PEAS description for the following task environment: </a:t>
            </a:r>
            <a:endParaRPr lang="en-us" cap="none"/>
          </a:p>
          <a:p>
            <a:pPr>
              <a:defRPr lang="en-us" cap="none"/>
            </a:pPr>
          </a:p>
          <a:p>
            <a:pPr lvl="1">
              <a:defRPr sz="2000" cap="none"/>
            </a:pPr>
            <a:r>
              <a:rPr lang="en-us" cap="none"/>
              <a:t> Robot soccer player </a:t>
            </a:r>
            <a:endParaRPr lang="en-us" cap="none"/>
          </a:p>
          <a:p>
            <a:pPr lvl="1">
              <a:defRPr sz="2000" cap="none"/>
            </a:pPr>
            <a:r>
              <a:rPr lang="en-us" cap="none"/>
              <a:t>Shopping for used AI books on the Internet </a:t>
            </a:r>
            <a:endParaRPr lang="en-us" cap="none"/>
          </a:p>
          <a:p>
            <a:pPr/>
            <a:endParaRPr lang="en-us" cap="none"/>
          </a:p>
          <a:p>
            <a:pPr/>
            <a:r>
              <a:rPr lang="en-us" cap="none"/>
              <a:t> Analyze the properties of the above environments</a:t>
            </a:r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AAAAAAmAAAACAAAAAEA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24600" cy="1143000"/>
          </a:xfrm>
        </p:spPr>
        <p:txBody>
          <a:bodyPr/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t>Question...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8;p10"/>
          <p:cNvSpPr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TQAAF8mAAA/OAAALCgAABAAAAAmAAAACAAAAP//////////"/>
              </a:ext>
            </a:extLst>
          </p:cNvSpPr>
          <p:nvPr/>
        </p:nvSpPr>
        <p:spPr>
          <a:xfrm>
            <a:off x="8532495" y="6237605"/>
            <a:ext cx="61087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7BA5F89-C7FA-EFA9-B402-31FC114C4264}" type="slidenum">
              <a:rPr lang="en-in" sz="16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32</a:t>
            </a:fld>
            <a:endParaRPr sz="1600" cap="none">
              <a:latin typeface="Times New Roman" pitchFamily="1" charset="0"/>
              <a:ea typeface="Times New Roman" pitchFamily="1" charset="0"/>
              <a:cs typeface="Times New Roman" pitchFamily="1" charset="0"/>
            </a:endParaRPr>
          </a:p>
        </p:txBody>
      </p:sp>
      <p:sp>
        <p:nvSpPr>
          <p:cNvPr id="3" name="Google Shape;359;p10"/>
          <p:cNvSpPr>
            <a:extLst>
              <a:ext uri="smNativeData">
                <pr:smNativeData xmlns:pr="smNativeData" xmlns="smNativeData" val="SMDATA_15_VvV1aRMAAAAlAAAAZAAAAA0AAAAAkAAAAJAAAACQAAAAk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eQMAANQUAAB8NgAAyBgAABAAAAAmAAAACAAAAP//////////"/>
              </a:ext>
            </a:extLst>
          </p:cNvSpPr>
          <p:nvPr/>
        </p:nvSpPr>
        <p:spPr>
          <a:xfrm>
            <a:off x="564515" y="3385820"/>
            <a:ext cx="8292465" cy="642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/>
            <a:r>
              <a:rPr lang="en-in" b="1" cap="none"/>
              <a:t>Required Reading: </a:t>
            </a:r>
            <a:r>
              <a:rPr lang="en-in" cap="none"/>
              <a:t> AIMA - Chapter  # 1.2, 1.4, 2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cap="none"/>
              <a:t> </a:t>
            </a:r>
            <a:endParaRPr lang="en-in" cap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B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4AEAADAJAACANAAACCUAABAAAAAmAAAACAAAAIGg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Arial" pitchFamily="1" charset="0"/>
                <a:cs typeface="Arial" pitchFamily="1" charset="0"/>
              </a:defRPr>
            </a:lvl2pPr>
          </a:lstStyle>
          <a:p>
            <a:pPr>
              <a:lnSpc>
                <a:spcPct val="200000"/>
              </a:lnSpc>
              <a:buAutoNum type="alphaUcPeriod"/>
            </a:pPr>
            <a:r>
              <a:rPr lang="en-us" cap="none"/>
              <a:t>Uninformed Search</a:t>
            </a:r>
            <a:endParaRPr lang="en-us" cap="none"/>
          </a:p>
          <a:p>
            <a:pPr>
              <a:lnSpc>
                <a:spcPct val="200000"/>
              </a:lnSpc>
              <a:buAutoNum type="alphaUcPeriod"/>
            </a:pPr>
            <a:r>
              <a:rPr lang="en-us" cap="none"/>
              <a:t>Informed Search</a:t>
            </a:r>
            <a:endParaRPr lang="en-us" cap="none"/>
          </a:p>
          <a:p>
            <a:pPr>
              <a:lnSpc>
                <a:spcPct val="200000"/>
              </a:lnSpc>
              <a:buAutoNum type="alphaUcPeriod"/>
            </a:pPr>
            <a:r>
              <a:rPr lang="en-us" cap="none"/>
              <a:t>Heuristic Functions			</a:t>
            </a:r>
            <a:endParaRPr lang="en-in" cap="none"/>
          </a:p>
          <a:p>
            <a:pPr>
              <a:lnSpc>
                <a:spcPct val="200000"/>
              </a:lnSpc>
            </a:pPr>
            <a:r>
              <a:rPr lang="en-us" cap="none"/>
              <a:t>D.	</a:t>
            </a:r>
            <a:r>
              <a:rPr lang="en-in" cap="none"/>
              <a:t>Local Search Algorithms &amp; Optimization Problems</a:t>
            </a:r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LAEAAPAAAAD1KAAA+AcAABAAAAAmAAAACAAAAAEgAAAAAAAA"/>
              </a:ext>
            </a:extLst>
          </p:cNvSpPr>
          <p:nvPr>
            <p:ph type="body" idx="10"/>
          </p:nvPr>
        </p:nvSpPr>
        <p:spPr>
          <a:xfrm>
            <a:off x="190500" y="152400"/>
            <a:ext cx="6467475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rgbClr val="00007F"/>
                </a:solidFill>
              </a:defRPr>
            </a:pPr>
            <a:r>
              <a:rPr lang="en-in" sz="2800" cap="none">
                <a:solidFill>
                  <a:srgbClr val="C00000"/>
                </a:solidFill>
              </a:rPr>
              <a:t>Module 2 </a:t>
            </a:r>
            <a:r>
              <a:rPr lang="en-in" sz="2800" cap="none"/>
              <a:t>: </a:t>
            </a:r>
            <a:endParaRPr lang="en-in" sz="2800" cap="none"/>
          </a:p>
          <a:p>
            <a:pPr algn="ctr">
              <a:defRPr cap="none">
                <a:solidFill>
                  <a:srgbClr val="00007F"/>
                </a:solidFill>
              </a:defRPr>
            </a:pPr>
            <a:r>
              <a:rPr lang="en-in" sz="2800" cap="none"/>
              <a:t>Problem Solving Agent using Search</a:t>
            </a:r>
            <a:endParaRPr lang="en-in" sz="2800" cap="none"/>
          </a:p>
        </p:txBody>
      </p:sp>
      <p:sp>
        <p:nvSpPr>
          <p:cNvPr id="4" name="Rectangle 3"/>
          <p:cNvSpPr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P8AAAAo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4AR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P8AAAB/f38AH0l9A8zMzADAwP8Af39/AAAAAAAAAAAAAAAAAAAAAAAAAAAAIQAAABgAAAAUAAAA4AEAADAJAADIGQAAqQ0AABAAAAAmAAAACAAAAP//////////"/>
              </a:ext>
            </a:extLst>
          </p:cNvSpPr>
          <p:nvPr/>
        </p:nvSpPr>
        <p:spPr>
          <a:xfrm>
            <a:off x="304800" y="1493520"/>
            <a:ext cx="3886200" cy="72707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cap="none">
                <a:solidFill>
                  <a:srgbClr val="FFFFFF"/>
                </a:solidFill>
              </a:defRPr>
            </a:pP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BQBAADIKAAAHAgAABAAAAAmAAAACAAAAAEgAAAAAAAA"/>
              </a:ext>
            </a:extLst>
          </p:cNvSpPr>
          <p:nvPr>
            <p:ph type="body" idx="10"/>
          </p:nvPr>
        </p:nvSpPr>
        <p:spPr>
          <a:xfrm>
            <a:off x="304800" y="17526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rgbClr val="00007F"/>
                </a:solidFill>
              </a:defRPr>
            </a:pPr>
            <a:r>
              <a:rPr lang="en-us" sz="3200" cap="none"/>
              <a:t>Problem Solving Agents</a:t>
            </a:r>
            <a:endParaRPr lang="en-in" sz="3200" cap="none"/>
          </a:p>
        </p:txBody>
      </p:sp>
      <p:sp>
        <p:nvSpPr>
          <p:cNvPr id="3" name="TextBox 1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pwIAABwIAACxMwAALA0AABAgAAAmAAAACAAAAP//////////"/>
              </a:ext>
            </a:extLst>
          </p:cNvSpPr>
          <p:nvPr/>
        </p:nvSpPr>
        <p:spPr>
          <a:xfrm>
            <a:off x="431165" y="1318260"/>
            <a:ext cx="797179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</a:pPr>
            <a:r>
              <a:rPr lang="en-us" sz="2400" cap="none"/>
              <a:t>An agent that tries to come up with a sequence of actions that will bring the environment into a desired state.	</a:t>
            </a: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graphicFrame>
        <p:nvGraphicFramePr>
          <p:cNvPr id="4" name="Diagram 9"/>
          <p:cNvGraphicFramePr/>
          <p:nvPr/>
        </p:nvGraphicFramePr>
        <p:xfrm>
          <a:off x="3371850" y="2506980"/>
          <a:ext cx="417131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6" name="TextBox 3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1EI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hBYAAI8NAAAbLQAAbw8AABAgAAAmAAAACAAAAP//////////"/>
              </a:ext>
            </a:extLst>
          </p:cNvSpPr>
          <p:nvPr/>
        </p:nvSpPr>
        <p:spPr>
          <a:xfrm>
            <a:off x="3660140" y="2204085"/>
            <a:ext cx="367220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  <a:r>
              <a:rPr lang="en-us" b="1" cap="none">
                <a:solidFill>
                  <a:srgbClr val="FF0000"/>
                </a:solidFill>
              </a:rPr>
              <a:t>Phases of Solution Search by PSA</a:t>
            </a:r>
            <a:endParaRPr lang="en-in" cap="none"/>
          </a:p>
        </p:txBody>
      </p:sp>
      <p:sp>
        <p:nvSpPr>
          <p:cNvPr id="27" name="TextBox 4"/>
          <p:cNvSpPr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pwIAAGUQAAA2GQAAuR4AABAAAAAmAAAACAAAAP//////////"/>
              </a:ext>
            </a:extLst>
          </p:cNvSpPr>
          <p:nvPr/>
        </p:nvSpPr>
        <p:spPr>
          <a:xfrm>
            <a:off x="431165" y="2665095"/>
            <a:ext cx="3667125" cy="23291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sz="2400" cap="none"/>
            </a:pPr>
            <a:r>
              <a:rPr lang="en-in" cap="none"/>
              <a:t> “</a:t>
            </a:r>
            <a:r>
              <a:rPr lang="en-in" i="1" cap="none"/>
              <a:t>a problem-solving refers to a state where we wish to reach to a definite goal from a present state or condition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TeBN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/wMAACUBAABSJwAAYAcAAAAAAAAmAAAACAAAAAEgAAAAAAAA"/>
              </a:ext>
            </a:extLst>
          </p:cNvSpPr>
          <p:nvPr>
            <p:ph type="body" idx="10"/>
          </p:nvPr>
        </p:nvSpPr>
        <p:spPr>
          <a:xfrm>
            <a:off x="649605" y="186055"/>
            <a:ext cx="5742305" cy="101282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rgbClr val="00007F"/>
                </a:solidFill>
              </a:defRPr>
            </a:pPr>
            <a:r>
              <a:rPr lang="en-us" sz="3200" cap="none"/>
              <a:t>Problem Solving Agents-Goal formulation </a:t>
            </a:r>
            <a:endParaRPr lang="en-in" sz="3200" cap="none"/>
          </a:p>
        </p:txBody>
      </p:sp>
      <p:sp>
        <p:nvSpPr>
          <p:cNvPr id="3" name="TextBox 1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Y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4AEAAGAJAADiMgAA8BsAAAAgAAAmAAAACAAAAP//////////"/>
              </a:ext>
            </a:extLst>
          </p:cNvSpPr>
          <p:nvPr/>
        </p:nvSpPr>
        <p:spPr>
          <a:xfrm>
            <a:off x="304800" y="1524000"/>
            <a:ext cx="7966710" cy="3017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342900" indent="-342900">
              <a:buClrTx/>
              <a:buFont typeface="Wingdings" pitchFamily="0" charset="2"/>
              <a:buChar char="Ø"/>
            </a:pPr>
            <a:r>
              <a:rPr lang="en-us" sz="2400" cap="none"/>
              <a:t>First and simplest step in problem-solving. </a:t>
            </a:r>
            <a:endParaRPr lang="en-us" sz="2400" cap="none"/>
          </a:p>
          <a:p>
            <a:pPr marL="342900" indent="-342900">
              <a:buClrTx/>
              <a:buFont typeface="Wingdings" pitchFamily="0" charset="2"/>
              <a:buChar char="Ø"/>
              <a:defRPr lang="en-us" sz="2400" cap="none"/>
            </a:pPr>
          </a:p>
          <a:p>
            <a:pPr marL="342900" indent="-342900">
              <a:buClrTx/>
              <a:buFont typeface="Wingdings" pitchFamily="0" charset="2"/>
              <a:buChar char="Ø"/>
            </a:pPr>
            <a:r>
              <a:rPr lang="en-us" sz="2400" cap="none"/>
              <a:t>Organizes the steps/sequence required to formulate one goal out of multiple goals as well as actions to achieve that goal. </a:t>
            </a:r>
            <a:endParaRPr lang="en-us" sz="2400" cap="none"/>
          </a:p>
          <a:p>
            <a:pPr marL="342900" indent="-342900">
              <a:buClrTx/>
              <a:buFont typeface="Wingdings" pitchFamily="0" charset="2"/>
              <a:buChar char="Ø"/>
              <a:defRPr lang="en-us" sz="2400" cap="none"/>
            </a:pPr>
          </a:p>
          <a:p>
            <a:pPr marL="342900" indent="-342900">
              <a:buFont typeface="Wingdings" pitchFamily="0" charset="2"/>
              <a:buChar char="Ø"/>
            </a:pPr>
            <a:r>
              <a:rPr lang="en-us" sz="2400" cap="none"/>
              <a:t>Current </a:t>
            </a:r>
            <a:r>
              <a:rPr lang="en-us" sz="2400" b="1" cap="none"/>
              <a:t>situation</a:t>
            </a:r>
            <a:r>
              <a:rPr lang="en-us" sz="2400" cap="none"/>
              <a:t> and the agent’s </a:t>
            </a:r>
            <a:r>
              <a:rPr lang="en-us" sz="2400" b="1" cap="none"/>
              <a:t>performance</a:t>
            </a:r>
            <a:r>
              <a:rPr lang="en-us" sz="2400" cap="none"/>
              <a:t> measure is the first step in problem solving.</a:t>
            </a: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CAKg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BQBAADIKAAAHAgAABAAAAAmAAAACAAAAAEgAAAAAAAA"/>
              </a:ext>
            </a:extLst>
          </p:cNvSpPr>
          <p:nvPr>
            <p:ph type="body" idx="10"/>
          </p:nvPr>
        </p:nvSpPr>
        <p:spPr>
          <a:xfrm>
            <a:off x="304800" y="17526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rgbClr val="00007F"/>
                </a:solidFill>
              </a:defRPr>
            </a:pPr>
            <a:r>
              <a:rPr lang="en-us" sz="3200" cap="none"/>
              <a:t>Problem solving Agents-Problem formulation</a:t>
            </a:r>
            <a:endParaRPr lang="en-in" sz="3200" cap="none"/>
          </a:p>
        </p:txBody>
      </p:sp>
      <p:sp>
        <p:nvSpPr>
          <p:cNvPr id="3" name="Rectangle 3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gEAALkJAACGNAAAAyEAABAgAAAmAAAACAAAAP//////////"/>
              </a:ext>
            </a:extLst>
          </p:cNvSpPr>
          <p:nvPr/>
        </p:nvSpPr>
        <p:spPr>
          <a:xfrm>
            <a:off x="313690" y="1580515"/>
            <a:ext cx="8224520" cy="37858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333333"/>
                </a:solidFill>
              </a:rPr>
              <a:t>Initial State</a:t>
            </a:r>
            <a:r>
              <a:rPr lang="en-us" sz="2400" cap="none">
                <a:solidFill>
                  <a:srgbClr val="333333"/>
                </a:solidFill>
              </a:rPr>
              <a:t>: Start point of problem</a:t>
            </a:r>
            <a:endParaRPr lang="en-us" sz="2400" cap="none">
              <a:solidFill>
                <a:srgbClr val="333333"/>
              </a:solidFill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333333"/>
                </a:solidFill>
              </a:rPr>
              <a:t>Final State</a:t>
            </a:r>
            <a:r>
              <a:rPr lang="en-us" sz="2400" cap="none">
                <a:solidFill>
                  <a:srgbClr val="333333"/>
                </a:solidFill>
              </a:rPr>
              <a:t>: The finish point of problem. Aka Goal or solution state</a:t>
            </a:r>
            <a:endParaRPr lang="en-us" sz="2400" cap="none">
              <a:solidFill>
                <a:srgbClr val="333333"/>
              </a:solidFill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333333"/>
                </a:solidFill>
              </a:rPr>
              <a:t>States</a:t>
            </a:r>
            <a:r>
              <a:rPr lang="en-us" sz="2400" cap="none">
                <a:solidFill>
                  <a:srgbClr val="333333"/>
                </a:solidFill>
              </a:rPr>
              <a:t>: Total states in problem</a:t>
            </a:r>
            <a:endParaRPr lang="en-us" sz="2400" cap="none">
              <a:solidFill>
                <a:srgbClr val="333333"/>
              </a:solidFill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333333"/>
                </a:solidFill>
              </a:rPr>
              <a:t>Transition Model</a:t>
            </a:r>
            <a:r>
              <a:rPr lang="en-us" sz="2400" cap="none">
                <a:solidFill>
                  <a:srgbClr val="333333"/>
                </a:solidFill>
              </a:rPr>
              <a:t>: How one can shift from one state to another</a:t>
            </a:r>
            <a:endParaRPr lang="en-us" sz="2400" cap="none">
              <a:solidFill>
                <a:srgbClr val="333333"/>
              </a:solidFill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333333"/>
                </a:solidFill>
              </a:rPr>
              <a:t>Actions</a:t>
            </a:r>
            <a:r>
              <a:rPr lang="en-us" sz="2400" cap="none">
                <a:solidFill>
                  <a:srgbClr val="333333"/>
                </a:solidFill>
              </a:rPr>
              <a:t>: Actions set, used to move from one state to another</a:t>
            </a:r>
            <a:endParaRPr lang="en-us" sz="2400" cap="none">
              <a:solidFill>
                <a:srgbClr val="333333"/>
              </a:solidFill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2400" b="1" cap="none">
                <a:solidFill>
                  <a:srgbClr val="333333"/>
                </a:solidFill>
              </a:rPr>
              <a:t>Path Cost</a:t>
            </a:r>
            <a:r>
              <a:rPr lang="en-us" sz="2400" cap="none">
                <a:solidFill>
                  <a:srgbClr val="333333"/>
                </a:solidFill>
              </a:rPr>
              <a:t>: What is total effort (cost) from initial state to final state</a:t>
            </a:r>
            <a:endParaRPr lang="en-us" sz="2400" cap="none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BQBAADIKAAAHAgAABAAAAAmAAAACAAAAAEgAAAAAAAA"/>
              </a:ext>
            </a:extLst>
          </p:cNvSpPr>
          <p:nvPr>
            <p:ph type="body" idx="10"/>
          </p:nvPr>
        </p:nvSpPr>
        <p:spPr>
          <a:xfrm>
            <a:off x="304800" y="17526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rgbClr val="00007F"/>
                </a:solidFill>
              </a:defRPr>
            </a:pPr>
            <a:r>
              <a:rPr lang="en-us" sz="3200" cap="none"/>
              <a:t>Problem Solving Agents –Search Phase </a:t>
            </a:r>
            <a:endParaRPr lang="en-in" sz="3200" cap="none"/>
          </a:p>
        </p:txBody>
      </p:sp>
      <p:sp>
        <p:nvSpPr>
          <p:cNvPr id="3" name="TextBox 1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WAEAAC8JAABaMgAAfyIAABAgAAAmAAAACAAAAP//////////"/>
              </a:ext>
            </a:extLst>
          </p:cNvSpPr>
          <p:nvPr/>
        </p:nvSpPr>
        <p:spPr>
          <a:xfrm>
            <a:off x="218440" y="1492885"/>
            <a:ext cx="796671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342900" indent="-342900">
              <a:buClrTx/>
              <a:buFont typeface="Wingdings" pitchFamily="0" charset="2"/>
              <a:buChar char="Ø"/>
            </a:pPr>
            <a:r>
              <a:rPr lang="en-us" sz="2400" cap="none"/>
              <a:t>It identifies all the best possible sequence of actions to reach the goal state from the current state. </a:t>
            </a:r>
            <a:endParaRPr lang="en-us" sz="2400" cap="none"/>
          </a:p>
          <a:p>
            <a:pPr marL="342900" indent="-342900">
              <a:buClrTx/>
              <a:buFont typeface="Wingdings" pitchFamily="0" charset="2"/>
              <a:buChar char="Ø"/>
              <a:defRPr lang="en-us" sz="2400" cap="none"/>
            </a:pPr>
          </a:p>
          <a:p>
            <a:pPr marL="342900" indent="-342900">
              <a:buClrTx/>
              <a:buFont typeface="Wingdings" pitchFamily="0" charset="2"/>
              <a:buChar char="Ø"/>
            </a:pPr>
            <a:r>
              <a:rPr lang="en-us" sz="2400" cap="none"/>
              <a:t>It takes a problem as an input and returns solution as its output.</a:t>
            </a:r>
            <a:endParaRPr lang="en-us" sz="2400" cap="none"/>
          </a:p>
          <a:p>
            <a:pPr>
              <a:buNone/>
            </a:pPr>
            <a:endParaRPr lang="en-us" sz="2400" cap="none"/>
          </a:p>
          <a:p>
            <a:pPr>
              <a:buNone/>
            </a:pPr>
            <a:endParaRPr lang="en-us" sz="2400" cap="none"/>
          </a:p>
          <a:p>
            <a:pPr>
              <a:buNone/>
            </a:pPr>
            <a:endParaRPr lang="en-us" sz="2400" cap="none"/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DAJAACANAAACCUAABAAAAAmAAAACAAAAIGAAAAAAAAA"/>
              </a:ext>
            </a:extLst>
          </p:cNvSpPr>
          <p:nvPr>
            <p:ph type="body" idx="1"/>
          </p:nvPr>
        </p:nvSpPr>
        <p:spPr>
          <a:xfrm>
            <a:off x="304800" y="1493520"/>
            <a:ext cx="82296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/>
            <a:r>
              <a:rPr lang="en-us" cap="none"/>
              <a:t>It executes the best optimal solution from the searching algorithms to reach the goal state from the current state.</a:t>
            </a:r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BAAAAAmAAAACAAAAAAAAAAAAAAA"/>
              </a:ext>
            </a:extLst>
          </p:cNvSpPr>
          <p:nvPr>
            <p:ph type="body" idx="10"/>
          </p:nvPr>
        </p:nvSpPr>
        <p:spPr/>
        <p:txBody>
          <a:bodyPr/>
          <a:lstStyle/>
          <a:p>
            <a:pPr algn="ctr">
              <a:defRPr sz="3200" cap="none">
                <a:solidFill>
                  <a:srgbClr val="00007F"/>
                </a:solidFill>
              </a:defRPr>
            </a:pPr>
            <a:r>
              <a:rPr lang="en-us" cap="none"/>
              <a:t>Problem solving agents –execution phase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BQBAADIKAAAHAgAABAAAAAmAAAACAAAAAEgAAAAAAAA"/>
              </a:ext>
            </a:extLst>
          </p:cNvSpPr>
          <p:nvPr>
            <p:ph type="body" idx="10"/>
          </p:nvPr>
        </p:nvSpPr>
        <p:spPr>
          <a:xfrm>
            <a:off x="304800" y="175260"/>
            <a:ext cx="6324600" cy="1143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cap="none">
                <a:solidFill>
                  <a:srgbClr val="00007F"/>
                </a:solidFill>
              </a:defRPr>
            </a:pPr>
            <a:r>
              <a:rPr lang="en-us" sz="3200" cap="none"/>
              <a:t>Problem Solving Agents – example</a:t>
            </a:r>
            <a:endParaRPr lang="en-in" sz="3200" cap="none"/>
          </a:p>
        </p:txBody>
      </p:sp>
      <p:sp>
        <p:nvSpPr>
          <p:cNvPr id="3" name="TextBox 1"/>
          <p:cNvSpPr>
            <a:extLst>
              <a:ext uri="smNativeData">
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4AEAAGAJAAD4NAAA8CcAAAAgAAAmAAAACAAAAP//////////"/>
              </a:ext>
            </a:extLst>
          </p:cNvSpPr>
          <p:nvPr/>
        </p:nvSpPr>
        <p:spPr>
          <a:xfrm>
            <a:off x="304800" y="1524000"/>
            <a:ext cx="8305800" cy="4968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>
              <a:buNone/>
            </a:pP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endParaRPr lang="en-us" sz="1800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endParaRPr lang="en-us" sz="1800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endParaRPr lang="en-us" sz="1800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endParaRPr lang="en-us" sz="1800" b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</a:p>
          <a:p>
            <a:pPr lvl="1" marL="457200">
              <a:buNone/>
            </a:pPr>
            <a:r>
              <a:rPr lang="en-us" sz="18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Initial State –</a:t>
            </a: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E.g., </a:t>
            </a:r>
            <a:r>
              <a:rPr lang="en-us" sz="1800" i="1" cap="none">
                <a:latin typeface="Calibri" pitchFamily="2" charset="0"/>
                <a:ea typeface="Calibri" pitchFamily="2" charset="0"/>
                <a:cs typeface="Calibri" pitchFamily="2" charset="0"/>
              </a:rPr>
              <a:t>In(Arad)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r>
              <a:rPr lang="en-us" sz="18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Possible Actions – </a:t>
            </a:r>
            <a:r>
              <a:rPr lang="en-us" sz="1800" i="1" cap="none">
                <a:latin typeface="Calibri" pitchFamily="2" charset="0"/>
                <a:ea typeface="Calibri" pitchFamily="2" charset="0"/>
                <a:cs typeface="Calibri" pitchFamily="2" charset="0"/>
              </a:rPr>
              <a:t>ACTIONS(s) </a:t>
            </a:r>
            <a:r>
              <a:rPr lang="en-us" sz="1800" i="1" cap="none">
                <a:latin typeface="Wingdings" pitchFamily="0" charset="2"/>
                <a:ea typeface="Calibri" pitchFamily="2" charset="0"/>
                <a:cs typeface="Calibri" pitchFamily="2" charset="0"/>
              </a:rPr>
              <a:t></a:t>
            </a: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 </a:t>
            </a:r>
            <a:r>
              <a:rPr lang="en-us" sz="1800" i="1" cap="none">
                <a:latin typeface="Calibri" pitchFamily="2" charset="0"/>
                <a:ea typeface="Calibri" pitchFamily="2" charset="0"/>
                <a:cs typeface="Calibri" pitchFamily="2" charset="0"/>
              </a:rPr>
              <a:t>{Go(Sibiu), Go(Timisoara), Go(Zerind)}</a:t>
            </a:r>
            <a:endParaRPr lang="en-us" sz="1800" i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r>
              <a:rPr lang="en-us" sz="18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Transition Model –</a:t>
            </a: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 </a:t>
            </a:r>
            <a:r>
              <a:rPr lang="en-us" sz="1800" i="1" cap="none">
                <a:latin typeface="Calibri" pitchFamily="2" charset="0"/>
                <a:ea typeface="Calibri" pitchFamily="2" charset="0"/>
                <a:cs typeface="Calibri" pitchFamily="2" charset="0"/>
              </a:rPr>
              <a:t>RESULT( In(Arad), Go(Sibiu) )  = In(Sibiu)</a:t>
            </a: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 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r>
              <a:rPr lang="en-us" sz="18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Goal Test –</a:t>
            </a: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 </a:t>
            </a:r>
            <a:r>
              <a:rPr lang="en-us" sz="1800" i="1" cap="none">
                <a:latin typeface="Calibri" pitchFamily="2" charset="0"/>
                <a:ea typeface="Calibri" pitchFamily="2" charset="0"/>
                <a:cs typeface="Calibri" pitchFamily="2" charset="0"/>
              </a:rPr>
              <a:t>IsGoal( In(Bucharest) ) = Yes</a:t>
            </a:r>
            <a:endParaRPr lang="en-us" sz="1800" i="1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lvl="1" marL="457200">
              <a:buNone/>
            </a:pPr>
            <a:r>
              <a:rPr lang="en-us" sz="1800" b="1" cap="none">
                <a:latin typeface="Calibri" pitchFamily="2" charset="0"/>
                <a:ea typeface="Calibri" pitchFamily="2" charset="0"/>
                <a:cs typeface="Calibri" pitchFamily="2" charset="0"/>
              </a:rPr>
              <a:t>Path Cost –</a:t>
            </a: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 </a:t>
            </a:r>
            <a:r>
              <a:rPr lang="en-us" sz="1800" i="1" cap="none">
                <a:latin typeface="Calibri" pitchFamily="2" charset="0"/>
                <a:ea typeface="Calibri" pitchFamily="2" charset="0"/>
                <a:cs typeface="Calibri" pitchFamily="2" charset="0"/>
              </a:rPr>
              <a:t>cost( In(Arad), go(Sibiu)) = 140 kms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pic>
        <p:nvPicPr>
          <p:cNvPr id="4" name="Content Placeholder 3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BsEg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G8RAACACAAAhzYAAAI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834005" y="1381760"/>
            <a:ext cx="6029960" cy="36588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Grp="1" noChangeArrowheads="1"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cwU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OABAABcCAAAujIAALIXAAAQAAAAJgAAAAgAAAABgQAAAAAAAA=="/>
              </a:ext>
            </a:extLst>
          </p:cNvPicPr>
          <p:nvPr>
            <p:ph type="pic" idx="1"/>
          </p:nvPr>
        </p:nvPicPr>
        <p:blipFill>
          <a:blip r:embed="rId2"/>
          <a:srcRect l="0" t="0" r="0" b="13950"/>
          <a:stretch>
            <a:fillRect/>
          </a:stretch>
        </p:blipFill>
        <p:spPr>
          <a:xfrm>
            <a:off x="304800" y="1358900"/>
            <a:ext cx="7941310" cy="24930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ABKAAAkQYAABAAAAAmAAAACAAAAAEg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198235" cy="91503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sz="3200" cap="none">
                <a:solidFill>
                  <a:srgbClr val="00007F"/>
                </a:solidFill>
              </a:defRPr>
            </a:pPr>
            <a:r>
              <a:rPr lang="en-us" cap="none"/>
              <a:t>N - Queen</a:t>
            </a:r>
            <a:endParaRPr lang="en-in" cap="none"/>
          </a:p>
        </p:txBody>
      </p:sp>
      <p:pic>
        <p:nvPicPr>
          <p:cNvPr id="4" name="Picture 1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MEQAADAFwAAzSMAADco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723515" y="3860800"/>
            <a:ext cx="3096260" cy="26765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pul4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BAAAAAmAAAACAAAAAAgAAAAAAAA"/>
              </a:ext>
            </a:extLst>
          </p:cNvSpPr>
          <p:nvPr>
            <p:ph type="body" idx="10"/>
          </p:nvPr>
        </p:nvSpPr>
        <p:spPr/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cap="none">
                <a:solidFill>
                  <a:srgbClr val="00007F"/>
                </a:solidFill>
              </a:defRPr>
            </a:pPr>
            <a:r>
              <a:rPr lang="en-us" sz="2400" cap="none"/>
              <a:t>Vacuum World Problem</a:t>
            </a:r>
            <a:endParaRPr lang="en-in" sz="2400" cap="none"/>
          </a:p>
        </p:txBody>
      </p:sp>
      <p:pic>
        <p:nvPicPr>
          <p:cNvPr id="3" name="Content Placeholder 6"/>
          <p:cNvPicPr>
            <a:picLocks noGrp="1" noChangeArrowheads="1"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M0YAAALAAAARSgAAP8HAAAQAAAAJgAAAAgAAAABgQAAAA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4031615" y="6985"/>
            <a:ext cx="2514600" cy="129286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Kxsh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JYAAADeCAAAMzcAAAc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441450"/>
            <a:ext cx="8877935" cy="457771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BAAAAAmAAAACAAAAAAgAAAAAAAA"/>
              </a:ext>
            </a:extLst>
          </p:cNvSpPr>
          <p:nvPr>
            <p:ph type="body" idx="10"/>
          </p:nvPr>
        </p:nvSpPr>
        <p:spPr/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sz="3200" cap="none">
                <a:solidFill>
                  <a:srgbClr val="00007F"/>
                </a:solidFill>
              </a:defRPr>
            </a:pP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Example Problem Formulation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3345" y="1437005"/>
          <a:ext cx="8640445" cy="47288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46555"/>
                <a:gridCol w="2184400"/>
                <a:gridCol w="2169160"/>
                <a:gridCol w="2640330"/>
              </a:tblGrid>
              <a:tr h="61658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endParaRPr lang="en-us" sz="2000" b="1" cap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Vacuum World</a:t>
                      </a:r>
                      <a:endParaRPr lang="en-us" sz="2000" b="1" cap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8 – Queen Problem</a:t>
                      </a:r>
                      <a:endParaRPr lang="en-us" sz="2000" b="1" cap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Travelling Problem</a:t>
                      </a:r>
                      <a:endParaRPr lang="en-us" sz="2000" b="1" cap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616585"/>
                  </a:ext>
                </a:extLst>
              </a:tr>
              <a:tr h="73279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Initial State</a:t>
                      </a:r>
                      <a:endParaRPr lang="en-us" sz="2000" b="1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Any</a:t>
                      </a:r>
                      <a:endParaRPr lang="en-us" sz="2000" cap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No Queen on board</a:t>
                      </a:r>
                      <a:endParaRPr lang="en-us" sz="2000" cap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Based on the problem</a:t>
                      </a:r>
                      <a:endParaRPr lang="en-us" sz="2000" cap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732790"/>
                  </a:ext>
                </a:extLst>
              </a:tr>
              <a:tr h="71056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Possible Actions</a:t>
                      </a:r>
                      <a:endParaRPr lang="en-us" sz="2000" b="1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[Move Left, Move Right, Suck]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Add a Queen to any empty square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Take a flight | Train | Shop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710565"/>
                  </a:ext>
                </a:extLst>
              </a:tr>
              <a:tr h="83185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Transition Model</a:t>
                      </a:r>
                      <a:endParaRPr lang="en-us" sz="2000" b="1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[A, ML] = [B , Dirty]</a:t>
                      </a:r>
                      <a:endParaRPr lang="en-us" sz="2000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[A, ML] = [B, Clean]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[A1, B2] = [FAIL]</a:t>
                      </a:r>
                      <a:endParaRPr lang="en-us" sz="2000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[A1, B3] = [SAFE]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[A, Go(A-&gt;S)] = [S]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831850"/>
                  </a:ext>
                </a:extLst>
              </a:tr>
              <a:tr h="75311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Goal Test</a:t>
                      </a:r>
                      <a:endParaRPr lang="en-us" sz="2000" b="1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Is all room clean?</a:t>
                      </a:r>
                      <a:endParaRPr lang="en-us" sz="2000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[A, Clean] [B, Clean]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All Queen Safe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Is current = B (destination)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753110"/>
                  </a:ext>
                </a:extLst>
              </a:tr>
              <a:tr h="105791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Path Cost</a:t>
                      </a:r>
                      <a:endParaRPr lang="en-us" sz="2000" b="1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No of steps in path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No of Moves done, backtracking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us" sz="2000" cap="none"/>
                        <a:t>Cost + Time + Quality</a:t>
                      </a:r>
                      <a:endParaRPr lang="en-us" sz="2000" cap="none"/>
                    </a:p>
                  </a:txBody>
                  <a:tcPr marL="63500" marR="63500" marT="63500" marB="6350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69338198" type="min" val="10579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Grp="1" noChangeArrowheads="1" noChangeAspect="1"/>
            <a:extLst>
              <a:ext uri="smNativeData">
                <pr:smNativeData xmlns:pr="smNativeData" xmlns="smNativeData" val="SMDATA_17_VvV1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IsAAABeCQAARjcAAIYhAAAQAAAAJgAAAAgAAAABgQAAAA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88265" y="1522730"/>
            <a:ext cx="8896985" cy="39268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UJwAAAQcAABAAAAAmAAAACAAAAAEA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169660" cy="986155"/>
          </a:xfrm>
        </p:spPr>
        <p:txBody>
          <a:bodyPr/>
          <a:lstStyle/>
          <a:p>
            <a:pPr algn="ctr">
              <a:defRPr sz="3200" cap="none">
                <a:solidFill>
                  <a:srgbClr val="00007F"/>
                </a:solidFill>
              </a:defRPr>
            </a:pPr>
            <a:r>
              <a:rPr lang="en-us" cap="none"/>
              <a:t>Searching for solutions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extLst>
              <a:ext uri="smNativeData">
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BD///9gCQAAIDQAACUjAAAAAAAAJgAAAAgAAAD/////AAAAAA=="/>
              </a:ext>
            </a:extLst>
          </p:cNvGrpSpPr>
          <p:nvPr/>
        </p:nvGrpSpPr>
        <p:grpSpPr>
          <a:xfrm>
            <a:off x="-152400" y="1524000"/>
            <a:ext cx="8625840" cy="4189095"/>
            <a:chOff x="-152400" y="1524000"/>
            <a:chExt cx="8625840" cy="4189095"/>
          </a:xfrm>
        </p:grpSpPr>
        <p:grpSp>
          <p:nvGrpSpPr>
            <p:cNvPr id="22" name="Group 6"/>
            <p:cNvGrpSpPr>
              <a:extLst>
                <a:ext uri="smNativeData">
                  <pr:smNativeData xmlns:pr="smNativeData" xmlns="smNativeData" val="SMDATA_6_VvV1aRMAAAAlAAAAAQAAAA8BAAAAkAAAAEgAAACQAAAASAAAAAAAAAAAAAAAAAAAABcAAAAUAAAAAAAAAAAAAAD/fwAA/38AAAAAAAAJAAAABAAAAAAAAAAfAAAAVAAAAAAAAAAAAAAAAAAAAAAAAAAAAAAAAAAAAAAAAAAAAAAAAAAAAAAAAAAAAAAAAAAAAAAAAAAAAAAAAAAAAAAAAAAAAAAAAAAAAAAAAAAAAAAAAAAAACEAAAAYAAAAFAAAAMcQAABgCQAAIDQAAMwSAAAAAAAAJgAAAAgAAAD/////AAAAAA=="/>
                </a:ext>
              </a:extLst>
            </p:cNvGrpSpPr>
            <p:nvPr/>
          </p:nvGrpSpPr>
          <p:grpSpPr>
            <a:xfrm>
              <a:off x="2727325" y="1524000"/>
              <a:ext cx="5746115" cy="1531620"/>
              <a:chOff x="2727325" y="1524000"/>
              <a:chExt cx="5746115" cy="1531620"/>
            </a:xfrm>
          </p:grpSpPr>
          <p:sp>
            <p:nvSpPr>
              <p:cNvPr id="32" name="TextBox 7"/>
              <p:cNvSpPr>
                <a:extLst>
                  <a:ext uri="smNativeData">
  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xxAAAIYQAADQFgAAzBIAAAAgAAAmAAAACAAAAP//////////"/>
                  </a:ext>
                </a:extLst>
              </p:cNvSpPr>
              <p:nvPr/>
            </p:nvSpPr>
            <p:spPr>
              <a:xfrm>
                <a:off x="2727325" y="2686050"/>
                <a:ext cx="981075" cy="369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91440" tIns="45720" rIns="91440" bIns="45720" numCol="1" spcCol="215900" anchor="t"/>
              <a:lstStyle/>
              <a:p>
                <a:pPr>
                  <a:buNone/>
                </a:pPr>
                <a:r>
                  <a:rPr lang="en-us" sz="1800" b="1" cap="none">
                    <a:latin typeface="Calibri" pitchFamily="2" charset="0"/>
                    <a:ea typeface="Calibri" pitchFamily="2" charset="0"/>
                    <a:cs typeface="Calibri" pitchFamily="2" charset="0"/>
                  </a:rPr>
                  <a:t>In(Sibiu)</a:t>
                </a:r>
                <a:endParaRPr lang="en-us" sz="1800" b="1" cap="none">
                  <a:latin typeface="Calibri" pitchFamily="2" charset="0"/>
                  <a:ea typeface="Calibri" pitchFamily="2" charset="0"/>
                  <a:cs typeface="Calibri" pitchFamily="2" charset="0"/>
                </a:endParaRPr>
              </a:p>
            </p:txBody>
          </p:sp>
          <p:sp>
            <p:nvSpPr>
              <p:cNvPr id="31" name="TextBox 8"/>
              <p:cNvSpPr>
                <a:extLst>
                  <a:ext uri="smNativeData">
  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TeBN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yREAABoNAABaGAAAYA8AAAAgAAAmAAAACAAAAP//////////"/>
                  </a:ext>
                </a:extLst>
              </p:cNvSpPr>
              <p:nvPr/>
            </p:nvSpPr>
            <p:spPr>
              <a:xfrm>
                <a:off x="2891155" y="2129790"/>
                <a:ext cx="1067435" cy="369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91440" tIns="45720" rIns="91440" bIns="45720" numCol="1" spcCol="215900" anchor="t"/>
              <a:lstStyle/>
              <a:p>
                <a:pPr>
                  <a:buNone/>
                </a:pPr>
                <a:r>
                  <a:rPr lang="en-us" sz="1800" b="1" cap="none">
                    <a:latin typeface="Calibri" pitchFamily="2" charset="0"/>
                    <a:ea typeface="Calibri" pitchFamily="2" charset="0"/>
                    <a:cs typeface="Calibri" pitchFamily="2" charset="0"/>
                  </a:rPr>
                  <a:t>Go(Sibiu)</a:t>
                </a:r>
                <a:endParaRPr lang="en-us" sz="1800" b="1" cap="none">
                  <a:latin typeface="Calibri" pitchFamily="2" charset="0"/>
                  <a:ea typeface="Calibri" pitchFamily="2" charset="0"/>
                  <a:cs typeface="Calibri" pitchFamily="2" charset="0"/>
                </a:endParaRPr>
              </a:p>
            </p:txBody>
          </p:sp>
          <p:cxnSp>
            <p:nvCxnSpPr>
              <p:cNvPr id="30" name="Straight Arrow Connector 9"/>
              <p:cNvCxnSpPr>
                <a:extLst>
                  <a:ext uri="smNativeData">
                    <pr:smNativeData xmlns:pr="smNativeData" xmlns="smNativeData" val="SMDATA_15_VvV1aRMAAAAlAAAADQ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AAAAAlG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dRUAAPcLAADMHQAAhhAAAAAAAAAmAAAACAAAAP//////////"/>
                  </a:ext>
                </a:extLst>
              </p:cNvCxnSpPr>
              <p:nvPr/>
            </p:nvCxnSpPr>
            <p:spPr>
              <a:xfrm flipH="1">
                <a:off x="3488055" y="1945005"/>
                <a:ext cx="1355725" cy="741045"/>
              </a:xfrm>
              <a:prstGeom prst="straightConnector1">
                <a:avLst/>
              </a:prstGeom>
              <a:noFill/>
              <a:ln w="44450" cap="flat" cmpd="sng" algn="ctr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  <a:effectLst/>
            </p:spPr>
          </p:cxnSp>
          <p:sp>
            <p:nvSpPr>
              <p:cNvPr id="29" name="TextBox 10"/>
              <p:cNvSpPr>
                <a:extLst>
                  <a:ext uri="smNativeData">
  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ARsAAIYQAAC3IwAAzBIAAAAgAAAmAAAACAAAAP//////////"/>
                  </a:ext>
                </a:extLst>
              </p:cNvSpPr>
              <p:nvPr/>
            </p:nvSpPr>
            <p:spPr>
              <a:xfrm>
                <a:off x="4389755" y="2686050"/>
                <a:ext cx="1416050" cy="369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91440" tIns="45720" rIns="91440" bIns="45720" numCol="1" spcCol="215900" anchor="t"/>
              <a:lstStyle/>
              <a:p>
                <a:pPr>
                  <a:buNone/>
                </a:pPr>
                <a:r>
                  <a:rPr lang="en-us" sz="1800" cap="none">
                    <a:latin typeface="Calibri" pitchFamily="2" charset="0"/>
                    <a:ea typeface="Calibri" pitchFamily="2" charset="0"/>
                    <a:cs typeface="Calibri" pitchFamily="2" charset="0"/>
                  </a:rPr>
                  <a:t>In(Timisoara)</a:t>
                </a:r>
                <a:endPara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endParaRPr>
              </a:p>
            </p:txBody>
          </p:sp>
          <p:sp>
            <p:nvSpPr>
              <p:cNvPr id="28" name="TextBox 11"/>
              <p:cNvSpPr>
                <a:extLst>
                  <a:ext uri="smNativeData">
  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Ih8AABoNAABjKAAAYA8AAAAgAAAmAAAACAAAAP//////////"/>
                  </a:ext>
                </a:extLst>
              </p:cNvSpPr>
              <p:nvPr/>
            </p:nvSpPr>
            <p:spPr>
              <a:xfrm>
                <a:off x="5060950" y="2129790"/>
                <a:ext cx="1504315" cy="369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91440" tIns="45720" rIns="91440" bIns="45720" numCol="1" spcCol="215900" anchor="t"/>
              <a:lstStyle/>
              <a:p>
                <a:pPr>
                  <a:buNone/>
                </a:pPr>
                <a:r>
                  <a:rPr lang="en-us" sz="1800" cap="none">
                    <a:latin typeface="Calibri" pitchFamily="2" charset="0"/>
                    <a:ea typeface="Calibri" pitchFamily="2" charset="0"/>
                    <a:cs typeface="Calibri" pitchFamily="2" charset="0"/>
                  </a:rPr>
                  <a:t>Go(Timisoara)</a:t>
                </a:r>
                <a:endPara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endParaRPr>
              </a:p>
            </p:txBody>
          </p:sp>
          <p:cxnSp>
            <p:nvCxnSpPr>
              <p:cNvPr id="27" name="Straight Arrow Connector 12"/>
              <p:cNvCxnSpPr>
                <a:extLst>
                  <a:ext uri="smNativeData">
                    <pr:smNativeData xmlns:pr="smNativeData" xmlns="smNativeData" val="SMDATA_15_VvV1aRMAAAAlAAAADQ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AAAAAk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OB8AAPcLAAA4HwAAhhAAAAAAAAAmAAAACAAAAP//////////"/>
                  </a:ext>
                </a:extLst>
              </p:cNvCxnSpPr>
              <p:nvPr/>
            </p:nvCxnSpPr>
            <p:spPr>
              <a:xfrm>
                <a:off x="5074920" y="1945005"/>
                <a:ext cx="0" cy="74104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  <a:effectLst/>
            </p:spPr>
          </p:cxnSp>
          <p:sp>
            <p:nvSpPr>
              <p:cNvPr id="26" name="TextBox 13"/>
              <p:cNvSpPr>
                <a:extLst>
                  <a:ext uri="smNativeData">
  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7ywAAIYQAAC1MwAAzBIAAAAgAAAmAAAACAAAAP//////////"/>
                  </a:ext>
                </a:extLst>
              </p:cNvSpPr>
              <p:nvPr/>
            </p:nvSpPr>
            <p:spPr>
              <a:xfrm>
                <a:off x="7304405" y="2686050"/>
                <a:ext cx="1101090" cy="369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91440" tIns="45720" rIns="91440" bIns="45720" numCol="1" spcCol="215900" anchor="t"/>
              <a:lstStyle/>
              <a:p>
                <a:pPr>
                  <a:buNone/>
                </a:pPr>
                <a:r>
                  <a:rPr lang="en-us" sz="1800" cap="none">
                    <a:latin typeface="Calibri" pitchFamily="2" charset="0"/>
                    <a:ea typeface="Calibri" pitchFamily="2" charset="0"/>
                    <a:cs typeface="Calibri" pitchFamily="2" charset="0"/>
                  </a:rPr>
                  <a:t>In(Zerind)</a:t>
                </a:r>
                <a:endPara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endParaRPr>
              </a:p>
            </p:txBody>
          </p:sp>
          <p:sp>
            <p:nvSpPr>
              <p:cNvPr id="25" name="TextBox 14"/>
              <p:cNvSpPr>
                <a:extLst>
                  <a:ext uri="smNativeData">
  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zywAABoNAAAgNAAAYA8AAAAgAAAmAAAACAAAAP//////////"/>
                  </a:ext>
                </a:extLst>
              </p:cNvSpPr>
              <p:nvPr/>
            </p:nvSpPr>
            <p:spPr>
              <a:xfrm>
                <a:off x="7284085" y="2129790"/>
                <a:ext cx="1189355" cy="369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91440" tIns="45720" rIns="91440" bIns="45720" numCol="1" spcCol="215900" anchor="t"/>
              <a:lstStyle/>
              <a:p>
                <a:pPr>
                  <a:buNone/>
                </a:pPr>
                <a:r>
                  <a:rPr lang="en-us" sz="1800" cap="none">
                    <a:latin typeface="Calibri" pitchFamily="2" charset="0"/>
                    <a:ea typeface="Calibri" pitchFamily="2" charset="0"/>
                    <a:cs typeface="Calibri" pitchFamily="2" charset="0"/>
                  </a:rPr>
                  <a:t>Go(Zerind)</a:t>
                </a:r>
                <a:endPara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endParaRPr>
              </a:p>
            </p:txBody>
          </p:sp>
          <p:cxnSp>
            <p:nvCxnSpPr>
              <p:cNvPr id="24" name="Straight Arrow Connector 15"/>
              <p:cNvCxnSpPr>
                <a:extLst>
                  <a:ext uri="smNativeData">
                    <pr:smNativeData xmlns:pr="smNativeData" xmlns="smNativeData" val="SMDATA_15_VvV1aRMAAAAlAAAADQ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AAAAAk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tyMAAPcLAABSMAAAhhAAAAAAAAAmAAAACAAAAP//////////"/>
                  </a:ext>
                </a:extLst>
              </p:cNvCxnSpPr>
              <p:nvPr/>
            </p:nvCxnSpPr>
            <p:spPr>
              <a:xfrm>
                <a:off x="5805805" y="1945005"/>
                <a:ext cx="2049145" cy="74104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headEnd type="none"/>
                <a:tailEnd type="triangle" w="med" len="med"/>
              </a:ln>
              <a:effectLst/>
            </p:spPr>
          </p:cxnSp>
          <p:sp>
            <p:nvSpPr>
              <p:cNvPr id="23" name="TextBox 16"/>
              <p:cNvSpPr>
                <a:extLst>
                  <a:ext uri="smNativeData">
  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KB0AAGAJAAAaIwAApgsAAAAgAAAmAAAACAAAAP//////////"/>
                  </a:ext>
                </a:extLst>
              </p:cNvSpPr>
              <p:nvPr/>
            </p:nvSpPr>
            <p:spPr>
              <a:xfrm>
                <a:off x="4739640" y="1524000"/>
                <a:ext cx="966470" cy="369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91440" tIns="45720" rIns="91440" bIns="45720" numCol="1" spcCol="215900" anchor="t"/>
              <a:lstStyle/>
              <a:p>
                <a:pPr>
                  <a:buNone/>
                </a:pPr>
                <a:r>
                  <a:rPr lang="en-us" sz="1800" b="1" cap="none">
                    <a:latin typeface="Calibri" pitchFamily="2" charset="0"/>
                    <a:ea typeface="Calibri" pitchFamily="2" charset="0"/>
                    <a:cs typeface="Calibri" pitchFamily="2" charset="0"/>
                  </a:rPr>
                  <a:t>In(Arad)</a:t>
                </a:r>
                <a:endParaRPr lang="en-us" sz="1800" b="1" cap="none">
                  <a:latin typeface="Calibri" pitchFamily="2" charset="0"/>
                  <a:ea typeface="Calibri" pitchFamily="2" charset="0"/>
                  <a:cs typeface="Calibri" pitchFamily="2" charset="0"/>
                </a:endParaRPr>
              </a:p>
            </p:txBody>
          </p:sp>
        </p:grpSp>
        <p:cxnSp>
          <p:nvCxnSpPr>
            <p:cNvPr id="21" name="Straight Arrow Connector 17"/>
            <p:cNvCxnSpPr>
              <a:extLst>
                <a:ext uri="smNativeData">
                  <pr:smNativeData xmlns:pr="smNativeData" xmlns="smNativeData" val="SMDATA_15_VvV1aRMAAAAlAAAADQ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AAAAAk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lQQAAMwSAADHEAAA3RgAAAAAAAAmAAAACAAAAP//////////"/>
                </a:ext>
              </a:extLst>
            </p:cNvCxnSpPr>
            <p:nvPr/>
          </p:nvCxnSpPr>
          <p:spPr>
            <a:xfrm flipH="1">
              <a:off x="744855" y="3055620"/>
              <a:ext cx="1982470" cy="98615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none"/>
              <a:tailEnd type="triangle" w="med" len="med"/>
            </a:ln>
            <a:effectLst/>
          </p:spPr>
        </p:cxnSp>
        <p:sp>
          <p:nvSpPr>
            <p:cNvPr id="20" name="TextBox 18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EP///9UVAABtBQAAGhgAAAAgAAAmAAAACAAAAP//////////"/>
                </a:ext>
              </a:extLst>
            </p:cNvSpPr>
            <p:nvPr/>
          </p:nvSpPr>
          <p:spPr>
            <a:xfrm>
              <a:off x="-152400" y="3549015"/>
              <a:ext cx="1034415" cy="3689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Go(Arad)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sp>
          <p:nvSpPr>
            <p:cNvPr id="19" name="TextBox 19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if///90YAABbBQAAIxsAAAAgAAAmAAAACAAAAP//////////"/>
                </a:ext>
              </a:extLst>
            </p:cNvSpPr>
            <p:nvPr/>
          </p:nvSpPr>
          <p:spPr>
            <a:xfrm>
              <a:off x="-75565" y="4041775"/>
              <a:ext cx="946150" cy="3695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In(Arad)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cxnSp>
          <p:nvCxnSpPr>
            <p:cNvPr id="18" name="Straight Arrow Connector 20"/>
            <p:cNvCxnSpPr>
              <a:extLst>
                <a:ext uri="smNativeData">
                  <pr:smNativeData xmlns:pr="smNativeData" xmlns="smNativeData" val="SMDATA_15_VvV1aRMAAAAlAAAADQ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AAAAAk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1Q8AAMwSAADIEQAA3RgAAAAAAAAmAAAACAAAAP//////////"/>
                </a:ext>
              </a:extLst>
            </p:cNvCxnSpPr>
            <p:nvPr/>
          </p:nvCxnSpPr>
          <p:spPr>
            <a:xfrm flipH="1">
              <a:off x="2573655" y="3055620"/>
              <a:ext cx="316865" cy="98615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none"/>
              <a:tailEnd type="triangle" w="med" len="med"/>
            </a:ln>
            <a:effectLst/>
          </p:spPr>
        </p:cxnSp>
        <p:sp>
          <p:nvSpPr>
            <p:cNvPr id="17" name="TextBox 21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sBN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zwgAANUVAADHEAAAGhgAAAAgAAAmAAAACAAAAP//////////"/>
                </a:ext>
              </a:extLst>
            </p:cNvSpPr>
            <p:nvPr/>
          </p:nvSpPr>
          <p:spPr>
            <a:xfrm>
              <a:off x="1431925" y="3549015"/>
              <a:ext cx="1295400" cy="3689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Go(Fagaras)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sp>
          <p:nvSpPr>
            <p:cNvPr id="16" name="TextBox 22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HQkAAN0YAACKEAAAIxsAAAAgAAAmAAAACAAAAP//////////"/>
                </a:ext>
              </a:extLst>
            </p:cNvSpPr>
            <p:nvPr/>
          </p:nvSpPr>
          <p:spPr>
            <a:xfrm>
              <a:off x="1481455" y="4041775"/>
              <a:ext cx="1207135" cy="3695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  <a:defRPr sz="1600" cap="none"/>
              </a:pPr>
              <a:r>
                <a:rPr lang="en-us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In(Fagaras)</a:t>
              </a:r>
              <a:endParaRPr lang="en-us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cxnSp>
          <p:nvCxnSpPr>
            <p:cNvPr id="15" name="Straight Arrow Connector 23"/>
            <p:cNvCxnSpPr>
              <a:stCxn id="32" idx="2"/>
              <a:extLst>
                <a:ext uri="smNativeData">
                  <pr:smNativeData xmlns:pr="smNativeData" xmlns="smNativeData" val="SMDATA_15_VvV1aRMAAAAlAAAADQ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AAAAAk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BMAAMwSAADMEwAA3RgAAAAAAAAmAAAACAAAAP//////////"/>
                </a:ext>
              </a:extLst>
            </p:cNvCxnSpPr>
            <p:nvPr/>
          </p:nvCxnSpPr>
          <p:spPr>
            <a:xfrm flipH="1">
              <a:off x="3218180" y="3055620"/>
              <a:ext cx="0" cy="98615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none"/>
              <a:tailEnd type="triangle" w="med" len="med"/>
            </a:ln>
            <a:effectLst/>
          </p:spPr>
        </p:cxnSp>
        <p:sp>
          <p:nvSpPr>
            <p:cNvPr id="14" name="TextBox 24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sxMAANUVAACSGwAAGhgAAAAgAAAmAAAACAAAAP//////////"/>
                </a:ext>
              </a:extLst>
            </p:cNvSpPr>
            <p:nvPr/>
          </p:nvSpPr>
          <p:spPr>
            <a:xfrm>
              <a:off x="3202305" y="3549015"/>
              <a:ext cx="1279525" cy="3689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Go(Oradea)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sp>
          <p:nvSpPr>
            <p:cNvPr id="13" name="TextBox 25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GfB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WxEAAN0YAACvGAAAIxsAAAAgAAAmAAAACAAAAP//////////"/>
                </a:ext>
              </a:extLst>
            </p:cNvSpPr>
            <p:nvPr/>
          </p:nvSpPr>
          <p:spPr>
            <a:xfrm>
              <a:off x="2821305" y="4041775"/>
              <a:ext cx="1191260" cy="3695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In(Oradea)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cxnSp>
          <p:nvCxnSpPr>
            <p:cNvPr id="12" name="Straight Arrow Connector 26"/>
            <p:cNvCxnSpPr>
              <a:extLst>
                <a:ext uri="smNativeData">
                  <pr:smNativeData xmlns:pr="smNativeData" xmlns="smNativeData" val="SMDATA_15_VvV1aRMAAAAlAAAADQ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AAAAAk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H6S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0BYAAMwSAAAhIAAA3RgAAAAAAAAmAAAACAAAAP//////////"/>
                </a:ext>
              </a:extLst>
            </p:cNvCxnSpPr>
            <p:nvPr/>
          </p:nvCxnSpPr>
          <p:spPr>
            <a:xfrm>
              <a:off x="3708400" y="3055620"/>
              <a:ext cx="1514475" cy="98615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none"/>
              <a:tailEnd type="triangle" w="med" len="med"/>
            </a:ln>
            <a:effectLst/>
          </p:spPr>
        </p:cxnSp>
        <p:sp>
          <p:nvSpPr>
            <p:cNvPr id="11" name="TextBox 27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rG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lh4AANUVAACqKgAAGhgAAAAgAAAmAAAACAAAAP//////////"/>
                </a:ext>
              </a:extLst>
            </p:cNvSpPr>
            <p:nvPr/>
          </p:nvSpPr>
          <p:spPr>
            <a:xfrm>
              <a:off x="4972050" y="3549015"/>
              <a:ext cx="1963420" cy="3689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Go(Rimnicu Vilcea)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sp>
          <p:nvSpPr>
            <p:cNvPr id="10" name="TextBox 28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BAY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iB4AAN0YAAASKgAAIxsAAAAgAAAmAAAACAAAAP//////////"/>
                </a:ext>
              </a:extLst>
            </p:cNvSpPr>
            <p:nvPr/>
          </p:nvSpPr>
          <p:spPr>
            <a:xfrm>
              <a:off x="4963160" y="4041775"/>
              <a:ext cx="1875790" cy="3695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In(Rimnicu Vilcea)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sp>
          <p:nvSpPr>
            <p:cNvPr id="9" name="TextBox 29"/>
            <p:cNvSpPr>
              <a:extLst>
                <a:ext uri="smNativeData">
                  <pr:smNativeData xmlns:pr="smNativeData" xmlns="smNativeData" val="SMDATA_15_VvV1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ESMAACsfAAC1LQAAJSMAAAAgAAAmAAAACAAAAP//////////"/>
                </a:ext>
              </a:extLst>
            </p:cNvSpPr>
            <p:nvPr/>
          </p:nvSpPr>
          <p:spPr>
            <a:xfrm>
              <a:off x="5700395" y="5066665"/>
              <a:ext cx="1729740" cy="6464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spcCol="215900" anchor="t"/>
            <a:lstStyle/>
            <a:p>
              <a:pPr algn="ctr"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Leaf Nodes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  <a:p>
              <a:pPr>
                <a:buNone/>
              </a:pPr>
              <a:r>
                <a:rPr lang="en-us" sz="1800" cap="none">
                  <a:latin typeface="Calibri" pitchFamily="2" charset="0"/>
                  <a:ea typeface="Calibri" pitchFamily="2" charset="0"/>
                  <a:cs typeface="Calibri" pitchFamily="2" charset="0"/>
                </a:rPr>
                <a:t>(no children yet)</a:t>
              </a:r>
              <a:endParaRPr lang="en-us" sz="1800" cap="none">
                <a:latin typeface="Calibri" pitchFamily="2" charset="0"/>
                <a:ea typeface="Calibri" pitchFamily="2" charset="0"/>
                <a:cs typeface="Calibri" pitchFamily="2" charset="0"/>
              </a:endParaRPr>
            </a:p>
          </p:txBody>
        </p:sp>
        <p:cxnSp>
          <p:nvCxnSpPr>
            <p:cNvPr id="8" name="Elbow Connector 30"/>
            <p:cNvCxnSpPr>
              <a:stCxn id="29" idx="3"/>
              <a:extLst>
                <a:ext uri="smNativeData">
                  <pr:smNativeData xmlns:pr="smNativeData" xmlns="smNativeData" val="SMDATA_15_VvV1aRMAAAAlAAAADg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tyMAAKkRAADcKwAA4R4AAAAAAAAmAAAACAAAAP//////////"/>
                </a:ext>
              </a:extLst>
            </p:cNvCxnSpPr>
            <p:nvPr/>
          </p:nvCxnSpPr>
          <p:spPr>
            <a:xfrm>
              <a:off x="5805805" y="2870835"/>
              <a:ext cx="1323975" cy="2148840"/>
            </a:xfrm>
            <a:prstGeom prst="bentConnector2">
              <a:avLst/>
            </a:prstGeom>
            <a:noFill/>
            <a:ln w="9525" cap="flat" cmpd="sng" algn="ctr">
              <a:solidFill>
                <a:srgbClr val="497DBC"/>
              </a:solidFill>
              <a:prstDash val="solid"/>
              <a:headEnd type="none"/>
              <a:tailEnd type="triangle" w="med" len="med"/>
            </a:ln>
            <a:effectLst/>
          </p:spPr>
        </p:cxnSp>
        <p:cxnSp>
          <p:nvCxnSpPr>
            <p:cNvPr id="7" name="Elbow Connector 31"/>
            <p:cNvCxnSpPr>
              <a:stCxn id="26" idx="3"/>
              <a:endCxn id="9" idx="3"/>
              <a:extLst>
                <a:ext uri="smNativeData">
                  <pr:smNativeData xmlns:pr="smNativeData" xmlns="smNativeData" val="SMDATA_15_VvV1aRMAAAAlAAAADgAAAA0AAAAAkAAAAEgAAACQAAAASAAAAAAAAAAAAAAAAAAAAAEAAABQAAAAyVnY0w5/97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tS0AAKkRAAC1MwAAKCEAAAAAAAAmAAAACAAAAP//////////"/>
                </a:ext>
              </a:extLst>
            </p:cNvCxnSpPr>
            <p:nvPr/>
          </p:nvCxnSpPr>
          <p:spPr>
            <a:xfrm rot="10800000" flipV="1">
              <a:off x="7430135" y="2870835"/>
              <a:ext cx="975360" cy="2519045"/>
            </a:xfrm>
            <a:prstGeom prst="bentConnector3">
              <a:avLst>
                <a:gd name="adj1" fmla="val -23426"/>
              </a:avLst>
            </a:prstGeom>
            <a:noFill/>
            <a:ln w="9525" cap="flat" cmpd="sng" algn="ctr">
              <a:solidFill>
                <a:srgbClr val="497DBC"/>
              </a:solidFill>
              <a:prstDash val="solid"/>
              <a:headEnd type="none"/>
              <a:tailEnd type="triangle" w="med" len="med"/>
            </a:ln>
            <a:effectLst/>
          </p:spPr>
        </p:cxnSp>
        <p:cxnSp>
          <p:nvCxnSpPr>
            <p:cNvPr id="6" name="Elbow Connector 32"/>
            <p:cNvCxnSpPr>
              <a:stCxn id="10" idx="2"/>
              <a:endCxn id="9" idx="0"/>
              <a:extLst>
                <a:ext uri="smNativeData">
                  <pr:smNativeData xmlns:pr="smNativeData" xmlns="smNativeData" val="SMDATA_15_VvV1aRMAAAAlAAAADgAAAA0AAAAAkAAAAEgAAACQAAAASAAAAAAAAAAAAAAAAAAAAAEAAABQAAAAAAAAAAAAAAA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gvSk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TSQAACMbAABjKAAAKx8AAAAAAAAmAAAACAAAAP//////////"/>
                </a:ext>
              </a:extLst>
            </p:cNvCxnSpPr>
            <p:nvPr/>
          </p:nvCxnSpPr>
          <p:spPr>
            <a:xfrm rot="16200000" flipH="1">
              <a:off x="5905500" y="4406900"/>
              <a:ext cx="655320" cy="664210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497DBC"/>
              </a:solidFill>
              <a:prstDash val="solid"/>
              <a:headEnd type="none"/>
              <a:tailEnd type="triangle" w="med" len="med"/>
            </a:ln>
            <a:effectLst/>
          </p:spPr>
        </p:cxnSp>
        <p:cxnSp>
          <p:nvCxnSpPr>
            <p:cNvPr id="5" name="Elbow Connector 33"/>
            <p:cNvCxnSpPr>
              <a:stCxn id="13" idx="2"/>
              <a:extLst>
                <a:ext uri="smNativeData">
                  <pr:smNativeData xmlns:pr="smNativeData" xmlns="smNativeData" val="SMDATA_15_VvV1aRMAAAAlAAAADg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BRUAACMbAAARIgAAmCEAAAAAAAAmAAAACAAAAP//////////"/>
                </a:ext>
              </a:extLst>
            </p:cNvCxnSpPr>
            <p:nvPr/>
          </p:nvCxnSpPr>
          <p:spPr>
            <a:xfrm rot="16200000" flipH="1">
              <a:off x="3952240" y="3876040"/>
              <a:ext cx="1049655" cy="2120900"/>
            </a:xfrm>
            <a:prstGeom prst="bentConnector2">
              <a:avLst/>
            </a:prstGeom>
            <a:noFill/>
            <a:ln w="9525" cap="flat" cmpd="sng" algn="ctr">
              <a:solidFill>
                <a:srgbClr val="497DBC"/>
              </a:solidFill>
              <a:prstDash val="solid"/>
              <a:headEnd type="none"/>
              <a:tailEnd type="triangle" w="med" len="med"/>
            </a:ln>
            <a:effectLst/>
          </p:spPr>
        </p:cxnSp>
        <p:cxnSp>
          <p:nvCxnSpPr>
            <p:cNvPr id="4" name="Elbow Connector 34"/>
            <p:cNvCxnSpPr>
              <a:stCxn id="16" idx="2"/>
              <a:extLst>
                <a:ext uri="smNativeData">
                  <pr:smNativeData xmlns:pr="smNativeData" xmlns="smNativeData" val="SMDATA_15_VvV1aRMAAAAlAAAADg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1AwAACMbAAARIgAA3iAAAAAAAAAmAAAACAAAAP//////////"/>
                </a:ext>
              </a:extLst>
            </p:cNvCxnSpPr>
            <p:nvPr/>
          </p:nvCxnSpPr>
          <p:spPr>
            <a:xfrm rot="16200000" flipH="1">
              <a:off x="3345815" y="3150870"/>
              <a:ext cx="931545" cy="3452495"/>
            </a:xfrm>
            <a:prstGeom prst="bentConnector2">
              <a:avLst/>
            </a:prstGeom>
            <a:noFill/>
            <a:ln w="9525" cap="flat" cmpd="sng" algn="ctr">
              <a:solidFill>
                <a:srgbClr val="497DBC"/>
              </a:solidFill>
              <a:prstDash val="solid"/>
              <a:headEnd type="none"/>
              <a:tailEnd type="triangle" w="med" len="med"/>
            </a:ln>
            <a:effectLst/>
          </p:spPr>
        </p:cxnSp>
        <p:cxnSp>
          <p:nvCxnSpPr>
            <p:cNvPr id="3" name="Elbow Connector 35"/>
            <p:cNvCxnSpPr>
              <a:stCxn id="19" idx="2"/>
              <a:extLst>
                <a:ext uri="smNativeData">
                  <pr:smNativeData xmlns:pr="smNativeData" xmlns="smNativeData" val="SMDATA_15_VvV1aRMAAAAlAAAADgAAAA0AAAAAkAAAAEgAAACQAAAASAAAAAAAAAAAAAAAAAAAAAEAAABQAAAAAAAAAAAA8L8AAAAAAAAAAA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A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BBBU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cgIAACMbAAARIgAACyAAAAAAAAAmAAAACAAAAP//////////"/>
                </a:ext>
              </a:extLst>
            </p:cNvCxnSpPr>
            <p:nvPr/>
          </p:nvCxnSpPr>
          <p:spPr>
            <a:xfrm rot="16200000" flipH="1">
              <a:off x="2568575" y="2240280"/>
              <a:ext cx="797560" cy="5140325"/>
            </a:xfrm>
            <a:prstGeom prst="bentConnector2">
              <a:avLst/>
            </a:prstGeom>
            <a:noFill/>
            <a:ln w="9525" cap="flat" cmpd="sng" algn="ctr">
              <a:solidFill>
                <a:srgbClr val="497DBC"/>
              </a:solidFill>
              <a:prstDash val="solid"/>
              <a:headEnd type="none"/>
              <a:tailEnd type="triangle" w="med" len="med"/>
            </a:ln>
            <a:effectLst/>
          </p:spPr>
        </p:cxnSp>
      </p:grpSp>
      <p:cxnSp>
        <p:nvCxnSpPr>
          <p:cNvPr id="33" name="Curved Connector 37"/>
          <p:cNvCxnSpPr>
            <a:extLst>
              <a:ext uri="smNativeData">
                <pr:smNativeData xmlns:pr="smNativeData" xmlns="smNativeData" val="SMDATA_15_VvV1aRMAAAAlAAAADwAAAA0AAAAAkAAAAEgAAACQAAAASAAAAAAAAAAAAAAAAAAAAAEAAABQAAAANsgkI2dh8b9pqbwd4bTyPwAAAAAAAP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El9vAAPAAAAAQAAABQAAAAUAAAAFAAAAAEAAAACAAAAZAAAAGQAAAAC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El9vAB/f38A7uzhA8zMzADAwP8Af39/AAAAAAAAAAAAAAAAAAAAAAAAAAAAIQAAABgAAAAUAAAA4AEAABgJAAB4IgAAuBkAABAAAAAmAAAACAAAAP//////////"/>
              </a:ext>
            </a:extLst>
          </p:cNvCxnSpPr>
          <p:nvPr/>
        </p:nvCxnSpPr>
        <p:spPr>
          <a:xfrm rot="10800000" flipH="1">
            <a:off x="304800" y="1478280"/>
            <a:ext cx="5298440" cy="2702560"/>
          </a:xfrm>
          <a:prstGeom prst="curvedConnector4">
            <a:avLst>
              <a:gd name="adj1" fmla="val -4314"/>
              <a:gd name="adj2" fmla="val 108458"/>
            </a:avLst>
          </a:prstGeom>
          <a:noFill/>
          <a:ln w="9525" cap="flat" cmpd="sng" algn="ctr">
            <a:solidFill>
              <a:srgbClr val="497DBC"/>
            </a:solidFill>
            <a:prstDash val="solid"/>
            <a:headEnd type="triangl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EgIAAGIJAACyNAAA7CUAABAAAAAmAAAACAAAAIGgAAAAAAAA"/>
              </a:ext>
            </a:extLst>
          </p:cNvSpPr>
          <p:nvPr>
            <p:ph type="body" idx="1"/>
          </p:nvPr>
        </p:nvSpPr>
        <p:spPr>
          <a:xfrm>
            <a:off x="336550" y="1525270"/>
            <a:ext cx="8229600" cy="463931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 marL="285750" indent="-285750">
              <a:buFont typeface="Wingdings" pitchFamily="0" charset="2"/>
              <a:buChar char="Ø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Nodes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States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Frontier | Fringes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Search Strategy : LIFO | FIFO | Priority Queue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Performance Metrics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1800225" indent="-285750">
              <a:buClrTx/>
              <a:buFont typeface="Arial" pitchFamily="1" charset="0"/>
              <a:buChar char="–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Completeness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1800225" indent="-285750">
              <a:buClrTx/>
              <a:buFont typeface="Arial" pitchFamily="1" charset="0"/>
              <a:buChar char="–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Optimality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1800225" indent="-285750">
              <a:buClrTx/>
              <a:buFont typeface="Arial" pitchFamily="1" charset="0"/>
              <a:buChar char="–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Time Complexity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1800225" indent="-285750">
              <a:buClrTx/>
              <a:buFont typeface="Arial" pitchFamily="1" charset="0"/>
              <a:buChar char="–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Space Complexity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85750" indent="-285750">
              <a:buFont typeface="Wingdings" pitchFamily="0" charset="2"/>
              <a:buChar char="Ø"/>
            </a:pPr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Algorithm Terminology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	- d Depth of a node		- m – maximum 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	- b Branching factor  	- C* - Optimal Cost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	- n – nodes 		- E – least Cost</a:t>
            </a:r>
            <a:endParaRPr lang="en-us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0" indent="0"/>
            <a:r>
              <a:rPr lang="en-us" sz="1800" cap="none">
                <a:latin typeface="Calibri" pitchFamily="2" charset="0"/>
                <a:ea typeface="Calibri" pitchFamily="2" charset="0"/>
                <a:cs typeface="Calibri" pitchFamily="2" charset="0"/>
              </a:rPr>
              <a:t>	- l – level of a node		- N –total node generated</a:t>
            </a:r>
            <a:endParaRPr lang="en-in" sz="18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2gIAACIBAADBJwAAHQcAABAAAAAmAAAACAAAAAEgAAAAAAAA"/>
              </a:ext>
            </a:extLst>
          </p:cNvSpPr>
          <p:nvPr>
            <p:ph type="body" idx="10"/>
          </p:nvPr>
        </p:nvSpPr>
        <p:spPr>
          <a:xfrm>
            <a:off x="463550" y="184150"/>
            <a:ext cx="5998845" cy="97218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sz="3200" cap="none">
                <a:solidFill>
                  <a:srgbClr val="00007F"/>
                </a:solidFill>
              </a:defRPr>
            </a:pPr>
            <a:r>
              <a:rPr lang="en-us" cap="none">
                <a:latin typeface="Calibri" pitchFamily="2" charset="0"/>
                <a:ea typeface="Calibri" pitchFamily="2" charset="0"/>
                <a:cs typeface="Calibri" pitchFamily="2" charset="0"/>
              </a:rPr>
              <a:t>Terminologies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bwIAALEBAAAVKAAA6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E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vNQAAry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cap="none">
                <a:solidFill>
                  <a:srgbClr val="7030A0"/>
                </a:solidFill>
              </a:rPr>
              <a:t>Uninformed Search </a:t>
            </a:r>
            <a:endParaRPr lang="en-us" cap="none">
              <a:solidFill>
                <a:srgbClr val="7030A0"/>
              </a:solidFill>
            </a:endParaRPr>
          </a:p>
          <a:p>
            <a:pPr/>
            <a:r>
              <a:rPr lang="en-us" cap="none">
                <a:solidFill>
                  <a:srgbClr val="7030A0"/>
                </a:solidFill>
              </a:rPr>
              <a:t>BFS &amp; its Variants</a:t>
            </a:r>
            <a:endParaRPr lang="en-in" cap="none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AEAAPAAAADIKAAA+AcAAAAAAAAmAAAACAAAAAEAAAAAAAAA"/>
              </a:ext>
            </a:extLst>
          </p:cNvSpPr>
          <p:nvPr>
            <p:ph type="body" idx="10"/>
          </p:nvPr>
        </p:nvSpPr>
        <p:spPr>
          <a:xfrm>
            <a:off x="304800" y="152400"/>
            <a:ext cx="6324600" cy="1143000"/>
          </a:xfrm>
        </p:spPr>
        <p:txBody>
          <a:bodyPr/>
          <a:lstStyle/>
          <a:p>
            <a:pPr algn="ctr">
              <a:defRPr cap="none">
                <a:solidFill>
                  <a:schemeClr val="tx2"/>
                </a:solidFill>
              </a:defRPr>
            </a:pPr>
            <a:r>
              <a:rPr lang="en-us" sz="3200" cap="none">
                <a:latin typeface="Calibri" pitchFamily="2" charset="0"/>
                <a:ea typeface="Calibri" pitchFamily="2" charset="0"/>
                <a:cs typeface="Calibri" pitchFamily="2" charset="0"/>
              </a:rPr>
              <a:t>Uninformed Search </a:t>
            </a:r>
            <a:endParaRPr lang="en-us" sz="3200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SlideSubtitle1"/>
          <p:cNvSpPr>
            <a:extLst>
              <a:ext uri="smNativeData">
                <pr:smNativeData xmlns:pr="smNativeData" xmlns="smNativeData" val="SMDATA_15_VvV1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CENAAARiMAABAAAAAmAAAACAAAAP//////////"/>
              </a:ext>
            </a:extLst>
          </p:cNvSpPr>
          <p:nvPr/>
        </p:nvSpPr>
        <p:spPr>
          <a:xfrm>
            <a:off x="457200" y="1600200"/>
            <a:ext cx="8079740" cy="4133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342900" indent="-342900">
              <a:defRPr sz="3200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rPr lang="en-us" cap="none">
                <a:solidFill>
                  <a:srgbClr val="7030A0"/>
                </a:solidFill>
              </a:rPr>
              <a:t>Uninformed Search </a:t>
            </a:r>
            <a:endParaRPr lang="en-us" cap="none">
              <a:solidFill>
                <a:srgbClr val="7030A0"/>
              </a:solidFill>
            </a:endParaRPr>
          </a:p>
          <a:p>
            <a:pPr marL="342900" indent="-342900">
              <a:defRPr sz="3200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rPr lang="en-us" cap="none">
                <a:solidFill>
                  <a:srgbClr val="7030A0"/>
                </a:solidFill>
              </a:rPr>
              <a:t>BFS &amp; its Variants</a:t>
            </a:r>
            <a:endParaRPr lang="en-in" cap="none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  <a:extLst>
              <a:ext uri="smNativeData">
                <pr:smNativeData xmlns:pr="smNativeData" xmlns="smNativeData" val="SMDATA_15_VvV1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agMAALYJAACDLwAAjiUAAAAAAAAmAAAACAAAAIGAAAAAAAAA"/>
              </a:ext>
            </a:extLst>
          </p:cNvSpPr>
          <p:nvPr>
            <p:ph type="body" idx="1"/>
          </p:nvPr>
        </p:nvSpPr>
        <p:spPr>
          <a:xfrm>
            <a:off x="554990" y="1578610"/>
            <a:ext cx="7168515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7429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1" charset="0"/>
              <a:buChar char="–"/>
              <a:tabLst/>
              <a:defRPr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</a:lstStyle>
          <a:p>
            <a:pPr>
              <a:defRPr sz="3600" cap="none"/>
            </a:pPr>
            <a:endParaRPr lang="en-us" cap="none"/>
          </a:p>
          <a:p>
            <a:pPr>
              <a:defRPr lang="en-us" sz="3600" cap="none"/>
            </a:pPr>
          </a:p>
          <a:p>
            <a:pPr>
              <a:defRPr sz="3600" cap="none"/>
            </a:pPr>
            <a:r>
              <a:rPr lang="en-us" cap="none"/>
              <a:t>                    </a:t>
            </a:r>
            <a:r>
              <a:rPr lang="en-us" cap="none"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Thank you</a:t>
            </a:r>
            <a:endParaRPr lang="en-in" cap="none"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 lang="en-in" sz="3600" cap="none"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defRPr>
            </a:pPr>
            <a:r>
              <a:t>Questions Please..</a:t>
            </a:r>
            <a:r>
              <a:rPr lang="en-us" cap="none">
                <a:effectLst/>
              </a:rPr>
              <a:t>???</a:t>
            </a:r>
            <a:endParaRPr lang="en-us" cap="none">
              <a:effectLst/>
            </a:endParaRPr>
          </a:p>
        </p:txBody>
      </p:sp>
      <p:sp>
        <p:nvSpPr>
          <p:cNvPr id="3" name="Smiley Face 3"/>
          <p:cNvSpPr>
            <a:extLst>
              <a:ext uri="smNativeData">
                <pr:smNativeData xmlns:pr="smNativeData" xmlns="smNativeData" val="SMDATA_15_VvV1aRMAAAAlAAAAdAAAAA0AAAAAkAAAAEgAAACQAAAASAAAAAAAAAABAAAAAAAAAAEAAABQAAAAAAAAAAAAAAAAAAAAAADgPwAAAAAAAOA/AAAAAAAA4D8AAAAAAADgPwAAAAAAAOA/AAAAAAAA4D8AAAAAAADgPwAAAAAAAOA/AAAAAAAA4D8CAAAAjAAAAAEAAAAAAAAAT4G9DP///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DtgjAB/f38A7uzhA8zMzADAwP8Af39/AAAAAAAAAAAAAAAAAAAAAAAAAAAAIQAAABgAAAAUAAAA9xUAAP4YAADZHQAA0B4AABAAAAAmAAAACAAAAP//////////"/>
              </a:ext>
            </a:extLst>
          </p:cNvSpPr>
          <p:nvPr/>
        </p:nvSpPr>
        <p:spPr>
          <a:xfrm>
            <a:off x="3570605" y="4062730"/>
            <a:ext cx="1281430" cy="94615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25400" cap="flat" cmpd="sng" algn="ctr">
            <a:solidFill>
              <a:srgbClr val="3B608C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cap="none">
                <a:solidFill>
                  <a:srgbClr val="FFFFFF"/>
                </a:solidFill>
                <a:latin typeface="Calibri" pitchFamily="2" charset="0"/>
                <a:ea typeface="Arial" pitchFamily="1" charset="0"/>
                <a:cs typeface="Arial" pitchFamily="1" charset="0"/>
              </a:defRPr>
            </a:pP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38222816C124A8A594EC8EF066948" ma:contentTypeVersion="3" ma:contentTypeDescription="Create a new document." ma:contentTypeScope="" ma:versionID="ead1c72bd066d25c313387ff589a99a7">
  <xsd:schema xmlns:xsd="http://www.w3.org/2001/XMLSchema" xmlns:xs="http://www.w3.org/2001/XMLSchema" xmlns:p="http://schemas.microsoft.com/office/2006/metadata/properties" xmlns:ns2="732978cb-f1a4-43ed-a511-9445200b0bef" targetNamespace="http://schemas.microsoft.com/office/2006/metadata/properties" ma:root="true" ma:fieldsID="60d0dfccf03380fcbf4c73e9cf11bdf7" ns2:_="">
    <xsd:import namespace="732978cb-f1a4-43ed-a511-9445200b0b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2978cb-f1a4-43ed-a511-9445200b0b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F1EA05-55B5-469E-B76E-7B4F97962090}"/>
</file>

<file path=customXml/itemProps2.xml><?xml version="1.0" encoding="utf-8"?>
<ds:datastoreItem xmlns:ds="http://schemas.openxmlformats.org/officeDocument/2006/customXml" ds:itemID="{EA80C759-3209-4108-A493-D4708C77DC3C}"/>
</file>

<file path=customXml/itemProps3.xml><?xml version="1.0" encoding="utf-8"?>
<ds:datastoreItem xmlns:ds="http://schemas.openxmlformats.org/officeDocument/2006/customXml" ds:itemID="{5A3DC2DE-8DAA-486E-A256-F2294224283C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bits-14-14</dc:creator>
  <cp:keywords/>
  <dc:description/>
  <cp:lastModifiedBy>brahmanaidu</cp:lastModifiedBy>
  <cp:revision>0</cp:revision>
  <dcterms:created xsi:type="dcterms:W3CDTF">2024-10-06T08:46:29Z</dcterms:created>
  <dcterms:modified xsi:type="dcterms:W3CDTF">2026-01-25T10:49:58Z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0x010100E6A38222816C124A8A594EC8EF066948</vt:lpwstr>
  </property>
</Properties>
</file>