
<file path=[Content_Types].xml><?xml version="1.0" encoding="utf-8"?>
<Types xmlns="http://schemas.openxmlformats.org/package/2006/content-types">
  <Default Extension="avi" ContentType="video/avi"/>
  <Default Extension="bin" ContentType="application/vnd.openxmlformats-officedocument.oleObject"/>
  <Default Extension="bmp" ContentType="image/bmp"/>
  <Default Extension="emf" ContentType="image/x-emf"/>
  <Default Extension="fntdata" ContentType="application/x-fontdata"/>
  <Default Extension="gif" ContentType="image/gif"/>
  <Default Extension="jpeg" ContentType="image/jpeg"/>
  <Default Extension="mid" ContentType="audio/unknown"/>
  <Default Extension="midi" ContentType="audio/unknown"/>
  <Default Extension="mp2" ContentType="video/mpeg"/>
  <Default Extension="mp3" ContentType="audio/unknown"/>
  <Default Extension="mp4" ContentType="video/mpeg"/>
  <Default Extension="mpeg" ContentType="video/mpeg"/>
  <Default Extension="mpg" ContentType="video/mpeg"/>
  <Default Extension="pct" ContentType="image/pct"/>
  <Default Extension="pcx" ContentType="image/pcx"/>
  <Default Extension="png" ContentType="image/png"/>
  <Default Extension="rels" ContentType="application/vnd.openxmlformats-package.relationships+xml"/>
  <Default Extension="rmi" ContentType="audio/unknown"/>
  <Default Extension="svg" ContentType="image/svg+xml"/>
  <Default Extension="tga" ContentType="image/tga"/>
  <Default Extension="tif" ContentType="image/tif"/>
  <Default Extension="vml" ContentType="application/vnd.openxmlformats-officedocument.vmlDrawing"/>
  <Default Extension="wav" ContentType="audio/wav"/>
  <Default Extension="wma" ContentType="audio/x-ms-wma"/>
  <Default Extension="wmf" ContentType="image/x-wmf"/>
  <Default Extension="wmv" ContentType="video/wmv"/>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officeDocument/2006/relationships/extended-properties" Target="docProps/app.xml"/><Relationship Id="rId1"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notesMasterIdLst>
    <p:notesMasterId r:id="rId6"/>
  </p:notesMasterIdLst>
  <p:sldIdLst>
    <p:sldId id="679" r:id="rId7"/>
    <p:sldId id="680" r:id="rId8"/>
    <p:sldId id="676" r:id="rId9"/>
    <p:sldId id="67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678" r:id="rId50"/>
  </p:sldIdLst>
  <p:sldSz cx="9144000" cy="6858000"/>
  <p:notesSz cx="9144000" cy="6858000"/>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71160720" val="1062" rev64="64" revOS="1"/>
      <pr:smFileRevision xmlns:pr="smNativeData" xmlns="smNativeData" dt="1771160720" val="101"/>
      <pr:guideOptions xmlns:pr="smNativeData" xmlns="smNativeData" dt="1771160720" snapToGrid="1" snapToBorder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p:cViewPr varScale="1">
        <p:scale>
          <a:sx n="67" d="100"/>
          <a:sy n="67" d="100"/>
        </p:scale>
        <p:origin x="887" y="215"/>
      </p:cViewPr>
      <p:guideLst x="0" y="0">
        <p:guide orient="horz" pos="2880"/>
        <p:guide pos="2160"/>
      </p:guideLst>
    </p:cSldViewPr>
  </p:slideViewPr>
  <p:outlineViewPr>
    <p:cViewPr>
      <p:scale>
        <a:sx n="33" d="100"/>
        <a:sy n="33" d="100"/>
      </p:scale>
      <p:origin x="0" y="0"/>
    </p:cViewPr>
  </p:outlineViewPr>
  <p:sorterViewPr>
    <p:cViewPr>
      <p:scale>
        <a:sx n="15" d="100"/>
        <a:sy n="15" d="100"/>
      </p:scale>
      <p:origin x="0" y="0"/>
    </p:cViewPr>
  </p:sorterViewPr>
  <p:notesViewPr>
    <p:cSldViewPr>
      <p:cViewPr>
        <p:scale>
          <a:sx n="67" d="100"/>
          <a:sy n="67" d="100"/>
        </p:scale>
        <p:origin x="887" y="215"/>
      </p:cViewPr>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7" Type="http://schemas.openxmlformats.org/officeDocument/2006/relationships/slide" Target="slides/slide1.xml"/><Relationship Id="rId2" Type="http://schemas.openxmlformats.org/officeDocument/2006/relationships/tableStyles" Target="tableStyles.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customXml" Target="../customXml/item3.xml"/><Relationship Id="rId5" Type="http://schemas.openxmlformats.org/officeDocument/2006/relationships/slideMaster" Target="slideMasters/slide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customXml" Target="../customXml/item2.xml"/><Relationship Id="rId4" Type="http://schemas.openxmlformats.org/officeDocument/2006/relationships/viewProps" Target="viewProps.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customXml" Target="../customXml/item1.xml"/><Relationship Id="rId3" Type="http://schemas.openxmlformats.org/officeDocument/2006/relationships/presProps" Target="presProps.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theme" Target="theme/theme1.xml"/><Relationship Id="rId6" Type="http://schemas.openxmlformats.org/officeDocument/2006/relationships/notesMaster" Target="notesMasters/notes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notesMasters/_rels/notesMaster1.xml.rels><?xml version="1.0" encoding="UTF-8" standalone="yes" ?>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pr="smNativeData" xmlns="smNativeData" val="SMDATA_15_kMSR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gGAAAHwIAABAAAAAmAAAACAAAAL+fAAAAAAAA"/>
              </a:ext>
            </a:extLst>
          </p:cNvSpPr>
          <p:nvPr>
            <p:ph type="hdr" sz="quarter"/>
          </p:nvPr>
        </p:nvSpPr>
        <p:spPr>
          <a:xfrm>
            <a:off x="0" y="0"/>
            <a:ext cx="3962400" cy="344805"/>
          </a:xfrm>
          <a:prstGeom prst="rect">
            <a:avLst/>
          </a:prstGeom>
        </p:spPr>
        <p:txBody>
          <a:bodyPr vert="horz" wrap="square" lIns="91440" tIns="45720" rIns="91440" bIns="45720" numCol="1" spcCol="215900" anchor="t">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3" name="Date Placeholder 2"/>
          <p:cNvSpPr>
            <a:spLocks noGrp="1" noChangeArrowheads="1"/>
            <a:extLst>
              <a:ext uri="smNativeData">
                <pr:smNativeData xmlns:pr="smNativeData" xmlns="smNativeData" val="SMDATA_15_kMSRaR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3h8AAAAAAAA+OAAAHwIAABAAAAAmAAAACAAAAL+fAAAAAAAA"/>
              </a:ext>
            </a:extLst>
          </p:cNvSpPr>
          <p:nvPr>
            <p:ph type="dt" idx="1"/>
          </p:nvPr>
        </p:nvSpPr>
        <p:spPr>
          <a:xfrm>
            <a:off x="5180330" y="0"/>
            <a:ext cx="3962400" cy="344805"/>
          </a:xfrm>
          <a:prstGeom prst="rect">
            <a:avLst/>
          </a:prstGeom>
        </p:spPr>
        <p:txBody>
          <a:bodyPr vert="horz" wrap="square" lIns="91440" tIns="45720" rIns="91440" bIns="45720" numCol="1" spcCol="215900" anchor="t">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6208AA2C-628F-5D5C-C1B0-9409E4FE37C1}" type="datetime1">
              <a:t>1/30/2026</a:t>
            </a:fld>
          </a:p>
        </p:txBody>
      </p:sp>
      <p:sp>
        <p:nvSpPr>
          <p:cNvPr id="4" name="Slide Image Placeholder 3"/>
          <p:cNvSpPr>
            <a:spLocks noGrp="1" noChangeArrowheads="1"/>
            <a:extLst>
              <a:ext uri="smNativeData">
                <pr:smNativeData xmlns:pr="smNativeData" xmlns="smNativeData" val="SMDATA_15_kMSRaR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hIAAEYFAACeJQAAgxMAABAAAAAmAAAACAAAAL8fAAD/HwAA"/>
              </a:ext>
            </a:extLst>
          </p:cNvSpPr>
          <p:nvPr>
            <p:ph type="sldImg" idx="2"/>
          </p:nvPr>
        </p:nvSpPr>
        <p:spPr>
          <a:xfrm>
            <a:off x="3028950" y="857250"/>
            <a:ext cx="3086100" cy="2314575"/>
          </a:xfrm>
          <a:prstGeom prst="rect">
            <a:avLst/>
          </a:prstGeom>
          <a:noFill/>
          <a:ln w="12700" cap="flat" cmpd="sng" algn="ctr">
            <a:solidFill>
              <a:srgbClr val="000000"/>
            </a:solidFill>
            <a:prstDash val="solid"/>
            <a:headEnd type="none"/>
            <a:tailEnd type="none"/>
          </a:ln>
        </p:spPr>
        <p:txBody>
          <a:bodyPr vert="horz" wrap="square" lIns="91440" tIns="45720" rIns="91440" bIns="45720" numCol="1" spcCol="215900" anchor="ctr">
            <a:prstTxWarp prst="textNoShape">
              <a:avLst/>
            </a:prstTxWarp>
          </a:bodyPr>
          <a:lstStyle/>
          <a:p>
            <a:pPr>
              <a:defRPr lang="en-us"/>
            </a:pPr>
          </a:p>
        </p:txBody>
      </p:sp>
      <p:sp>
        <p:nvSpPr>
          <p:cNvPr id="5" name="Notes Placeholder 4"/>
          <p:cNvSpPr>
            <a:spLocks noGrp="1" noChangeArrowheads="1"/>
            <a:extLst>
              <a:ext uri="smNativeData">
                <pr:smNativeData xmlns:pr="smNativeData" xmlns="smNativeData" val="SMDATA_15_kMSRaR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E4UAACgMgAA6iQAABAAAAAmAAAACAAAAL8fAAD/HwAA"/>
              </a:ext>
            </a:extLst>
          </p:cNvSpPr>
          <p:nvPr>
            <p:ph type="body" idx="3"/>
          </p:nvPr>
        </p:nvSpPr>
        <p:spPr>
          <a:xfrm>
            <a:off x="914400" y="3300730"/>
            <a:ext cx="7315200" cy="2700020"/>
          </a:xfrm>
          <a:prstGeom prst="rect">
            <a:avLst/>
          </a:prstGeom>
          <a:noFill/>
          <a:ln>
            <a:noFill/>
          </a:ln>
        </p:spPr>
        <p:txBody>
          <a:bodyPr vert="horz" wrap="square" lIns="91440" tIns="45720" rIns="91440" bIns="45720" numCol="1" spcCol="215900" anchor="t">
            <a:prstTxWarp prst="textNoShape">
              <a:avLst/>
            </a:prstTxWarp>
          </a:bodyPr>
          <a:lstStyle/>
          <a:p>
            <a:pPr>
              <a:defRPr lang="en-us"/>
            </a:pPr>
            <a:r>
              <a:t>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6" name="Footer Placeholder 5"/>
          <p:cNvSpPr>
            <a:spLocks noGrp="1" noChangeArrowheads="1"/>
            <a:extLst>
              <a:ext uri="smNativeData">
                <pr:smNativeData xmlns:pr="smNativeData" xmlns="smNativeData" val="SMDATA_15_kMSRaR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BIoAABgGAAAMCoAABAAAAAmAAAACAAAAL+fAAD/HwAA"/>
              </a:ext>
            </a:extLst>
          </p:cNvSpPr>
          <p:nvPr>
            <p:ph type="ftr" sz="quarter" idx="4"/>
          </p:nvPr>
        </p:nvSpPr>
        <p:spPr>
          <a:xfrm>
            <a:off x="0" y="6513830"/>
            <a:ext cx="3962400" cy="344170"/>
          </a:xfrm>
          <a:prstGeom prst="rect">
            <a:avLst/>
          </a:prstGeom>
          <a:noFill/>
          <a:ln>
            <a:noFill/>
          </a:ln>
        </p:spPr>
        <p:txBody>
          <a:bodyPr vert="horz" wrap="square" lIns="91440" tIns="45720" rIns="91440" bIns="45720" numCol="1" spcCol="215900" anchor="b">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7" name="Slide Number Placeholder 6"/>
          <p:cNvSpPr>
            <a:spLocks noGrp="1" noChangeArrowheads="1"/>
            <a:extLst>
              <a:ext uri="smNativeData">
                <pr:smNativeData xmlns:pr="smNativeData" xmlns="smNativeData" val="SMDATA_15_kMSRaR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3h8AABIoAAA+OAAAMCoAABAAAAAmAAAACAAAAL+fAAD/HwAA"/>
              </a:ext>
            </a:extLst>
          </p:cNvSpPr>
          <p:nvPr>
            <p:ph type="sldNum" sz="quarter" idx="5"/>
          </p:nvPr>
        </p:nvSpPr>
        <p:spPr>
          <a:xfrm>
            <a:off x="5180330" y="6513830"/>
            <a:ext cx="3962400" cy="344170"/>
          </a:xfrm>
          <a:prstGeom prst="rect">
            <a:avLst/>
          </a:prstGeom>
          <a:noFill/>
          <a:ln>
            <a:noFill/>
          </a:ln>
        </p:spPr>
        <p:txBody>
          <a:bodyPr vert="horz" wrap="square" lIns="91440" tIns="45720" rIns="91440" bIns="45720" numCol="1" spcCol="215900" anchor="b">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61655071-3F8C-30A6-C2DD-C9F31E93349C}" type="slidenum">
              <a:t>‹#›</a:t>
            </a:fld>
          </a:p>
        </p:txBody>
      </p:sp>
    </p:spTree>
  </p:cSld>
  <p:clrMap bg1="lt1" tx1="dk1" bg2="lt2" tx2="dk2" accent1="accent1" accent2="accent2" accent3="accent3" accent4="accent4" accent5="accent5" accent6="accent6" hlink="hlink" folHlink="folHlink"/>
  <p:hf hdr="0" ftr="0"/>
  <p:notesStyle>
    <a:lvl1pPr marL="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9pPr>
  </p:notesStyle>
</p:notesMaster>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png"/></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jpeg"/></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reserve="1">
  <p:cSld name="Title Slide">
    <p:spTree>
      <p:nvGrpSpPr>
        <p:cNvPr id="1" name=""/>
        <p:cNvGrpSpPr/>
        <p:nvPr/>
      </p:nvGrpSpPr>
      <p:grpSpPr>
        <a:xfrm>
          <a:off x="0" y="0"/>
          <a:ext cx="0" cy="0"/>
          <a:chOff x="0" y="0"/>
          <a:chExt cx="0" cy="0"/>
        </a:xfrm>
      </p:grpSpPr>
      <p:sp>
        <p:nvSpPr>
          <p:cNvPr id="2" name="Holder 2"/>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EAwAAIQNAAAwLAAAzBEAABAAAAAmAAAACAAAAD2QAAAAAAAA"/>
              </a:ext>
            </a:extLst>
          </p:cNvSpPr>
          <p:nvPr>
            <p:ph type="ctrTitle"/>
          </p:nvPr>
        </p:nvSpPr>
        <p:spPr>
          <a:xfrm>
            <a:off x="1960880" y="2197100"/>
            <a:ext cx="5222240" cy="695960"/>
          </a:xfrm>
        </p:spPr>
        <p:txBody>
          <a:bodyPr vert="horz" wrap="square" lIns="0" tIns="0" rIns="0" bIns="0" numCol="1" spcCol="215900" anchor="t">
            <a:prstTxWarp prst="textNoShape">
              <a:avLst/>
            </a:prstTxWarp>
          </a:bodyPr>
          <a:lstStyle>
            <a:lvl1pPr>
              <a:defRPr lang="en-us" sz="4400" b="0" i="0" cap="none">
                <a:solidFill>
                  <a:srgbClr val="003300"/>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3" name="Holder 3"/>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cAgAAKAXAADQLwAALCIAABAAAAAmAAAACAAAAD0QAAAAAAAA"/>
              </a:ext>
            </a:extLst>
          </p:cNvSpPr>
          <p:nvPr>
            <p:ph type="subTitle" idx="4"/>
          </p:nvPr>
        </p:nvSpPr>
        <p:spPr>
          <a:xfrm>
            <a:off x="1371600" y="3840480"/>
            <a:ext cx="6400800" cy="1714500"/>
          </a:xfrm>
        </p:spPr>
        <p:txBody>
          <a:bodyPr vert="horz" wrap="square" lIns="0" tIns="0" rIns="0" bIns="0" numCol="1" spcCol="215900" anchor="t">
            <a:prstTxWarp prst="textNoShape">
              <a:avLst/>
            </a:prstTxWarp>
          </a:bodyPr>
          <a:lstStyle/>
          <a:p>
            <a:pPr>
              <a:defRPr lang="en-us"/>
            </a:pPr>
          </a:p>
        </p:txBody>
      </p:sp>
      <p:sp>
        <p:nvSpPr>
          <p:cNvPr id="4" name="Holder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yQAAAAAAAA"/>
              </a:ext>
            </a:extLst>
          </p:cNvSpPr>
          <p:nvPr>
            <p:ph type="ftr" sz="quarter" idx="5"/>
          </p:nvPr>
        </p:nvSpPr>
        <p:spPr/>
        <p:txBody>
          <a:bodyPr vert="horz" wrap="square" lIns="0" tIns="0" rIns="0" bIns="0" numCol="1" spcCol="215900" anchor="t">
            <a:prstTxWarp prst="textNoShape">
              <a:avLst/>
            </a:prstTxWarp>
          </a:bodyPr>
          <a:lstStyle>
            <a:lvl1pPr>
              <a:defRPr lang="en-us" sz="11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5" name="Holder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AIAADwnAADADwAAWCkAABAAAAAmAAAACAAAADyQAAAAAAAA"/>
              </a:ext>
            </a:extLst>
          </p:cNvSpPr>
          <p:nvPr>
            <p:ph type="dt" sz="half" idx="6"/>
          </p:nvPr>
        </p:nvSpPr>
        <p:spPr/>
        <p:txBody>
          <a:bodyPr vert="horz" wrap="square" lIns="0" tIns="0" rIns="0" bIns="0" numCol="1" spcCol="215900" anchor="t">
            <a:prstTxWarp prst="textNoShape">
              <a:avLst/>
            </a:prstTxWarp>
          </a:bodyPr>
          <a:lstStyle>
            <a:lvl1pPr algn="l">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066624F5-BBEB-33D2-A5DE-4D876A905318}" type="datetime1">
              <a:t>1/30/2026</a:t>
            </a:fld>
          </a:p>
        </p:txBody>
      </p:sp>
      <p:sp>
        <p:nvSpPr>
          <p:cNvPr id="6" name="Holder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DyQAAAAAAAA"/>
              </a:ext>
            </a:extLst>
          </p:cNvSpPr>
          <p:nvPr>
            <p:ph type="sldNum" sz="quarter" idx="7"/>
          </p:nvPr>
        </p:nvSpPr>
        <p:spPr/>
        <p:txBody>
          <a:bodyPr vert="horz" wrap="square" lIns="0" tIns="0" rIns="0" bIns="0" numCol="1" spcCol="215900" anchor="t">
            <a:prstTxWarp prst="textNoShape">
              <a:avLst/>
            </a:prstTxWarp>
          </a:bodyPr>
          <a:lstStyle>
            <a:lvl1pPr algn="r">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48E8D2BE-F0A5-BD24-EB50-06719C1E1D53}" type="slidenum">
              <a:t>‹#›</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reserve="1">
  <p:cSld name="Title and Content">
    <p:spTree>
      <p:nvGrpSpPr>
        <p:cNvPr id="1" name=""/>
        <p:cNvGrpSpPr/>
        <p:nvPr/>
      </p:nvGrpSpPr>
      <p:grpSpPr>
        <a:xfrm>
          <a:off x="0" y="0"/>
          <a:ext cx="0" cy="0"/>
          <a:chOff x="0" y="0"/>
          <a:chExt cx="0" cy="0"/>
        </a:xfrm>
      </p:grpSpPr>
      <p:sp>
        <p:nvSpPr>
          <p:cNvPr id="2" name="Holder 2"/>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jgQAADoMAAClNAAAIhAAABAAAAAmAAAACAAAADyQAAAAAAAA"/>
              </a:ext>
            </a:extLst>
          </p:cNvSpPr>
          <p:nvPr>
            <p:ph type="title"/>
          </p:nvPr>
        </p:nvSpPr>
        <p:spPr/>
        <p:txBody>
          <a:bodyPr vert="horz" wrap="square" lIns="0" tIns="0" rIns="0" bIns="0" numCol="1" spcCol="215900" anchor="t">
            <a:prstTxWarp prst="textNoShape">
              <a:avLst/>
            </a:prstTxWarp>
          </a:bodyPr>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3" name="Holder 3"/>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9wcAAJUTAABbMgAA1CAAABAAAAAmAAAACAAAADyQAAAAAAAA"/>
              </a:ext>
            </a:extLst>
          </p:cNvSpPr>
          <p:nvPr>
            <p:ph idx="1"/>
          </p:nvPr>
        </p:nvSpPr>
        <p:spPr/>
        <p:txBody>
          <a:bodyPr vert="horz" wrap="square" lIns="0" tIns="0" rIns="0" bIns="0" numCol="1" spcCol="215900" anchor="t">
            <a:prstTxWarp prst="textNoShape">
              <a:avLst/>
            </a:prstTxWarp>
          </a:bodyPr>
          <a:lstStyle>
            <a:lvl1pPr>
              <a:defRPr lang="en-us" b="0" i="0" cap="none">
                <a:solidFill>
                  <a:schemeClr val="tx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4" name="Holder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yQAAAAAAAA"/>
              </a:ext>
            </a:extLst>
          </p:cNvSpPr>
          <p:nvPr>
            <p:ph type="ftr" sz="quarter" idx="5"/>
          </p:nvPr>
        </p:nvSpPr>
        <p:spPr/>
        <p:txBody>
          <a:bodyPr vert="horz" wrap="square" lIns="0" tIns="0" rIns="0" bIns="0" numCol="1" spcCol="215900" anchor="t">
            <a:prstTxWarp prst="textNoShape">
              <a:avLst/>
            </a:prstTxWarp>
          </a:bodyPr>
          <a:lstStyle>
            <a:lvl1pPr>
              <a:defRPr lang="en-us" sz="11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5" name="Holder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AIAADwnAADADwAAWCkAABAAAAAmAAAACAAAADyQAAAAAAAA"/>
              </a:ext>
            </a:extLst>
          </p:cNvSpPr>
          <p:nvPr>
            <p:ph type="dt" sz="half" idx="6"/>
          </p:nvPr>
        </p:nvSpPr>
        <p:spPr/>
        <p:txBody>
          <a:bodyPr vert="horz" wrap="square" lIns="0" tIns="0" rIns="0" bIns="0" numCol="1" spcCol="215900" anchor="t">
            <a:prstTxWarp prst="textNoShape">
              <a:avLst/>
            </a:prstTxWarp>
          </a:bodyPr>
          <a:lstStyle>
            <a:lvl1pPr algn="l">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4FD59ABE-F0A2-806C-EC6D-0639D4231A53}" type="datetime1">
              <a:t/>
            </a:fld>
          </a:p>
        </p:txBody>
      </p:sp>
      <p:sp>
        <p:nvSpPr>
          <p:cNvPr id="6" name="Holder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DyQAAAAAAAA"/>
              </a:ext>
            </a:extLst>
          </p:cNvSpPr>
          <p:nvPr>
            <p:ph type="sldNum" sz="quarter" idx="7"/>
          </p:nvPr>
        </p:nvSpPr>
        <p:spPr/>
        <p:txBody>
          <a:bodyPr vert="horz" wrap="square" lIns="0" tIns="0" rIns="0" bIns="0" numCol="1" spcCol="215900" anchor="t">
            <a:prstTxWarp prst="textNoShape">
              <a:avLst/>
            </a:prstTxWarp>
          </a:bodyPr>
          <a:lstStyle>
            <a:lvl1pPr algn="r">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3E1592D0-9ED3-4064-9DAD-6831DCE36B3D}" type="slidenum">
              <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reserve="1">
  <p:cSld name="Two Content">
    <p:spTree>
      <p:nvGrpSpPr>
        <p:cNvPr id="1" name=""/>
        <p:cNvGrpSpPr/>
        <p:nvPr/>
      </p:nvGrpSpPr>
      <p:grpSpPr>
        <a:xfrm>
          <a:off x="0" y="0"/>
          <a:ext cx="0" cy="0"/>
          <a:chOff x="0" y="0"/>
          <a:chExt cx="0" cy="0"/>
        </a:xfrm>
      </p:grpSpPr>
      <p:sp>
        <p:nvSpPr>
          <p:cNvPr id="2" name="Holder 2"/>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jgQAADoMAAClNAAAIhAAABAAAAAmAAAACAAAADyQAAAAAAAA"/>
              </a:ext>
            </a:extLst>
          </p:cNvSpPr>
          <p:nvPr>
            <p:ph type="title"/>
          </p:nvPr>
        </p:nvSpPr>
        <p:spPr/>
        <p:txBody>
          <a:bodyPr vert="horz" wrap="square" lIns="0" tIns="0" rIns="0" bIns="0" numCol="1" spcCol="215900" anchor="t">
            <a:prstTxWarp prst="textNoShape">
              <a:avLst/>
            </a:prstTxWarp>
          </a:bodyPr>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3" name="Holder 3"/>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AIAALQJAABIGwAAjCUAABAAAAAmAAAACAAAAD0QAAAAAAAA"/>
              </a:ext>
            </a:extLst>
          </p:cNvSpPr>
          <p:nvPr>
            <p:ph idx="2"/>
          </p:nvPr>
        </p:nvSpPr>
        <p:spPr>
          <a:xfrm>
            <a:off x="457200" y="1577340"/>
            <a:ext cx="3977640" cy="4526280"/>
          </a:xfrm>
        </p:spPr>
        <p:txBody>
          <a:bodyPr vert="horz" wrap="square" lIns="0" tIns="0" rIns="0" bIns="0" numCol="1" spcCol="215900" anchor="t">
            <a:prstTxWarp prst="textNoShape">
              <a:avLst/>
            </a:prstTxWarp>
          </a:bodyPr>
          <a:lstStyle/>
          <a:p>
            <a:pPr>
              <a:defRPr lang="en-us"/>
            </a:pPr>
          </a:p>
        </p:txBody>
      </p:sp>
      <p:sp>
        <p:nvSpPr>
          <p:cNvPr id="4" name="Holder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BwAALQJAABwNQAAjCUAABAAAAAmAAAACAAAAD0QAAAAAAAA"/>
              </a:ext>
            </a:extLst>
          </p:cNvSpPr>
          <p:nvPr>
            <p:ph idx="3"/>
          </p:nvPr>
        </p:nvSpPr>
        <p:spPr>
          <a:xfrm>
            <a:off x="4709160" y="1577340"/>
            <a:ext cx="3977640" cy="4526280"/>
          </a:xfrm>
        </p:spPr>
        <p:txBody>
          <a:bodyPr vert="horz" wrap="square" lIns="0" tIns="0" rIns="0" bIns="0" numCol="1" spcCol="215900" anchor="t">
            <a:prstTxWarp prst="textNoShape">
              <a:avLst/>
            </a:prstTxWarp>
          </a:bodyPr>
          <a:lstStyle/>
          <a:p>
            <a:pPr>
              <a:defRPr lang="en-us"/>
            </a:pPr>
          </a:p>
        </p:txBody>
      </p:sp>
      <p:sp>
        <p:nvSpPr>
          <p:cNvPr id="5" name="Holder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yQAAAAAAAA"/>
              </a:ext>
            </a:extLst>
          </p:cNvSpPr>
          <p:nvPr>
            <p:ph type="ftr" sz="quarter" idx="5"/>
          </p:nvPr>
        </p:nvSpPr>
        <p:spPr/>
        <p:txBody>
          <a:bodyPr vert="horz" wrap="square" lIns="0" tIns="0" rIns="0" bIns="0" numCol="1" spcCol="215900" anchor="t">
            <a:prstTxWarp prst="textNoShape">
              <a:avLst/>
            </a:prstTxWarp>
          </a:bodyPr>
          <a:lstStyle>
            <a:lvl1pPr>
              <a:defRPr lang="en-us" sz="11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Holder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AIAADwnAADADwAAWCkAABAAAAAmAAAACAAAADyQAAAAAAAA"/>
              </a:ext>
            </a:extLst>
          </p:cNvSpPr>
          <p:nvPr>
            <p:ph type="dt" sz="half" idx="6"/>
          </p:nvPr>
        </p:nvSpPr>
        <p:spPr/>
        <p:txBody>
          <a:bodyPr vert="horz" wrap="square" lIns="0" tIns="0" rIns="0" bIns="0" numCol="1" spcCol="215900" anchor="t">
            <a:prstTxWarp prst="textNoShape">
              <a:avLst/>
            </a:prstTxWarp>
          </a:bodyPr>
          <a:lstStyle>
            <a:lvl1pPr algn="l">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0FCC8201-4FE2-9974-AC74-B921CC3A5AEC}" type="datetime1">
              <a:t>1/30/2026</a:t>
            </a:fld>
          </a:p>
        </p:txBody>
      </p:sp>
      <p:sp>
        <p:nvSpPr>
          <p:cNvPr id="7" name="Holder 7"/>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DyQAAAAAAAA"/>
              </a:ext>
            </a:extLst>
          </p:cNvSpPr>
          <p:nvPr>
            <p:ph type="sldNum" sz="quarter" idx="7"/>
          </p:nvPr>
        </p:nvSpPr>
        <p:spPr/>
        <p:txBody>
          <a:bodyPr vert="horz" wrap="square" lIns="0" tIns="0" rIns="0" bIns="0" numCol="1" spcCol="215900" anchor="t">
            <a:prstTxWarp prst="textNoShape">
              <a:avLst/>
            </a:prstTxWarp>
          </a:bodyPr>
          <a:lstStyle>
            <a:lvl1pPr algn="r">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4FCE1C30-7EA2-9BEA-EC76-88BF52381ADD}" type="slidenum">
              <a:t>‹#›</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reserve="1">
  <p:cSld name="Title Only">
    <p:spTree>
      <p:nvGrpSpPr>
        <p:cNvPr id="1" name=""/>
        <p:cNvGrpSpPr/>
        <p:nvPr/>
      </p:nvGrpSpPr>
      <p:grpSpPr>
        <a:xfrm>
          <a:off x="0" y="0"/>
          <a:ext cx="0" cy="0"/>
          <a:chOff x="0" y="0"/>
          <a:chExt cx="0" cy="0"/>
        </a:xfrm>
      </p:grpSpPr>
      <p:sp>
        <p:nvSpPr>
          <p:cNvPr id="2" name="Holder 2"/>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jgQAADoMAAClNAAAIhAAABAAAAAmAAAACAAAADyQAAAAAAAA"/>
              </a:ext>
            </a:extLst>
          </p:cNvSpPr>
          <p:nvPr>
            <p:ph type="title"/>
          </p:nvPr>
        </p:nvSpPr>
        <p:spPr/>
        <p:txBody>
          <a:bodyPr vert="horz" wrap="square" lIns="0" tIns="0" rIns="0" bIns="0" numCol="1" spcCol="215900" anchor="t">
            <a:prstTxWarp prst="textNoShape">
              <a:avLst/>
            </a:prstTxWarp>
          </a:bodyPr>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3" name="Holder 3"/>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yQAAAAAAAA"/>
              </a:ext>
            </a:extLst>
          </p:cNvSpPr>
          <p:nvPr>
            <p:ph type="ftr" sz="quarter" idx="5"/>
          </p:nvPr>
        </p:nvSpPr>
        <p:spPr/>
        <p:txBody>
          <a:bodyPr vert="horz" wrap="square" lIns="0" tIns="0" rIns="0" bIns="0" numCol="1" spcCol="215900" anchor="t">
            <a:prstTxWarp prst="textNoShape">
              <a:avLst/>
            </a:prstTxWarp>
          </a:bodyPr>
          <a:lstStyle>
            <a:lvl1pPr>
              <a:defRPr lang="en-us" sz="11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Holder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AIAADwnAADADwAAWCkAABAAAAAmAAAACAAAADyQAAAAAAAA"/>
              </a:ext>
            </a:extLst>
          </p:cNvSpPr>
          <p:nvPr>
            <p:ph type="dt" sz="half" idx="6"/>
          </p:nvPr>
        </p:nvSpPr>
        <p:spPr/>
        <p:txBody>
          <a:bodyPr vert="horz" wrap="square" lIns="0" tIns="0" rIns="0" bIns="0" numCol="1" spcCol="215900" anchor="t">
            <a:prstTxWarp prst="textNoShape">
              <a:avLst/>
            </a:prstTxWarp>
          </a:bodyPr>
          <a:lstStyle>
            <a:lvl1pPr algn="l">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31ADE71B-55DC-F811-9215-A344A95B64F6}" type="datetime1">
              <a:t/>
            </a:fld>
          </a:p>
        </p:txBody>
      </p:sp>
      <p:sp>
        <p:nvSpPr>
          <p:cNvPr id="5" name="Holder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DyQAAAAAAAA"/>
              </a:ext>
            </a:extLst>
          </p:cNvSpPr>
          <p:nvPr>
            <p:ph type="sldNum" sz="quarter" idx="7"/>
          </p:nvPr>
        </p:nvSpPr>
        <p:spPr/>
        <p:txBody>
          <a:bodyPr vert="horz" wrap="square" lIns="0" tIns="0" rIns="0" bIns="0" numCol="1" spcCol="215900" anchor="t">
            <a:prstTxWarp prst="textNoShape">
              <a:avLst/>
            </a:prstTxWarp>
          </a:bodyPr>
          <a:lstStyle>
            <a:lvl1pPr algn="r">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35B218B5-FBD8-E7EE-960A-0DBB56446058}" type="slidenum">
              <a:t/>
            </a:fld>
          </a:p>
        </p:txBody>
      </p:sp>
    </p:spTree>
  </p:cSld>
  <p:clrMapOvr>
    <a:masterClrMapping/>
  </p:clrMapOvr>
  <p:hf hdr="0" ftr="0"/>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2" name="bg object 16"/>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AAAAAAAAAAAQDgAADAqAAAQAAAAJgAAAAgAAAD//////////w=="/>
              </a:ext>
            </a:extLst>
          </p:cNvPicPr>
          <p:nvPr/>
        </p:nvPicPr>
        <p:blipFill>
          <a:blip r:embed="rId2"/>
          <a:stretch>
            <a:fillRect/>
          </a:stretch>
        </p:blipFill>
        <p:spPr>
          <a:xfrm>
            <a:off x="0" y="0"/>
            <a:ext cx="9144000" cy="6858000"/>
          </a:xfrm>
          <a:prstGeom prst="rect">
            <a:avLst/>
          </a:prstGeom>
          <a:noFill/>
          <a:ln>
            <a:noFill/>
          </a:ln>
          <a:effectLst/>
        </p:spPr>
      </p:pic>
      <p:sp>
        <p:nvSpPr>
          <p:cNvPr id="3" name="bg object 17"/>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xB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xBAAAAAAAEAAAAAAAAAAAAAAAAAAAAAAAAAAAAAAAAAAAAAAAAAAAAAAAJ/f38AAAAAA8zMzADAwP8Af39/AAAAAAAAAAAAAAAAAAAAAAAAAAAAIQAAABgAAAAUAAAAAAAAAKAUAABwNQAAgCUAABAAAAAmAAAACAAAAP//////////"/>
              </a:ext>
            </a:extLst>
          </p:cNvSpPr>
          <p:nvPr/>
        </p:nvSpPr>
        <p:spPr>
          <a:xfrm>
            <a:off x="0" y="3352800"/>
            <a:ext cx="8686800" cy="2743200"/>
          </a:xfrm>
          <a:custGeom>
            <a:avLst/>
            <a:gdLst/>
            <a:ahLst/>
            <a:cxnLst/>
            <a:rect l="0" t="0" r="8686800" b="2743200"/>
            <a:pathLst>
              <a:path w="8686800" h="2743200">
                <a:moveTo>
                  <a:pt x="8686800" y="0"/>
                </a:moveTo>
                <a:lnTo>
                  <a:pt x="0" y="0"/>
                </a:lnTo>
                <a:lnTo>
                  <a:pt x="0" y="2743200"/>
                </a:lnTo>
                <a:lnTo>
                  <a:pt x="4343400" y="2743200"/>
                </a:lnTo>
                <a:lnTo>
                  <a:pt x="8686800" y="2743200"/>
                </a:lnTo>
                <a:lnTo>
                  <a:pt x="8686800" y="0"/>
                </a:lnTo>
                <a:close/>
              </a:path>
            </a:pathLst>
          </a:custGeom>
          <a:solidFill>
            <a:srgbClr val="0F1040"/>
          </a:solidFill>
          <a:ln>
            <a:noFill/>
          </a:ln>
          <a:effectLst/>
        </p:spPr>
        <p:txBody>
          <a:bodyPr vert="horz" wrap="square" lIns="0" tIns="0" rIns="0" bIns="0" numCol="1" spcCol="215900" anchor="t"/>
          <a:lstStyle/>
          <a:p>
            <a:pPr>
              <a:defRPr lang="en-us"/>
            </a:pPr>
          </a:p>
        </p:txBody>
      </p:sp>
      <p:sp>
        <p:nvSpPr>
          <p:cNvPr id="4" name="bg object 18"/>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0BEAAIAlAACcIwAA+CUAABAAAAAmAAAACAAAAP//////////"/>
              </a:ext>
            </a:extLst>
          </p:cNvSpPr>
          <p:nvPr/>
        </p:nvSpPr>
        <p:spPr>
          <a:xfrm>
            <a:off x="2895600" y="6096000"/>
            <a:ext cx="2893060" cy="76200"/>
          </a:xfrm>
          <a:custGeom>
            <a:avLst/>
            <a:gdLst/>
            <a:ahLst/>
            <a:cxnLst/>
            <a:rect l="0" t="0" r="2893060" b="76200"/>
            <a:pathLst>
              <a:path w="2893060" h="76200">
                <a:moveTo>
                  <a:pt x="2893060" y="0"/>
                </a:moveTo>
                <a:lnTo>
                  <a:pt x="0" y="0"/>
                </a:lnTo>
                <a:lnTo>
                  <a:pt x="0" y="76200"/>
                </a:lnTo>
                <a:lnTo>
                  <a:pt x="1446529" y="76200"/>
                </a:lnTo>
                <a:lnTo>
                  <a:pt x="2893060" y="76200"/>
                </a:lnTo>
                <a:lnTo>
                  <a:pt x="289306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5" name="bg object 19"/>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AAAAAIAlAADMEQAA+CUAABAAAAAmAAAACAAAAP//////////"/>
              </a:ext>
            </a:extLst>
          </p:cNvSpPr>
          <p:nvPr/>
        </p:nvSpPr>
        <p:spPr>
          <a:xfrm>
            <a:off x="0" y="6096000"/>
            <a:ext cx="2893060" cy="76200"/>
          </a:xfrm>
          <a:custGeom>
            <a:avLst/>
            <a:gdLst/>
            <a:ahLst/>
            <a:cxnLst/>
            <a:rect l="0" t="0" r="2893060" b="76200"/>
            <a:pathLst>
              <a:path w="2893060" h="76200">
                <a:moveTo>
                  <a:pt x="2893060" y="0"/>
                </a:moveTo>
                <a:lnTo>
                  <a:pt x="0" y="0"/>
                </a:lnTo>
                <a:lnTo>
                  <a:pt x="0" y="76200"/>
                </a:lnTo>
                <a:lnTo>
                  <a:pt x="1446530" y="76200"/>
                </a:lnTo>
                <a:lnTo>
                  <a:pt x="2893060" y="76200"/>
                </a:lnTo>
                <a:lnTo>
                  <a:pt x="28930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6" name="bg object 20"/>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oCMAAIAlAABuNQAA+CUAABAAAAAmAAAACAAAAP//////////"/>
              </a:ext>
            </a:extLst>
          </p:cNvSpPr>
          <p:nvPr/>
        </p:nvSpPr>
        <p:spPr>
          <a:xfrm>
            <a:off x="5791200" y="6096000"/>
            <a:ext cx="2894330" cy="76200"/>
          </a:xfrm>
          <a:custGeom>
            <a:avLst/>
            <a:gdLst/>
            <a:ahLst/>
            <a:cxnLst/>
            <a:rect l="0" t="0" r="2894330" b="76200"/>
            <a:pathLst>
              <a:path w="2894330" h="76200">
                <a:moveTo>
                  <a:pt x="2894330" y="0"/>
                </a:moveTo>
                <a:lnTo>
                  <a:pt x="0" y="0"/>
                </a:lnTo>
                <a:lnTo>
                  <a:pt x="0" y="76200"/>
                </a:lnTo>
                <a:lnTo>
                  <a:pt x="1446529" y="76200"/>
                </a:lnTo>
                <a:lnTo>
                  <a:pt x="2894330" y="76200"/>
                </a:lnTo>
                <a:lnTo>
                  <a:pt x="2894330" y="0"/>
                </a:lnTo>
                <a:close/>
              </a:path>
            </a:pathLst>
          </a:custGeom>
          <a:solidFill>
            <a:srgbClr val="FF0000"/>
          </a:solidFill>
          <a:ln>
            <a:noFill/>
          </a:ln>
          <a:effectLst/>
        </p:spPr>
        <p:txBody>
          <a:bodyPr vert="horz" wrap="square" lIns="0" tIns="0" rIns="0" bIns="0" numCol="1" spcCol="215900" anchor="t"/>
          <a:lstStyle/>
          <a:p>
            <a:pPr>
              <a:defRPr lang="en-us"/>
            </a:pPr>
          </a:p>
        </p:txBody>
      </p:sp>
      <p:pic>
        <p:nvPicPr>
          <p:cNvPr id="7" name="bg object 21"/>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gAAACiFAAAIA0AAM4gAAAQAAAAJgAAAAgAAAD//////////w=="/>
              </a:ext>
            </a:extLst>
          </p:cNvPicPr>
          <p:nvPr/>
        </p:nvPicPr>
        <p:blipFill>
          <a:blip r:embed="rId3"/>
          <a:stretch>
            <a:fillRect/>
          </a:stretch>
        </p:blipFill>
        <p:spPr>
          <a:xfrm>
            <a:off x="76200" y="3354070"/>
            <a:ext cx="2057400" cy="1978660"/>
          </a:xfrm>
          <a:prstGeom prst="rect">
            <a:avLst/>
          </a:prstGeom>
          <a:noFill/>
          <a:ln>
            <a:noFill/>
          </a:ln>
          <a:effectLst/>
        </p:spPr>
      </p:pic>
      <p:sp>
        <p:nvSpPr>
          <p:cNvPr id="8" name="Holder 2"/>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yQAAAAAAAA"/>
              </a:ext>
            </a:extLst>
          </p:cNvSpPr>
          <p:nvPr>
            <p:ph type="ftr" sz="quarter" idx="5"/>
          </p:nvPr>
        </p:nvSpPr>
        <p:spPr/>
        <p:txBody>
          <a:bodyPr vert="horz" wrap="square" lIns="0" tIns="0" rIns="0" bIns="0" numCol="1" spcCol="215900" anchor="t">
            <a:prstTxWarp prst="textNoShape">
              <a:avLst/>
            </a:prstTxWarp>
          </a:bodyPr>
          <a:lstStyle>
            <a:lvl1pPr>
              <a:defRPr lang="en-us" sz="11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9" name="Holder 3"/>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AIAADwnAADADwAAWCkAABAAAAAmAAAACAAAADyQAAAAAAAA"/>
              </a:ext>
            </a:extLst>
          </p:cNvSpPr>
          <p:nvPr>
            <p:ph type="dt" sz="half" idx="6"/>
          </p:nvPr>
        </p:nvSpPr>
        <p:spPr/>
        <p:txBody>
          <a:bodyPr vert="horz" wrap="square" lIns="0" tIns="0" rIns="0" bIns="0" numCol="1" spcCol="215900" anchor="t">
            <a:prstTxWarp prst="textNoShape">
              <a:avLst/>
            </a:prstTxWarp>
          </a:bodyPr>
          <a:lstStyle>
            <a:lvl1pPr algn="l">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0971C057-19E4-2436-AAC9-EF638E875CBA}" type="datetime1">
              <a:t>1/30/2026</a:t>
            </a:fld>
          </a:p>
        </p:txBody>
      </p:sp>
      <p:sp>
        <p:nvSpPr>
          <p:cNvPr id="10" name="Holder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DyQAAAAAAAA"/>
              </a:ext>
            </a:extLst>
          </p:cNvSpPr>
          <p:nvPr>
            <p:ph type="sldNum" sz="quarter" idx="7"/>
          </p:nvPr>
        </p:nvSpPr>
        <p:spPr/>
        <p:txBody>
          <a:bodyPr vert="horz" wrap="square" lIns="0" tIns="0" rIns="0" bIns="0" numCol="1" spcCol="215900" anchor="t">
            <a:prstTxWarp prst="textNoShape">
              <a:avLst/>
            </a:prstTxWarp>
          </a:bodyPr>
          <a:lstStyle>
            <a:lvl1pPr algn="r">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3F221EFB-B5D2-77E8-9C9A-43BD50D46A16}" type="slidenum">
              <a:t>‹#›</a:t>
            </a:fld>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Custom Layout">
    <p:bg>
      <p:bgPr>
        <a:blipFill>
          <a:blip r:embed="rId2"/>
          <a:srcRect/>
          <a:stretch/>
        </a:blipFill>
        <a:effectLst/>
      </p:bgPr>
    </p:bg>
    <p:spTree>
      <p:nvGrpSpPr>
        <p:cNvPr id="1" name=""/>
        <p:cNvGrpSpPr/>
        <p:nvPr/>
      </p:nvGrpSpPr>
      <p:grpSpPr>
        <a:xfrm>
          <a:off x="0" y="0"/>
          <a:ext cx="0" cy="0"/>
          <a:chOff x="0" y="0"/>
          <a:chExt cx="0" cy="0"/>
        </a:xfrm>
      </p:grpSpPr>
      <p:sp>
        <p:nvSpPr>
          <p:cNvPr id="2" name="Rectangle 2"/>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EBFB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EBFBAP///wEAAAAAAAAAAAAAAAAAAAAAAAAAAAAAAAAAAAAAAAAAAAAAAAB/f38A7uzhA8zMzADAwP8Af39/AAAAAAAAAAAAAAAAAAAAAAAAAAAAIQAAABgAAAAUAAAAAAAAAKAUAABwNQAAgCUAABAAAAAmAAAACAAAAP//////////"/>
              </a:ext>
            </a:extLst>
          </p:cNvSpPr>
          <p:nvPr/>
        </p:nvSpPr>
        <p:spPr>
          <a:xfrm>
            <a:off x="0" y="3352800"/>
            <a:ext cx="8686800" cy="2743200"/>
          </a:xfrm>
          <a:prstGeom prst="rect">
            <a:avLst/>
          </a:prstGeom>
          <a:solidFill>
            <a:srgbClr val="101141"/>
          </a:solidFill>
          <a:ln>
            <a:noFill/>
          </a:ln>
          <a:effectLst/>
        </p:spPr>
        <p:txBody>
          <a:bodyPr vert="horz" wrap="square" lIns="45720" tIns="45720" rIns="45720" bIns="45720" numCol="1" spcCol="215900" anchor="ctr"/>
          <a:lstStyle/>
          <a:p>
            <a:pPr algn="ctr">
              <a:defRPr lang="en-us" cap="none">
                <a:solidFill>
                  <a:srgbClr val="FFFFFF"/>
                </a:solidFill>
              </a:defRPr>
            </a:pPr>
          </a:p>
        </p:txBody>
      </p:sp>
      <p:sp>
        <p:nvSpPr>
          <p:cNvPr id="3" name="Rectangle 3"/>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dsLl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P///wEAAAAAAAAAAAAAAAAAAAAAAAAAAAAAAAAAAAAAAAAAAAAAAAB/f38A7uzhA8zMzADAwP8Af39/AAAAAAAAAAAAAAAAAAAAAAAAAAAAIQAAABgAAAAUAAAA0BEAAIAlAACgIwAA+CUAABAAAAAmAAAACAAAAP//////////"/>
              </a:ext>
            </a:extLst>
          </p:cNvSpPr>
          <p:nvPr/>
        </p:nvSpPr>
        <p:spPr>
          <a:xfrm>
            <a:off x="2895600" y="6096000"/>
            <a:ext cx="2895600" cy="76200"/>
          </a:xfrm>
          <a:prstGeom prst="rect">
            <a:avLst/>
          </a:prstGeom>
          <a:solidFill>
            <a:srgbClr val="76C2E5"/>
          </a:solidFill>
          <a:ln>
            <a:noFill/>
          </a:ln>
          <a:effectLst/>
        </p:spPr>
        <p:txBody>
          <a:bodyPr vert="horz" wrap="square" lIns="45720" tIns="45720" rIns="45720" bIns="45720" numCol="1" spcCol="215900" anchor="ctr"/>
          <a:lstStyle/>
          <a:p>
            <a:pPr algn="ctr">
              <a:defRPr lang="en-us" cap="none">
                <a:solidFill>
                  <a:srgbClr val="FFFFFF"/>
                </a:solidFill>
              </a:defRPr>
            </a:pPr>
          </a:p>
        </p:txBody>
      </p:sp>
      <p:sp>
        <p:nvSpPr>
          <p:cNvPr id="4" name="Rectangle 4"/>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LAX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P///wEAAAAAAAAAAAAAAAAAAAAAAAAAAAAAAAAAAAAAAAAAAAAAAAB/f38A7uzhA8zMzADAwP8Af39/AAAAAAAAAAAAAAAAAAAAAAAAAAAAIQAAABgAAAAUAAAAAAAAAIAlAADQEQAA+CUAABAAAAAmAAAACAAAAP//////////"/>
              </a:ext>
            </a:extLst>
          </p:cNvSpPr>
          <p:nvPr/>
        </p:nvSpPr>
        <p:spPr>
          <a:xfrm>
            <a:off x="0" y="6096000"/>
            <a:ext cx="2895600" cy="76200"/>
          </a:xfrm>
          <a:prstGeom prst="rect">
            <a:avLst/>
          </a:prstGeom>
          <a:solidFill>
            <a:srgbClr val="FCB017"/>
          </a:solidFill>
          <a:ln>
            <a:noFill/>
          </a:ln>
          <a:effectLst/>
        </p:spPr>
        <p:txBody>
          <a:bodyPr vert="horz" wrap="square" lIns="45720" tIns="45720" rIns="45720" bIns="45720" numCol="1" spcCol="215900" anchor="ctr"/>
          <a:lstStyle/>
          <a:p>
            <a:pPr algn="ctr">
              <a:defRPr lang="en-us" cap="none">
                <a:solidFill>
                  <a:srgbClr val="FFFFFF"/>
                </a:solidFill>
              </a:defRPr>
            </a:pPr>
          </a:p>
        </p:txBody>
      </p:sp>
      <p:sp>
        <p:nvSpPr>
          <p:cNvPr id="5" name="Rectangle 5"/>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LFtlL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B/f38A7uzhA8zMzADAwP8Af39/AAAAAAAAAAAAAAAAAAAAAAAAAAAAIQAAABgAAAAUAAAAoCMAAIAlAABwNQAA+CUAABAAAAAmAAAACAAAAP//////////"/>
              </a:ext>
            </a:extLst>
          </p:cNvSpPr>
          <p:nvPr/>
        </p:nvSpPr>
        <p:spPr>
          <a:xfrm>
            <a:off x="5791200" y="6096000"/>
            <a:ext cx="2895600" cy="76200"/>
          </a:xfrm>
          <a:prstGeom prst="rect">
            <a:avLst/>
          </a:prstGeom>
          <a:solidFill>
            <a:srgbClr val="FF0000"/>
          </a:solidFill>
          <a:ln>
            <a:noFill/>
          </a:ln>
          <a:effectLst/>
        </p:spPr>
        <p:txBody>
          <a:bodyPr vert="horz" wrap="square" lIns="45720" tIns="45720" rIns="45720" bIns="45720" numCol="1" spcCol="215900" anchor="ctr"/>
          <a:lstStyle/>
          <a:p>
            <a:pPr algn="ctr">
              <a:defRPr lang="en-us" cap="none">
                <a:solidFill>
                  <a:srgbClr val="FFFFFF"/>
                </a:solidFill>
              </a:defRPr>
            </a:pPr>
          </a:p>
        </p:txBody>
      </p:sp>
      <p:pic>
        <p:nvPicPr>
          <p:cNvPr id="6" name="Picture 10" descr="Picture 10"/>
          <p:cNvPicPr>
            <a:picLocks noChangeAspect="1"/>
            <a:extLst>
              <a:ext uri="smNativeData">
                <pr:smNativeData xmlns:pr="smNativeData" xmlns="smNativeData" val="SMDATA_17_kMSR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Kws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HgAAACgFAAAIA0AAM4gAAAQAAAAJgAAAAgAAAD//////////w=="/>
              </a:ext>
            </a:extLst>
          </p:cNvPicPr>
          <p:nvPr/>
        </p:nvPicPr>
        <p:blipFill>
          <a:blip r:embed="rId3"/>
          <a:srcRect l="0" t="0" r="0" b="28590"/>
          <a:stretch>
            <a:fillRect/>
          </a:stretch>
        </p:blipFill>
        <p:spPr>
          <a:xfrm>
            <a:off x="76200" y="3352800"/>
            <a:ext cx="2057400" cy="1979930"/>
          </a:xfrm>
          <a:prstGeom prst="rect">
            <a:avLst/>
          </a:prstGeom>
          <a:noFill/>
          <a:ln>
            <a:noFill/>
          </a:ln>
          <a:effectLst/>
        </p:spPr>
      </p:pic>
      <p:sp>
        <p:nvSpPr>
          <p:cNvPr id="7" name="TextBox 8"/>
          <p:cNvSpPr>
            <a:extLst>
              <a:ext uri="smNativeData">
                <pr:smNativeData xmlns:pr="smNativeData" xmlns="smNativeData" val="SMDATA_15_kMSRaRMAAAAlAAAAZAAAAE0AAAAASAAAAEgAAABI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4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0P///1ggAADYDAAAaSMAABAgAAAmAAAACAAAAP//////////"/>
              </a:ext>
            </a:extLst>
          </p:cNvSpPr>
          <p:nvPr/>
        </p:nvSpPr>
        <p:spPr>
          <a:xfrm>
            <a:off x="-30480" y="5257800"/>
            <a:ext cx="2118360" cy="498475"/>
          </a:xfrm>
          <a:prstGeom prst="rect">
            <a:avLst/>
          </a:prstGeom>
          <a:noFill/>
          <a:ln>
            <a:noFill/>
          </a:ln>
          <a:effectLst/>
        </p:spPr>
        <p:txBody>
          <a:bodyPr vert="horz" wrap="square" lIns="45720" tIns="45720" rIns="45720" bIns="45720" numCol="1" spcCol="215900" anchor="t"/>
          <a:lstStyle/>
          <a:p>
            <a:pPr algn="ctr">
              <a:defRPr lang="en-us" sz="2900" b="1" cap="none" spc="-5">
                <a:solidFill>
                  <a:srgbClr val="FFFFFF"/>
                </a:solidFill>
              </a:defRPr>
            </a:pPr>
            <a:r>
              <a:t>BITS</a:t>
            </a:r>
            <a:r>
              <a:rPr lang="en-us" b="0" cap="none"/>
              <a:t> Pilani</a:t>
            </a:r>
            <a:endParaRPr lang="en-us" b="0" cap="none"/>
          </a:p>
        </p:txBody>
      </p:sp>
      <p:sp>
        <p:nvSpPr>
          <p:cNvPr id="8" name="Body Level One…"/>
          <p:cNvSpPr>
            <a:spLocks noGrp="1" noChangeArrowheads="1"/>
            <a:extLst>
              <a:ext uri="smNativeData">
                <pr:smNativeData xmlns:pr="smNativeData" xmlns="smNativeData" val="SMDATA_15_kMSR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eA8AAEghAACANAAAkCQAABAAAAAmAAAACAAAAIGgAAAAAAAA"/>
              </a:ext>
            </a:extLst>
          </p:cNvSpPr>
          <p:nvPr>
            <p:ph idx="1"/>
          </p:nvPr>
        </p:nvSpPr>
        <p:spPr>
          <a:xfrm>
            <a:off x="2514600" y="5410200"/>
            <a:ext cx="6019800" cy="533400"/>
          </a:xfrm>
        </p:spPr>
        <p:txBody>
          <a:bodyPr vert="horz" wrap="square" lIns="0" tIns="0" rIns="0" bIns="0" numCol="1" spcCol="215900" anchor="b">
            <a:prstTxWarp prst="textNoShape">
              <a:avLst/>
            </a:prstTxWarp>
          </a:bodyPr>
          <a:lstStyle>
            <a:lvl1pPr marL="0" indent="0" algn="r">
              <a:lnSpc>
                <a:spcPts val="1800"/>
              </a:lnSpc>
              <a:spcBef>
                <a:spcPts val="0"/>
              </a:spcBef>
              <a:buNone/>
              <a:defRPr lang="en-us" sz="1800" cap="none">
                <a:solidFill>
                  <a:srgbClr val="FFFFFF"/>
                </a:solidFill>
              </a:defRPr>
            </a:lvl1pPr>
            <a:lvl2pPr marL="640715" indent="-183515" algn="r">
              <a:lnSpc>
                <a:spcPts val="1800"/>
              </a:lnSpc>
              <a:spcBef>
                <a:spcPts val="0"/>
              </a:spcBef>
              <a:defRPr lang="en-us" sz="1800" cap="none">
                <a:solidFill>
                  <a:srgbClr val="FFFFFF"/>
                </a:solidFill>
              </a:defRPr>
            </a:lvl2pPr>
            <a:lvl3pPr marL="1085850" indent="-171450" algn="r">
              <a:lnSpc>
                <a:spcPts val="1800"/>
              </a:lnSpc>
              <a:spcBef>
                <a:spcPts val="0"/>
              </a:spcBef>
              <a:defRPr lang="en-us" sz="1800" cap="none">
                <a:solidFill>
                  <a:srgbClr val="FFFFFF"/>
                </a:solidFill>
              </a:defRPr>
            </a:lvl3pPr>
            <a:lvl4pPr marL="1577340" indent="-205740" algn="r">
              <a:lnSpc>
                <a:spcPts val="1800"/>
              </a:lnSpc>
              <a:spcBef>
                <a:spcPts val="0"/>
              </a:spcBef>
              <a:defRPr lang="en-us" sz="1800" cap="none">
                <a:solidFill>
                  <a:srgbClr val="FFFFFF"/>
                </a:solidFill>
              </a:defRPr>
            </a:lvl4pPr>
            <a:lvl5pPr marL="2034540" indent="-205740" algn="r">
              <a:lnSpc>
                <a:spcPts val="1800"/>
              </a:lnSpc>
              <a:spcBef>
                <a:spcPts val="0"/>
              </a:spcBef>
              <a:defRPr lang="en-us" sz="1800" cap="none">
                <a:solidFill>
                  <a:srgbClr val="FFFFFF"/>
                </a:solidFill>
              </a:defRPr>
            </a:lvl5pPr>
            <a:lvl6pPr>
              <a:defRPr lang="en-us" cap="none"/>
            </a:lvl6pPr>
            <a:lvl7pPr>
              <a:defRPr lang="en-us" cap="none"/>
            </a:lvl7pPr>
            <a:lvl8pPr>
              <a:defRPr lang="en-us" cap="none"/>
            </a:lvl8pPr>
            <a:lvl9pPr>
              <a:defRPr lang="en-us" cap="none"/>
            </a:lvl9pPr>
          </a:lstStyle>
          <a:p>
            <a:pPr>
              <a:defRPr lang="en-us"/>
            </a:pPr>
            <a:r>
              <a:t>Body Level One</a:t>
            </a:r>
          </a:p>
          <a:p>
            <a:pPr lvl="1">
              <a:defRPr lang="en-us"/>
            </a:pPr>
            <a:r>
              <a:t>Body Level Two</a:t>
            </a:r>
          </a:p>
          <a:p>
            <a:pPr lvl="2">
              <a:defRPr lang="en-us"/>
            </a:pPr>
            <a:r>
              <a:t>Body Level Three</a:t>
            </a:r>
          </a:p>
          <a:p>
            <a:pPr lvl="3">
              <a:defRPr lang="en-us"/>
            </a:pPr>
            <a:r>
              <a:t>Body Level Four</a:t>
            </a:r>
          </a:p>
          <a:p>
            <a:pPr lvl="4">
              <a:defRPr lang="en-us"/>
            </a:pPr>
            <a:r>
              <a:t>Body Level Five</a:t>
            </a:r>
          </a:p>
        </p:txBody>
      </p:sp>
      <p:sp>
        <p:nvSpPr>
          <p:cNvPr id="9" name="Title Text"/>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eA8AAHAXAACANAAA0CAAABAAAAAmAAAACAAAAAEAAAAAAAAA"/>
              </a:ext>
            </a:extLst>
          </p:cNvSpPr>
          <p:nvPr>
            <p:ph type="title"/>
          </p:nvPr>
        </p:nvSpPr>
        <p:spPr>
          <a:xfrm>
            <a:off x="2514600" y="3810000"/>
            <a:ext cx="6019800" cy="1524000"/>
          </a:xfrm>
        </p:spPr>
        <p:txBody>
          <a:bodyPr/>
          <a:lstStyle/>
          <a:p>
            <a:pPr>
              <a:defRPr lang="en-us"/>
            </a:pPr>
            <a:r>
              <a:t>Title Text</a:t>
            </a:r>
          </a:p>
        </p:txBody>
      </p:sp>
      <p:sp>
        <p:nvSpPr>
          <p:cNvPr id="10" name="Slide Number"/>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GS5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AAAAAAAAAAA"/>
              </a:ext>
            </a:extLst>
          </p:cNvSpPr>
          <p:nvPr>
            <p:ph type="sldNum" sz="quarter" idx="2"/>
          </p:nvPr>
        </p:nvSpPr>
        <p:spPr/>
        <p:txBody>
          <a:bodyPr/>
          <a:lstStyle/>
          <a:p>
            <a:pPr>
              <a:defRPr lang="en-us"/>
            </a:pPr>
            <a:fld id="{7C870FD4-9A91-D2F9-DF3F-6CAC41712939}" type="slidenum">
              <a:t/>
            </a:fld>
          </a:p>
        </p:txBody>
      </p:sp>
    </p:spTree>
  </p:cSld>
  <p:clrMapOvr>
    <a:masterClrMapping/>
  </p:clrMapOvr>
  <p:hf hdr="0" ftr="0" dt="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2" name="Picture 6" descr="Picture 6"/>
          <p:cNvPicPr>
            <a:picLocks noChangeAspect="1"/>
            <a:extLst>
              <a:ext uri="smNativeData">
                <pr:smNativeData xmlns:pr="smNativeData" xmlns="smNativeData" val="SMDATA_17_kMSR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AAAAAAAAAAAQDgAADAqAAAQAAAAJgAAAAgAAAD//////////w=="/>
              </a:ext>
            </a:extLst>
          </p:cNvPicPr>
          <p:nvPr/>
        </p:nvPicPr>
        <p:blipFill>
          <a:blip r:embed="rId2"/>
          <a:stretch>
            <a:fillRect/>
          </a:stretch>
        </p:blipFill>
        <p:spPr>
          <a:xfrm>
            <a:off x="0" y="0"/>
            <a:ext cx="9144000" cy="6858000"/>
          </a:xfrm>
          <a:prstGeom prst="rect">
            <a:avLst/>
          </a:prstGeom>
          <a:noFill/>
          <a:ln>
            <a:noFill/>
          </a:ln>
          <a:effectLst/>
        </p:spPr>
      </p:pic>
      <p:sp>
        <p:nvSpPr>
          <p:cNvPr id="3" name="Rectangle 2"/>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Ep+uwAPAAAAAQAAACMAAAAjAAAAIwAAAB4AAAAAAAAAZAAAAGQAAAAAAAAAZAAAAGQAAAAVAAAAYAAAAAAAAAAAAAAADwAAACADAAAAAAAAAAAAAAEAAACgMgAAVgcAAKr4//8BAAAAf39/AAEAAABkAAAAAAAAABQAAABAHwAAAAAAACYAAAAAAAAAwOD//wAAAAAmAAAAZAAAABYAAABMAAAAAQAAAAAAAAAHAAAAAAAAAAEAAAAAAAAAQQAAAAAAAAAkAAAAZAAAAGQAAAAAAAAAy8vLAEEAAAAAAAAAJAAAAGQAAABkAAAAAAAAABcAAAAUAAAAAAAAAAAAAAD/fwAA/38AAAAAAAAJAAAABAAAAAAAAAAeAAAAaAAAAAAAAAAAAAAAAAAAAAAAAAAAAAAAECcAABAnAAAAAAAAAAAAAAAAAAAAAAAAAAAAAAAAAAAAAAAAAAAAADw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Ep+uwB/f38AAAAAAMvLywDAwP8Af39/AAAAAAAAAAAAAAAAAAAAAAAAAAAAIQAAABgAAAAUAAAAAAAAAFcaAABAOAAAMCoAABAAAAAmAAAACAAAAP//////////"/>
              </a:ext>
            </a:extLst>
          </p:cNvSpPr>
          <p:nvPr/>
        </p:nvSpPr>
        <p:spPr>
          <a:xfrm>
            <a:off x="0" y="4281805"/>
            <a:ext cx="9144000" cy="2576195"/>
          </a:xfrm>
          <a:prstGeom prst="rect">
            <a:avLst/>
          </a:prstGeom>
          <a:solidFill>
            <a:srgbClr val="FFFFFF"/>
          </a:solidFill>
          <a:ln w="9525" cap="flat" cmpd="sng" algn="ctr">
            <a:solidFill>
              <a:srgbClr val="4A7EBB"/>
            </a:solidFill>
            <a:prstDash val="solid"/>
            <a:headEnd type="none"/>
            <a:tailEnd type="none"/>
          </a:ln>
          <a:effectLst>
            <a:outerShdw blurRad="38100" dist="22860" dir="5400000">
              <a:srgbClr val="000000">
                <a:alpha val="35000"/>
              </a:srgbClr>
            </a:outerShdw>
          </a:effectLst>
        </p:spPr>
        <p:txBody>
          <a:bodyPr vert="horz" wrap="square" lIns="45720" tIns="45720" rIns="45720" bIns="45720" numCol="1" spcCol="215900" anchor="ctr"/>
          <a:lstStyle/>
          <a:p>
            <a:pPr algn="ctr">
              <a:defRPr lang="en-us" cap="none">
                <a:solidFill>
                  <a:srgbClr val="FFFFFF"/>
                </a:solidFill>
              </a:defRPr>
            </a:pPr>
          </a:p>
        </p:txBody>
      </p:sp>
      <p:pic>
        <p:nvPicPr>
          <p:cNvPr id="4" name="Picture 8" descr="Picture 8"/>
          <p:cNvPicPr>
            <a:picLocks noChangeAspect="1"/>
            <a:extLst>
              <a:ext uri="smNativeData">
                <pr:smNativeData xmlns:pr="smNativeData" xmlns="smNativeData" val="SMDATA_17_kMSR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wBAAAAAAAADAE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MgoAAAAAAAARzYAAEIEAAAQAAAAJgAAAAgAAAD//////////w=="/>
              </a:ext>
            </a:extLst>
          </p:cNvPicPr>
          <p:nvPr/>
        </p:nvPicPr>
        <p:blipFill>
          <a:blip r:embed="rId3"/>
          <a:srcRect l="0" t="2680" r="0" b="2680"/>
          <a:stretch>
            <a:fillRect/>
          </a:stretch>
        </p:blipFill>
        <p:spPr>
          <a:xfrm>
            <a:off x="6629400" y="0"/>
            <a:ext cx="2193925" cy="692150"/>
          </a:xfrm>
          <a:prstGeom prst="rect">
            <a:avLst/>
          </a:prstGeom>
          <a:noFill/>
          <a:ln>
            <a:noFill/>
          </a:ln>
          <a:effectLst/>
        </p:spPr>
      </p:pic>
      <p:sp>
        <p:nvSpPr>
          <p:cNvPr id="5" name="Rectangle 4"/>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dsLl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BUqoW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P///wEAAAAAAAAAAAAAAAAAAAAAAAAAAAAAAAAAAAAAAAAAAAAAAAB/f38A7uzhA8zMzADAwP8Af39/AAAAAAAAAAAAAAAAAAAAAAAAAAAAIQAAABgAAAAUAAAAvBEAAK4pAACMIwAAJioAABAAAAAmAAAACAAAAP//////////"/>
              </a:ext>
            </a:extLst>
          </p:cNvSpPr>
          <p:nvPr/>
        </p:nvSpPr>
        <p:spPr>
          <a:xfrm>
            <a:off x="2882900" y="6775450"/>
            <a:ext cx="2895600" cy="76200"/>
          </a:xfrm>
          <a:prstGeom prst="rect">
            <a:avLst/>
          </a:prstGeom>
          <a:solidFill>
            <a:srgbClr val="76C2E5"/>
          </a:solidFill>
          <a:ln>
            <a:noFill/>
          </a:ln>
          <a:effectLst/>
        </p:spPr>
        <p:txBody>
          <a:bodyPr vert="horz" wrap="square" lIns="45720" tIns="45720" rIns="45720" bIns="45720" numCol="1" spcCol="215900" anchor="ctr"/>
          <a:lstStyle/>
          <a:p>
            <a:pPr algn="ctr">
              <a:defRPr lang="en-us" cap="none">
                <a:solidFill>
                  <a:srgbClr val="FFFFFF"/>
                </a:solidFill>
              </a:defRPr>
            </a:pPr>
          </a:p>
        </p:txBody>
      </p:sp>
      <p:sp>
        <p:nvSpPr>
          <p:cNvPr id="6" name="Rectangle 5"/>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LAX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P///wEAAAAAAAAAAAAAAAAAAAAAAAAAAAAAAAAAAAAAAAAAAAAAAAB/f38A7uzhA8zMzADAwP8Af39/AAAAAAAAAAAAAAAAAAAAAAAAAAAAIQAAABgAAAAUAAAA7P///64pAAC8EQAAJioAABAAAAAmAAAACAAAAP//////////"/>
              </a:ext>
            </a:extLst>
          </p:cNvSpPr>
          <p:nvPr/>
        </p:nvSpPr>
        <p:spPr>
          <a:xfrm>
            <a:off x="-12700" y="6775450"/>
            <a:ext cx="2895600" cy="76200"/>
          </a:xfrm>
          <a:prstGeom prst="rect">
            <a:avLst/>
          </a:prstGeom>
          <a:solidFill>
            <a:srgbClr val="FCB017"/>
          </a:solidFill>
          <a:ln>
            <a:noFill/>
          </a:ln>
          <a:effectLst/>
        </p:spPr>
        <p:txBody>
          <a:bodyPr vert="horz" wrap="square" lIns="45720" tIns="45720" rIns="45720" bIns="45720" numCol="1" spcCol="215900" anchor="ctr"/>
          <a:lstStyle/>
          <a:p>
            <a:pPr algn="ctr">
              <a:defRPr lang="en-us" cap="none">
                <a:solidFill>
                  <a:srgbClr val="FFFFFF"/>
                </a:solidFill>
              </a:defRPr>
            </a:pPr>
          </a:p>
        </p:txBody>
      </p:sp>
      <p:sp>
        <p:nvSpPr>
          <p:cNvPr id="7" name="Rectangle 6"/>
          <p:cNvSpPr>
            <a:extLst>
              <a:ext uri="smNativeData">
                <pr:smNativeData xmlns:pr="smNativeData" xmlns="smNativeData" val="SMDATA_15_kMSRaRMAAAAlAAAAZAAAAA0AAAAASAAAAEgAAABIAAAASAAAAAAAAAAB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0Xr/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B/f38A7uzhA8zMzADAwP8Af39/AAAAAAAAAAAAAAAAAAAAAAAAAAAAIQAAABgAAAAUAAAAjCMAAK4pAABcNQAAJioAABAAAAAmAAAACAAAAP//////////"/>
              </a:ext>
            </a:extLst>
          </p:cNvSpPr>
          <p:nvPr/>
        </p:nvSpPr>
        <p:spPr>
          <a:xfrm>
            <a:off x="5778500" y="6775450"/>
            <a:ext cx="2895600" cy="76200"/>
          </a:xfrm>
          <a:prstGeom prst="rect">
            <a:avLst/>
          </a:prstGeom>
          <a:solidFill>
            <a:srgbClr val="FF0000"/>
          </a:solidFill>
          <a:ln>
            <a:noFill/>
          </a:ln>
          <a:effectLst/>
        </p:spPr>
        <p:txBody>
          <a:bodyPr vert="horz" wrap="square" lIns="45720" tIns="45720" rIns="45720" bIns="45720" numCol="1" spcCol="215900" anchor="ctr"/>
          <a:lstStyle/>
          <a:p>
            <a:pPr algn="ctr">
              <a:defRPr lang="en-us" cap="none">
                <a:solidFill>
                  <a:srgbClr val="FFFFFF"/>
                </a:solidFill>
              </a:defRPr>
            </a:pPr>
          </a:p>
        </p:txBody>
      </p:sp>
      <p:sp>
        <p:nvSpPr>
          <p:cNvPr id="8" name="TextBox 7"/>
          <p:cNvSpPr>
            <a:extLst>
              <a:ext uri="smNativeData">
                <pr:smNativeData xmlns:pr="smNativeData" xmlns="smNativeData" val="SMDATA_15_kMSRaRMAAAAlAAAAZAAAAE0AAAAASAAAAEgAAABI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U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HXpw3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7uzhA8zMzADAwP8Af39/AAAAAAAAAAAAAAAAAAAAAAAAAAAAIQAAABgAAAAUAAAAeCoAALAEAACANwAAwQcAABAgAAAmAAAACAAAAP//////////"/>
              </a:ext>
            </a:extLst>
          </p:cNvSpPr>
          <p:nvPr/>
        </p:nvSpPr>
        <p:spPr>
          <a:xfrm>
            <a:off x="6903720" y="762000"/>
            <a:ext cx="2118360" cy="498475"/>
          </a:xfrm>
          <a:prstGeom prst="rect">
            <a:avLst/>
          </a:prstGeom>
          <a:noFill/>
          <a:ln>
            <a:noFill/>
          </a:ln>
          <a:effectLst/>
        </p:spPr>
        <p:txBody>
          <a:bodyPr vert="horz" wrap="square" lIns="45720" tIns="45720" rIns="45720" bIns="45720" numCol="1" spcCol="215900" anchor="t"/>
          <a:lstStyle/>
          <a:p>
            <a:pPr algn="ctr">
              <a:defRPr lang="en-us" sz="2900" b="1" cap="none" spc="-5">
                <a:solidFill>
                  <a:srgbClr val="FFFFFF"/>
                </a:solidFill>
              </a:defRPr>
            </a:pPr>
            <a:r>
              <a:t>BITS</a:t>
            </a:r>
            <a:r>
              <a:rPr lang="en-us" b="0" cap="none"/>
              <a:t> Pilani</a:t>
            </a:r>
            <a:endParaRPr lang="en-us" b="0" cap="none"/>
          </a:p>
        </p:txBody>
      </p:sp>
      <p:sp>
        <p:nvSpPr>
          <p:cNvPr id="9" name="Body Level One…"/>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IBXUx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4AEAAJgcAADoNQAAcCYAABAAAAAmAAAACAAAAAGgAAAAAAAA"/>
              </a:ext>
            </a:extLst>
          </p:cNvSpPr>
          <p:nvPr>
            <p:ph idx="1"/>
          </p:nvPr>
        </p:nvSpPr>
        <p:spPr>
          <a:xfrm>
            <a:off x="304800" y="4648200"/>
            <a:ext cx="8458200" cy="1600200"/>
          </a:xfrm>
        </p:spPr>
        <p:txBody>
          <a:bodyPr vert="horz" wrap="square" lIns="0" tIns="0" rIns="0" bIns="0" numCol="1" spcCol="215900" anchor="t">
            <a:prstTxWarp prst="textNoShape">
              <a:avLst/>
            </a:prstTxWarp>
          </a:bodyPr>
          <a:lstStyle>
            <a:lvl1pPr marL="0" indent="0">
              <a:lnSpc>
                <a:spcPts val="4200"/>
              </a:lnSpc>
              <a:spcBef>
                <a:spcPts val="0"/>
              </a:spcBef>
              <a:buNone/>
              <a:defRPr lang="en-us" sz="4000" b="1" cap="none" spc="-7"/>
            </a:lvl1pPr>
            <a:lvl2pPr marL="865505" indent="-408305">
              <a:lnSpc>
                <a:spcPts val="4200"/>
              </a:lnSpc>
              <a:spcBef>
                <a:spcPts val="0"/>
              </a:spcBef>
              <a:defRPr lang="en-us" sz="4000" b="1" cap="none" spc="-7"/>
            </a:lvl2pPr>
            <a:lvl3pPr marL="1295400" indent="-381000">
              <a:lnSpc>
                <a:spcPts val="4200"/>
              </a:lnSpc>
              <a:spcBef>
                <a:spcPts val="0"/>
              </a:spcBef>
              <a:defRPr lang="en-us" sz="4000" b="1" cap="none" spc="-7"/>
            </a:lvl3pPr>
            <a:lvl4pPr marL="1828800" indent="-457200">
              <a:lnSpc>
                <a:spcPts val="4200"/>
              </a:lnSpc>
              <a:spcBef>
                <a:spcPts val="0"/>
              </a:spcBef>
              <a:defRPr lang="en-us" sz="4000" b="1" cap="none" spc="-7"/>
            </a:lvl4pPr>
            <a:lvl5pPr marL="2286000" indent="-457200">
              <a:lnSpc>
                <a:spcPts val="4200"/>
              </a:lnSpc>
              <a:spcBef>
                <a:spcPts val="0"/>
              </a:spcBef>
              <a:defRPr lang="en-us" sz="4000" b="1" cap="none" spc="-7"/>
            </a:lvl5pPr>
            <a:lvl6pPr>
              <a:defRPr lang="en-us" cap="none"/>
            </a:lvl6pPr>
            <a:lvl7pPr>
              <a:defRPr lang="en-us" cap="none"/>
            </a:lvl7pPr>
            <a:lvl8pPr>
              <a:defRPr lang="en-us" cap="none"/>
            </a:lvl8pPr>
            <a:lvl9pPr>
              <a:defRPr lang="en-us" cap="none"/>
            </a:lvl9pPr>
          </a:lstStyle>
          <a:p>
            <a:pPr>
              <a:defRPr lang="en-us"/>
            </a:pPr>
            <a:r>
              <a:t>Body Level One</a:t>
            </a:r>
          </a:p>
          <a:p>
            <a:pPr lvl="1">
              <a:defRPr lang="en-us"/>
            </a:pPr>
            <a:r>
              <a:t>Body Level Two</a:t>
            </a:r>
          </a:p>
          <a:p>
            <a:pPr lvl="2">
              <a:defRPr lang="en-us"/>
            </a:pPr>
            <a:r>
              <a:t>Body Level Three</a:t>
            </a:r>
          </a:p>
          <a:p>
            <a:pPr lvl="3">
              <a:defRPr lang="en-us"/>
            </a:pPr>
            <a:r>
              <a:t>Body Level Four</a:t>
            </a:r>
          </a:p>
          <a:p>
            <a:pPr lvl="4">
              <a:defRPr lang="en-us"/>
            </a:pPr>
            <a:r>
              <a:t>Body Level Five</a:t>
            </a:r>
          </a:p>
        </p:txBody>
      </p:sp>
      <p:sp>
        <p:nvSpPr>
          <p:cNvPr id="10" name="Slide Number"/>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AAAAAAAAAAA"/>
              </a:ext>
            </a:extLst>
          </p:cNvSpPr>
          <p:nvPr>
            <p:ph type="sldNum" sz="quarter" idx="2"/>
          </p:nvPr>
        </p:nvSpPr>
        <p:spPr/>
        <p:txBody>
          <a:bodyPr/>
          <a:lstStyle/>
          <a:p>
            <a:pPr>
              <a:defRPr lang="en-us"/>
            </a:pPr>
            <a:fld id="{715F8738-769C-0A71-D2E7-8024C9A924D5}" type="slidenum">
              <a:t/>
            </a:fld>
          </a:p>
        </p:txBody>
      </p:sp>
    </p:spTree>
  </p:cSld>
  <p:clrMapOvr>
    <a:masterClrMapping/>
  </p:clrMapOvr>
  <p:hf hdr="0" ftr="0" dt="0"/>
</p:sldLayout>
</file>

<file path=ppt/slideMasters/_rels/slideMaster1.xml.rels><?xml version="1.0" encoding="UTF-8" standalone="yes" ?>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bg object 16"/>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P///wEAAAAAAAAAAAAAAAAAAAAAAAAAAAAAAAAAAAAAAAAAAAAAAAJ/f38A7uzhA8zMzADAwP8Af39/AAAAAAAAAAAAAAAAAAAAAAAAAAAAIQAAABgAAAAUAAAAqBsAAFAoAAD2KQAAkigAABAAAAAmAAAACAAAAP//////////"/>
              </a:ext>
            </a:extLst>
          </p:cNvSpPr>
          <p:nvPr/>
        </p:nvSpPr>
        <p:spPr>
          <a:xfrm>
            <a:off x="4495800" y="6553200"/>
            <a:ext cx="2325370" cy="41910"/>
          </a:xfrm>
          <a:custGeom>
            <a:avLst/>
            <a:gdLst/>
            <a:ahLst/>
            <a:cxnLst/>
            <a:rect l="0" t="0" r="2325370" b="41910"/>
            <a:pathLst>
              <a:path w="2325370" h="41910">
                <a:moveTo>
                  <a:pt x="2325370" y="0"/>
                </a:moveTo>
                <a:lnTo>
                  <a:pt x="0" y="0"/>
                </a:lnTo>
                <a:lnTo>
                  <a:pt x="0" y="41911"/>
                </a:lnTo>
                <a:lnTo>
                  <a:pt x="1162050" y="41911"/>
                </a:lnTo>
                <a:lnTo>
                  <a:pt x="2325370" y="41911"/>
                </a:lnTo>
                <a:lnTo>
                  <a:pt x="232537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3" name="bg object 17"/>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P///wEAAAAAAAAAAAAAAAAAAAAAAAAAAAAAAAAAAAAAAAAAAAAAAAJ/f38A7uzhA8zMzADAwP8Af39/AAAAAAAAAAAAAAAAAAAAAAAAAAAAIQAAABgAAAAUAAAAIA0AAFAoAACkGwAAkigAABAAAAAmAAAACAAAAP//////////"/>
              </a:ext>
            </a:extLst>
          </p:cNvSpPr>
          <p:nvPr/>
        </p:nvSpPr>
        <p:spPr>
          <a:xfrm>
            <a:off x="2133600" y="6553200"/>
            <a:ext cx="2359660" cy="41910"/>
          </a:xfrm>
          <a:custGeom>
            <a:avLst/>
            <a:gdLst/>
            <a:ahLst/>
            <a:cxnLst/>
            <a:rect l="0" t="0" r="2359660" b="41910"/>
            <a:pathLst>
              <a:path w="2359660" h="41910">
                <a:moveTo>
                  <a:pt x="2359660" y="0"/>
                </a:moveTo>
                <a:lnTo>
                  <a:pt x="0" y="0"/>
                </a:lnTo>
                <a:lnTo>
                  <a:pt x="0" y="41911"/>
                </a:lnTo>
                <a:lnTo>
                  <a:pt x="1179829" y="41911"/>
                </a:lnTo>
                <a:lnTo>
                  <a:pt x="2359660" y="41911"/>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4" name="bg object 18"/>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7uzhA8zMzADAwP8Af39/AAAAAAAAAAAAAAAAAAAAAAAAAAAAIQAAABgAAAAUAAAA7CkAAFAoAAA6OAAAkigAABAAAAAmAAAACAAAAP//////////"/>
              </a:ext>
            </a:extLst>
          </p:cNvSpPr>
          <p:nvPr/>
        </p:nvSpPr>
        <p:spPr>
          <a:xfrm>
            <a:off x="6814820" y="6553200"/>
            <a:ext cx="2325370" cy="41910"/>
          </a:xfrm>
          <a:custGeom>
            <a:avLst/>
            <a:gdLst/>
            <a:ahLst/>
            <a:cxnLst/>
            <a:rect l="0" t="0" r="2325370" b="41910"/>
            <a:pathLst>
              <a:path w="2325370" h="41910">
                <a:moveTo>
                  <a:pt x="2325370" y="0"/>
                </a:moveTo>
                <a:lnTo>
                  <a:pt x="0" y="0"/>
                </a:lnTo>
                <a:lnTo>
                  <a:pt x="0" y="41911"/>
                </a:lnTo>
                <a:lnTo>
                  <a:pt x="1163320" y="41911"/>
                </a:lnTo>
                <a:lnTo>
                  <a:pt x="2325370" y="41911"/>
                </a:lnTo>
                <a:lnTo>
                  <a:pt x="2325370" y="0"/>
                </a:lnTo>
                <a:close/>
              </a:path>
            </a:pathLst>
          </a:custGeom>
          <a:solidFill>
            <a:srgbClr val="FF0000"/>
          </a:solidFill>
          <a:ln>
            <a:noFill/>
          </a:ln>
          <a:effectLst/>
        </p:spPr>
        <p:txBody>
          <a:bodyPr vert="horz" wrap="square" lIns="0" tIns="0" rIns="0" bIns="0" numCol="1" spcCol="215900" anchor="t"/>
          <a:lstStyle/>
          <a:p>
            <a:pPr>
              <a:defRPr lang="en-us"/>
            </a:pPr>
          </a:p>
        </p:txBody>
      </p:sp>
      <p:sp>
        <p:nvSpPr>
          <p:cNvPr id="5" name="bg object 19"/>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P///wEAAAAAAAAAAAAAAAAAAAAAAAAAAAAAAAAAAAAAAAAAAAAAAAJ/f38A7uzhA8zMzADAwP8Af39/AAAAAAAAAAAAAAAAAAAAAAAAAAAAIQAAABgAAAAUAAAAiA4AAPgHAADWHAAAOggAABAAAAAmAAAACAAAAP//////////"/>
              </a:ext>
            </a:extLst>
          </p:cNvSpPr>
          <p:nvPr/>
        </p:nvSpPr>
        <p:spPr>
          <a:xfrm>
            <a:off x="2362200" y="1295400"/>
            <a:ext cx="2325370" cy="41910"/>
          </a:xfrm>
          <a:custGeom>
            <a:avLst/>
            <a:gdLst/>
            <a:ahLst/>
            <a:cxnLst/>
            <a:rect l="0" t="0" r="2325370" b="41910"/>
            <a:pathLst>
              <a:path w="2325370" h="41910">
                <a:moveTo>
                  <a:pt x="2325370" y="0"/>
                </a:moveTo>
                <a:lnTo>
                  <a:pt x="0" y="0"/>
                </a:lnTo>
                <a:lnTo>
                  <a:pt x="0" y="41911"/>
                </a:lnTo>
                <a:lnTo>
                  <a:pt x="1163320" y="41911"/>
                </a:lnTo>
                <a:lnTo>
                  <a:pt x="2325370" y="41911"/>
                </a:lnTo>
                <a:lnTo>
                  <a:pt x="232537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6" name="bg object 20"/>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P///wEAAAAAAAAAAAAAAAAAAAAAAAAAAAAAAAAAAAAAAAAAAAAAAAJ/f38A7uzhA8zMzADAwP8Af39/AAAAAAAAAAAAAAAAAAAAAAAAAAAAIQAAABgAAAAUAAAAAAAAAPgHAACEDgAAOggAABAAAAAmAAAACAAAAP//////////"/>
              </a:ext>
            </a:extLst>
          </p:cNvSpPr>
          <p:nvPr/>
        </p:nvSpPr>
        <p:spPr>
          <a:xfrm>
            <a:off x="0" y="1295400"/>
            <a:ext cx="2359660" cy="41910"/>
          </a:xfrm>
          <a:custGeom>
            <a:avLst/>
            <a:gdLst/>
            <a:ahLst/>
            <a:cxnLst/>
            <a:rect l="0" t="0" r="2359660" b="41910"/>
            <a:pathLst>
              <a:path w="2359660" h="41910">
                <a:moveTo>
                  <a:pt x="2359660" y="0"/>
                </a:moveTo>
                <a:lnTo>
                  <a:pt x="0" y="0"/>
                </a:lnTo>
                <a:lnTo>
                  <a:pt x="0" y="41911"/>
                </a:lnTo>
                <a:lnTo>
                  <a:pt x="1179830" y="41911"/>
                </a:lnTo>
                <a:lnTo>
                  <a:pt x="2359660" y="41911"/>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7" name="bg object 21"/>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7uzhA8zMzADAwP8Af39/AAAAAAAAAAAAAAAAAAAAAAAAAAAAIQAAABgAAAAUAAAAzBwAAPgHAAAaKwAAOggAABAAAAAmAAAACAAAAP//////////"/>
              </a:ext>
            </a:extLst>
          </p:cNvSpPr>
          <p:nvPr/>
        </p:nvSpPr>
        <p:spPr>
          <a:xfrm>
            <a:off x="4681220" y="1295400"/>
            <a:ext cx="2325370" cy="41910"/>
          </a:xfrm>
          <a:custGeom>
            <a:avLst/>
            <a:gdLst/>
            <a:ahLst/>
            <a:cxnLst/>
            <a:rect l="0" t="0" r="2325370" b="41910"/>
            <a:pathLst>
              <a:path w="2325370" h="41910">
                <a:moveTo>
                  <a:pt x="2325370" y="0"/>
                </a:moveTo>
                <a:lnTo>
                  <a:pt x="0" y="0"/>
                </a:lnTo>
                <a:lnTo>
                  <a:pt x="0" y="41911"/>
                </a:lnTo>
                <a:lnTo>
                  <a:pt x="1163319" y="41911"/>
                </a:lnTo>
                <a:lnTo>
                  <a:pt x="2325370" y="41911"/>
                </a:lnTo>
                <a:lnTo>
                  <a:pt x="2325370" y="0"/>
                </a:lnTo>
                <a:close/>
              </a:path>
            </a:pathLst>
          </a:custGeom>
          <a:solidFill>
            <a:srgbClr val="FF0000"/>
          </a:solidFill>
          <a:ln>
            <a:noFill/>
          </a:ln>
          <a:effectLst/>
        </p:spPr>
        <p:txBody>
          <a:bodyPr vert="horz" wrap="square" lIns="0" tIns="0" rIns="0" bIns="0" numCol="1" spcCol="215900" anchor="t"/>
          <a:lstStyle/>
          <a:p>
            <a:pPr>
              <a:defRPr lang="en-us"/>
            </a:pPr>
          </a:p>
        </p:txBody>
      </p:sp>
      <p:sp>
        <p:nvSpPr>
          <p:cNvPr id="8" name="bg object 22"/>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P///wEAAAAAAAAAAAAAAAAAAAAAAAAAAAAAAAAAAAAAAAAAAAAAAAJ/f38A7uzhA8zMzADAwP8Af39/AAAAAAAAAAAAAAAAAAAAAAAAAAAAIQAAABgAAAAUAAAAiA4AAPgHAADYHAAAPggAABAAAAAmAAAACAAAAP//////////"/>
              </a:ext>
            </a:extLst>
          </p:cNvSpPr>
          <p:nvPr/>
        </p:nvSpPr>
        <p:spPr>
          <a:xfrm>
            <a:off x="2362200" y="1295400"/>
            <a:ext cx="2326640" cy="44450"/>
          </a:xfrm>
          <a:custGeom>
            <a:avLst/>
            <a:gdLst/>
            <a:ahLst/>
            <a:cxnLst/>
            <a:rect l="0" t="0" r="2326640" b="44450"/>
            <a:pathLst>
              <a:path w="2326640" h="44450">
                <a:moveTo>
                  <a:pt x="2326640" y="0"/>
                </a:moveTo>
                <a:lnTo>
                  <a:pt x="0" y="0"/>
                </a:lnTo>
                <a:lnTo>
                  <a:pt x="0" y="44450"/>
                </a:lnTo>
                <a:lnTo>
                  <a:pt x="1163320" y="44450"/>
                </a:lnTo>
                <a:lnTo>
                  <a:pt x="2326640" y="44450"/>
                </a:lnTo>
                <a:lnTo>
                  <a:pt x="232664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9" name="bg object 23"/>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P///wEAAAAAAAAAAAAAAAAAAAAAAAAAAAAAAAAAAAAAAAAAAAAAAAJ/f38A7uzhA8zMzADAwP8Af39/AAAAAAAAAAAAAAAAAAAAAAAAAAAAIQAAABgAAAAUAAAAAAAAAPgHAACEDgAAPggAABAAAAAmAAAACAAAAP//////////"/>
              </a:ext>
            </a:extLst>
          </p:cNvSpPr>
          <p:nvPr/>
        </p:nvSpPr>
        <p:spPr>
          <a:xfrm>
            <a:off x="0" y="1295400"/>
            <a:ext cx="2359660" cy="44450"/>
          </a:xfrm>
          <a:custGeom>
            <a:avLst/>
            <a:gdLst/>
            <a:ahLst/>
            <a:cxnLst/>
            <a:rect l="0" t="0" r="2359660" b="44450"/>
            <a:pathLst>
              <a:path w="2359660" h="44450">
                <a:moveTo>
                  <a:pt x="2359660" y="0"/>
                </a:moveTo>
                <a:lnTo>
                  <a:pt x="0" y="0"/>
                </a:lnTo>
                <a:lnTo>
                  <a:pt x="0" y="44450"/>
                </a:lnTo>
                <a:lnTo>
                  <a:pt x="1179830" y="44450"/>
                </a:lnTo>
                <a:lnTo>
                  <a:pt x="2359660" y="44450"/>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0" name="bg object 24"/>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7uzhA8zMzADAwP8Af39/AAAAAAAAAAAAAAAAAAAAAAAAAAAAIQAAABgAAAAUAAAAzBwAAPgHAAAcKwAAPggAABAAAAAmAAAACAAAAP//////////"/>
              </a:ext>
            </a:extLst>
          </p:cNvSpPr>
          <p:nvPr/>
        </p:nvSpPr>
        <p:spPr>
          <a:xfrm>
            <a:off x="4681220" y="1295400"/>
            <a:ext cx="2326640" cy="44450"/>
          </a:xfrm>
          <a:custGeom>
            <a:avLst/>
            <a:gdLst/>
            <a:ahLst/>
            <a:cxnLst/>
            <a:rect l="0" t="0" r="2326640" b="44450"/>
            <a:pathLst>
              <a:path w="2326640" h="44450">
                <a:moveTo>
                  <a:pt x="2326639" y="0"/>
                </a:moveTo>
                <a:lnTo>
                  <a:pt x="0" y="0"/>
                </a:lnTo>
                <a:lnTo>
                  <a:pt x="0" y="44450"/>
                </a:lnTo>
                <a:lnTo>
                  <a:pt x="1163319" y="44450"/>
                </a:lnTo>
                <a:lnTo>
                  <a:pt x="2326639" y="44450"/>
                </a:lnTo>
                <a:lnTo>
                  <a:pt x="2326639" y="0"/>
                </a:lnTo>
                <a:close/>
              </a:path>
            </a:pathLst>
          </a:custGeom>
          <a:solidFill>
            <a:srgbClr val="FF0000"/>
          </a:solidFill>
          <a:ln>
            <a:noFill/>
          </a:ln>
          <a:effectLst/>
        </p:spPr>
        <p:txBody>
          <a:bodyPr vert="horz" wrap="square" lIns="0" tIns="0" rIns="0" bIns="0" numCol="1" spcCol="215900" anchor="t"/>
          <a:lstStyle/>
          <a:p>
            <a:pPr>
              <a:defRPr lang="en-us"/>
            </a:pPr>
          </a:p>
        </p:txBody>
      </p:sp>
      <p:pic>
        <p:nvPicPr>
          <p:cNvPr id="11" name="bg object 25"/>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MgoAAACAAAARjYAAEQEAAAQAAAAJgAAAAgAAAD//////////w=="/>
              </a:ext>
            </a:extLst>
          </p:cNvPicPr>
          <p:nvPr/>
        </p:nvPicPr>
        <p:blipFill>
          <a:blip r:embed="rId1"/>
          <a:stretch>
            <a:fillRect/>
          </a:stretch>
        </p:blipFill>
        <p:spPr>
          <a:xfrm>
            <a:off x="6629400" y="1270"/>
            <a:ext cx="2193290" cy="692150"/>
          </a:xfrm>
          <a:prstGeom prst="rect">
            <a:avLst/>
          </a:prstGeom>
          <a:noFill/>
          <a:ln>
            <a:noFill/>
          </a:ln>
          <a:effectLst/>
        </p:spPr>
      </p:pic>
      <p:sp>
        <p:nvSpPr>
          <p:cNvPr id="12" name="bg object 26"/>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P///wEAAAAAAAAAAAAAAAAAAAAAAAAAAAAAAAAAAAAAAAAAAAAAAAJ/f38A7uzhA8zMzADAwP8Af39/AAAAAAAAAAAAAAAAAAAAAAAAAAAAIQAAABgAAAAUAAAAfBwAAEwoAADOKgAAligAABAAAAAmAAAACAAAAP//////////"/>
              </a:ext>
            </a:extLst>
          </p:cNvSpPr>
          <p:nvPr/>
        </p:nvSpPr>
        <p:spPr>
          <a:xfrm>
            <a:off x="4630420" y="6550660"/>
            <a:ext cx="2327910" cy="46990"/>
          </a:xfrm>
          <a:custGeom>
            <a:avLst/>
            <a:gdLst/>
            <a:ahLst/>
            <a:cxnLst/>
            <a:rect l="0" t="0" r="2327910" b="46990"/>
            <a:pathLst>
              <a:path w="2327910" h="46990">
                <a:moveTo>
                  <a:pt x="2327910" y="0"/>
                </a:moveTo>
                <a:lnTo>
                  <a:pt x="0" y="0"/>
                </a:lnTo>
                <a:lnTo>
                  <a:pt x="0" y="46990"/>
                </a:lnTo>
                <a:lnTo>
                  <a:pt x="1163319" y="46990"/>
                </a:lnTo>
                <a:lnTo>
                  <a:pt x="2327910" y="46990"/>
                </a:lnTo>
                <a:lnTo>
                  <a:pt x="232791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13" name="bg object 27"/>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4hsj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4hsjAP///wEAAAAAAAAAAAAAAAAAAAAAAAAAAAAAAAAAAAAAAAAAAAAAAAJ/f38A7uzhA8zMzADAwP8Af39/AAAAAAAAAAAAAAAAAAAAAAAAAAAAIQAAABgAAAAUAAAAgCoAAEooAAA+OAAAkCgAABAAAAAmAAAACAAAAP//////////"/>
              </a:ext>
            </a:extLst>
          </p:cNvSpPr>
          <p:nvPr/>
        </p:nvSpPr>
        <p:spPr>
          <a:xfrm>
            <a:off x="6908800" y="6549390"/>
            <a:ext cx="2233930" cy="44450"/>
          </a:xfrm>
          <a:custGeom>
            <a:avLst/>
            <a:gdLst/>
            <a:ahLst/>
            <a:cxnLst/>
            <a:rect l="0" t="0" r="2233930" b="44450"/>
            <a:pathLst>
              <a:path w="2233930" h="44450">
                <a:moveTo>
                  <a:pt x="2233930" y="0"/>
                </a:moveTo>
                <a:lnTo>
                  <a:pt x="0" y="0"/>
                </a:lnTo>
                <a:lnTo>
                  <a:pt x="0" y="44449"/>
                </a:lnTo>
                <a:lnTo>
                  <a:pt x="1116329" y="44449"/>
                </a:lnTo>
                <a:lnTo>
                  <a:pt x="2233930" y="44449"/>
                </a:lnTo>
                <a:lnTo>
                  <a:pt x="2233930" y="0"/>
                </a:lnTo>
                <a:close/>
              </a:path>
            </a:pathLst>
          </a:custGeom>
          <a:solidFill>
            <a:srgbClr val="E21B23"/>
          </a:solidFill>
          <a:ln>
            <a:noFill/>
          </a:ln>
          <a:effectLst/>
        </p:spPr>
        <p:txBody>
          <a:bodyPr vert="horz" wrap="square" lIns="0" tIns="0" rIns="0" bIns="0" numCol="1" spcCol="215900" anchor="t"/>
          <a:lstStyle/>
          <a:p>
            <a:pPr>
              <a:defRPr lang="en-us"/>
            </a:pPr>
          </a:p>
        </p:txBody>
      </p:sp>
      <p:sp>
        <p:nvSpPr>
          <p:cNvPr id="14" name="bg object 28"/>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P///wEAAAAAAAAAAAAAAAAAAAAAAAAAAAAAAAAAAAAAAAAAAAAAAAJ/f38A7uzhA8zMzADAwP8Af39/AAAAAAAAAAAAAAAAAAAAAAAAAAAAIQAAABgAAAAUAAAA0gwAAEwoAACyHAAAligAABAAAAAmAAAACAAAAP//////////"/>
              </a:ext>
            </a:extLst>
          </p:cNvSpPr>
          <p:nvPr/>
        </p:nvSpPr>
        <p:spPr>
          <a:xfrm>
            <a:off x="2084070" y="6550660"/>
            <a:ext cx="2580640" cy="46990"/>
          </a:xfrm>
          <a:custGeom>
            <a:avLst/>
            <a:gdLst/>
            <a:ahLst/>
            <a:cxnLst/>
            <a:rect l="0" t="0" r="2580640" b="46990"/>
            <a:pathLst>
              <a:path w="2580640" h="46990">
                <a:moveTo>
                  <a:pt x="2580640" y="0"/>
                </a:moveTo>
                <a:lnTo>
                  <a:pt x="0" y="0"/>
                </a:lnTo>
                <a:lnTo>
                  <a:pt x="0" y="46990"/>
                </a:lnTo>
                <a:lnTo>
                  <a:pt x="1290320" y="46990"/>
                </a:lnTo>
                <a:lnTo>
                  <a:pt x="2580640" y="46990"/>
                </a:lnTo>
                <a:lnTo>
                  <a:pt x="258064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5" name="bg object 29"/>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P///wEAAAAAAAAAAAAAAAAAAAAAAAAAAAAAAAAAAAAAAAAAAAAAAAJ/f38A7uzhA8zMzADAwP8Af39/AAAAAAAAAAAAAAAAAAAAAAAAAAAAIQAAABgAAAAUAAAAqBsAAFAoAAD4KQAAligAABAAAAAmAAAACAAAAP//////////"/>
              </a:ext>
            </a:extLst>
          </p:cNvSpPr>
          <p:nvPr/>
        </p:nvSpPr>
        <p:spPr>
          <a:xfrm>
            <a:off x="4495800" y="6553200"/>
            <a:ext cx="2326640" cy="44450"/>
          </a:xfrm>
          <a:custGeom>
            <a:avLst/>
            <a:gdLst/>
            <a:ahLst/>
            <a:cxnLst/>
            <a:rect l="0" t="0" r="2326640" b="44450"/>
            <a:pathLst>
              <a:path w="2326640" h="44450">
                <a:moveTo>
                  <a:pt x="2326640" y="0"/>
                </a:moveTo>
                <a:lnTo>
                  <a:pt x="0" y="0"/>
                </a:lnTo>
                <a:lnTo>
                  <a:pt x="0" y="44450"/>
                </a:lnTo>
                <a:lnTo>
                  <a:pt x="1163320" y="44450"/>
                </a:lnTo>
                <a:lnTo>
                  <a:pt x="2326640" y="44450"/>
                </a:lnTo>
                <a:lnTo>
                  <a:pt x="232664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16" name="bg object 30"/>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P///wEAAAAAAAAAAAAAAAAAAAAAAAAAAAAAAAAAAAAAAAAAAAAAAAJ/f38A7uzhA8zMzADAwP8Af39/AAAAAAAAAAAAAAAAAAAAAAAAAAAAIQAAABgAAAAUAAAAIA0AAFAoAACkGwAAligAABAAAAAmAAAACAAAAP//////////"/>
              </a:ext>
            </a:extLst>
          </p:cNvSpPr>
          <p:nvPr/>
        </p:nvSpPr>
        <p:spPr>
          <a:xfrm>
            <a:off x="2133600" y="6553200"/>
            <a:ext cx="2359660" cy="44450"/>
          </a:xfrm>
          <a:custGeom>
            <a:avLst/>
            <a:gdLst/>
            <a:ahLst/>
            <a:cxnLst/>
            <a:rect l="0" t="0" r="2359660" b="44450"/>
            <a:pathLst>
              <a:path w="2359660" h="44450">
                <a:moveTo>
                  <a:pt x="2359660" y="0"/>
                </a:moveTo>
                <a:lnTo>
                  <a:pt x="0" y="0"/>
                </a:lnTo>
                <a:lnTo>
                  <a:pt x="0" y="44450"/>
                </a:lnTo>
                <a:lnTo>
                  <a:pt x="1179829" y="44450"/>
                </a:lnTo>
                <a:lnTo>
                  <a:pt x="2359660" y="44450"/>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7" name="bg object 31"/>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7uzhA8zMzADAwP8Af39/AAAAAAAAAAAAAAAAAAAAAAAAAAAAIQAAABgAAAAUAAAA7CkAAFAoAAA+OAAAligAABAAAAAmAAAACAAAAP//////////"/>
              </a:ext>
            </a:extLst>
          </p:cNvSpPr>
          <p:nvPr/>
        </p:nvSpPr>
        <p:spPr>
          <a:xfrm>
            <a:off x="6814820" y="6553200"/>
            <a:ext cx="2327910" cy="44450"/>
          </a:xfrm>
          <a:custGeom>
            <a:avLst/>
            <a:gdLst/>
            <a:ahLst/>
            <a:cxnLst/>
            <a:rect l="0" t="0" r="2327910" b="44450"/>
            <a:pathLst>
              <a:path w="2327910" h="44450">
                <a:moveTo>
                  <a:pt x="2327910" y="0"/>
                </a:moveTo>
                <a:lnTo>
                  <a:pt x="0" y="0"/>
                </a:lnTo>
                <a:lnTo>
                  <a:pt x="0" y="44450"/>
                </a:lnTo>
                <a:lnTo>
                  <a:pt x="1163320" y="44450"/>
                </a:lnTo>
                <a:lnTo>
                  <a:pt x="2327910" y="44450"/>
                </a:lnTo>
                <a:lnTo>
                  <a:pt x="2327910" y="0"/>
                </a:lnTo>
                <a:close/>
              </a:path>
            </a:pathLst>
          </a:custGeom>
          <a:solidFill>
            <a:srgbClr val="FF0000"/>
          </a:solidFill>
          <a:ln>
            <a:noFill/>
          </a:ln>
          <a:effectLst/>
        </p:spPr>
        <p:txBody>
          <a:bodyPr vert="horz" wrap="square" lIns="0" tIns="0" rIns="0" bIns="0" numCol="1" spcCol="215900" anchor="t"/>
          <a:lstStyle/>
          <a:p>
            <a:pPr>
              <a:defRPr lang="en-us"/>
            </a:pPr>
          </a:p>
        </p:txBody>
      </p:sp>
      <p:sp>
        <p:nvSpPr>
          <p:cNvPr id="18" name="Holder 2"/>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jgQAADoMAAClNAAAIhAAABAAAAAmAAAACAAAAL+fAAD//8EB"/>
              </a:ext>
            </a:extLst>
          </p:cNvSpPr>
          <p:nvPr>
            <p:ph type="title"/>
          </p:nvPr>
        </p:nvSpPr>
        <p:spPr>
          <a:xfrm>
            <a:off x="740410" y="1987550"/>
            <a:ext cx="7817485" cy="635000"/>
          </a:xfrm>
          <a:prstGeom prst="rect">
            <a:avLst/>
          </a:prstGeom>
          <a:noFill/>
          <a:ln>
            <a:noFill/>
          </a:ln>
          <a:effectLst/>
        </p:spPr>
        <p:txBody>
          <a:bodyPr vert="horz" wrap="square" lIns="0" tIns="0" rIns="0" bIns="0" numCol="1" spcCol="215900" anchor="t">
            <a:prstTxWarp prst="textNoShape">
              <a:avLst/>
            </a:prstTxWarp>
          </a:bodyPr>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19" name="Holder 3"/>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9wcAAJUTAABbMgAA1CAAABAAAAAmAAAACAAAAL+fAAD//8EB"/>
              </a:ext>
            </a:extLst>
          </p:cNvSpPr>
          <p:nvPr>
            <p:ph type="body" idx="1"/>
          </p:nvPr>
        </p:nvSpPr>
        <p:spPr>
          <a:xfrm>
            <a:off x="1294765" y="3183255"/>
            <a:ext cx="6891020" cy="2153285"/>
          </a:xfrm>
          <a:prstGeom prst="rect">
            <a:avLst/>
          </a:prstGeom>
          <a:noFill/>
          <a:ln>
            <a:noFill/>
          </a:ln>
          <a:effectLst/>
        </p:spPr>
        <p:txBody>
          <a:bodyPr vert="horz" wrap="square" lIns="0" tIns="0" rIns="0" bIns="0" numCol="1" spcCol="215900" anchor="t">
            <a:prstTxWarp prst="textNoShape">
              <a:avLst/>
            </a:prstTxWarp>
          </a:bodyPr>
          <a:lstStyle>
            <a:lvl1pPr>
              <a:defRPr lang="en-us" b="0" i="0" cap="none">
                <a:solidFill>
                  <a:schemeClr val="tx1"/>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p>
        </p:txBody>
      </p:sp>
      <p:sp>
        <p:nvSpPr>
          <p:cNvPr id="20" name="Holder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L+fAAD//8EB"/>
              </a:ext>
            </a:extLst>
          </p:cNvSpPr>
          <p:nvPr>
            <p:ph type="ftr" sz="quarter" idx="5"/>
          </p:nvPr>
        </p:nvSpPr>
        <p:spPr>
          <a:xfrm>
            <a:off x="7364730" y="6641465"/>
            <a:ext cx="1701800" cy="181610"/>
          </a:xfrm>
          <a:prstGeom prst="rect">
            <a:avLst/>
          </a:prstGeom>
          <a:noFill/>
          <a:ln>
            <a:noFill/>
          </a:ln>
          <a:effectLst/>
        </p:spPr>
        <p:txBody>
          <a:bodyPr vert="horz" wrap="square" lIns="0" tIns="0" rIns="0" bIns="0" numCol="1" spcCol="215900" anchor="t">
            <a:prstTxWarp prst="textNoShape">
              <a:avLst/>
            </a:prstTxWarp>
          </a:bodyPr>
          <a:lstStyle>
            <a:lvl1pPr>
              <a:defRPr lang="en-us" sz="11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21" name="Holder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AIAADwnAADADwAAWCkAABAAAAAmAAAACAAAAL+fAAD//8EB"/>
              </a:ext>
            </a:extLst>
          </p:cNvSpPr>
          <p:nvPr>
            <p:ph type="dt" sz="half" idx="6"/>
          </p:nvPr>
        </p:nvSpPr>
        <p:spPr>
          <a:xfrm>
            <a:off x="457200" y="6377940"/>
            <a:ext cx="2103120" cy="342900"/>
          </a:xfrm>
          <a:prstGeom prst="rect">
            <a:avLst/>
          </a:prstGeom>
          <a:noFill/>
          <a:ln>
            <a:noFill/>
          </a:ln>
          <a:effectLst/>
        </p:spPr>
        <p:txBody>
          <a:bodyPr vert="horz" wrap="square" lIns="0" tIns="0" rIns="0" bIns="0" numCol="1" spcCol="215900" anchor="t">
            <a:prstTxWarp prst="textNoShape">
              <a:avLst/>
            </a:prstTxWarp>
          </a:bodyPr>
          <a:lstStyle>
            <a:lvl1pPr algn="l">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65D99701-4F88-8C61-C661-B934D92F30EC}" type="datetime1">
              <a:t/>
            </a:fld>
          </a:p>
        </p:txBody>
      </p:sp>
      <p:sp>
        <p:nvSpPr>
          <p:cNvPr id="22" name="Holder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gCgAADwnAABwNQAAWCkAABAAAAAmAAAACAAAAL+fAAD//8EB"/>
              </a:ext>
            </a:extLst>
          </p:cNvSpPr>
          <p:nvPr>
            <p:ph type="sldNum" sz="quarter" idx="7"/>
          </p:nvPr>
        </p:nvSpPr>
        <p:spPr>
          <a:xfrm>
            <a:off x="6583680" y="6377940"/>
            <a:ext cx="2103120" cy="342900"/>
          </a:xfrm>
          <a:prstGeom prst="rect">
            <a:avLst/>
          </a:prstGeom>
          <a:noFill/>
          <a:ln>
            <a:noFill/>
          </a:ln>
          <a:effectLst/>
        </p:spPr>
        <p:txBody>
          <a:bodyPr vert="horz" wrap="square" lIns="0" tIns="0" rIns="0" bIns="0" numCol="1" spcCol="215900" anchor="t">
            <a:prstTxWarp prst="textNoShape">
              <a:avLst/>
            </a:prstTxWarp>
          </a:bodyPr>
          <a:lstStyle>
            <a:lvl1pPr algn="r">
              <a:defRPr lang="en-us"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0156C78A-C4EC-0331-A2EE-326489A05467}" type="slidenum">
              <a:t/>
            </a:fld>
          </a:p>
        </p:txBody>
      </p:sp>
    </p:spTree>
  </p:cSld>
  <p:clrMap bg1="lt1" tx1="dk1" bg2="lt2" tx2="dk2" accent1="accent1" accent2="accent2" accent3="accent3" accent4="accent4" accent5="accent5" accent6="accent6" hlink="hlink" folHlink="folHlink"/>
  <p:sldLayoutIdLst>
    <p:sldLayoutId id="2147483661" r:id="rId2"/>
    <p:sldLayoutId id="2147483662" r:id="rId3"/>
    <p:sldLayoutId id="2147483663" r:id="rId4"/>
    <p:sldLayoutId id="2147483664" r:id="rId5"/>
    <p:sldLayoutId id="2147483665" r:id="rId6"/>
    <p:sldLayoutId id="2147483667" r:id="rId7"/>
    <p:sldLayoutId id="2147483668" r:id="rId8"/>
  </p:sldLayoutIdLst>
  <p:hf hdr="0" ftr="0"/>
  <p:txStyles>
    <p:title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9.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2.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9.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20.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s>
</file>

<file path=ppt/slides/_rels/slide21.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2.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4.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6.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jpeg"/></Relationships>
</file>

<file path=ppt/slides/_rels/slide27.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4.jpeg"/></Relationships>
</file>

<file path=ppt/slides/_rels/slide28.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eg"/><Relationship Id="rId3" Type="http://schemas.openxmlformats.org/officeDocument/2006/relationships/image" Target="../media/image1.png"/><Relationship Id="rId4" Type="http://schemas.openxmlformats.org/officeDocument/2006/relationships/image" Target="../media/image26.png"/></Relationships>
</file>

<file path=ppt/slides/_rels/slide29.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33.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jpeg"/></Relationships>
</file>

<file path=ppt/slides/_rels/slide34.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29.jpeg"/></Relationships>
</file>

<file path=ppt/slides/_rels/slide35.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29.jpeg"/></Relationships>
</file>

<file path=ppt/slides/_rels/slide36.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7.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image" Target="../media/image33.png"/></Relationships>
</file>

<file path=ppt/slides/_rels/slide38.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9.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40.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2.xml.rels><?xml version="1.0" encoding="UTF-8" standalone="yes" ?>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43.xml.rels><?xml version="1.0" encoding="UTF-8" standalone="yes" ?>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jpeg"/></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OY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eA8AAHAXAACANAAAeB4AABAAAAAmAAAACAAAAAGAAAAAAAAA"/>
              </a:ext>
            </a:extLst>
          </p:cNvSpPr>
          <p:nvPr>
            <p:ph type="title"/>
          </p:nvPr>
        </p:nvSpPr>
        <p:spPr>
          <a:xfrm>
            <a:off x="2514600" y="3810000"/>
            <a:ext cx="6019800" cy="1143000"/>
          </a:xfrm>
        </p:spPr>
        <p:txBody>
          <a:bodyPr/>
          <a:lstStyle>
            <a:lvl1pPr>
              <a:defRPr lang="en-us" cap="none" spc="-7"/>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lgn="ctr">
              <a:lnSpc>
                <a:spcPct val="115000"/>
              </a:lnSpc>
              <a:defRPr lang="en-us" cap="none">
                <a:latin typeface="Times New Roman" pitchFamily="1" charset="0"/>
                <a:ea typeface="Times New Roman" pitchFamily="1" charset="0"/>
                <a:cs typeface="Times New Roman" pitchFamily="1" charset="0"/>
              </a:defRPr>
            </a:pPr>
            <a:r>
              <a:rPr lang="en-us" sz="3200" b="1" cap="none">
                <a:solidFill>
                  <a:schemeClr val="bg1"/>
                </a:solidFill>
              </a:rPr>
              <a:t>Artificial Intelligence </a:t>
            </a:r>
            <a:br/>
            <a:r>
              <a:rPr lang="en-us" sz="3200" b="1" cap="none">
                <a:solidFill>
                  <a:schemeClr val="bg1"/>
                </a:solidFill>
              </a:rPr>
              <a:t>Knowledge Representation: Logic</a:t>
            </a:r>
            <a:endParaRPr lang="en-us" sz="3200" b="1" cap="none">
              <a:solidFill>
                <a:schemeClr val="bg1"/>
              </a:solidFill>
            </a:endParaRPr>
          </a:p>
        </p:txBody>
      </p:sp>
      <p:sp>
        <p:nvSpPr>
          <p:cNvPr id="3" name="Content Placeholder 5"/>
          <p:cNvSpPr>
            <a:spLocks noGrp="1" noChangeArrowheads="1"/>
            <a:extLst>
              <a:ext uri="smNativeData">
                <pr:smNativeData xmlns:pr="smNativeData" xmlns="smNativeData" val="SMDATA_15_kMSR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Fd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eA8AAOAfAACANAAAKCMAAAAAAAAmAAAACAAAAAEgAAAAAAAA"/>
              </a:ext>
            </a:extLst>
          </p:cNvSpPr>
          <p:nvPr>
            <p:ph type="body" idx="1"/>
          </p:nvPr>
        </p:nvSpPr>
        <p:spPr>
          <a:xfrm>
            <a:off x="2514600" y="5181600"/>
            <a:ext cx="6019800" cy="533400"/>
          </a:xfrm>
        </p:spPr>
        <p:txBody>
          <a:bodyPr vert="horz" wrap="square" lIns="0" tIns="0" rIns="0" bIns="0" numCol="1" spcCol="215900" anchor="b">
            <a:prstTxWarp prst="textNoShape">
              <a:avLst/>
            </a:prstTxWarp>
          </a:bodyPr>
          <a:lstStyle/>
          <a:p>
            <a:pPr algn="ctr" defTabSz="887095">
              <a:lnSpc>
                <a:spcPts val="1700"/>
              </a:lnSpc>
              <a:tabLst/>
              <a:defRPr lang="en-us" sz="2000" b="1" cap="none">
                <a:solidFill>
                  <a:schemeClr val="bg1"/>
                </a:solidFill>
              </a:defRPr>
            </a:pPr>
            <a:r>
              <a:t>By </a:t>
            </a:r>
          </a:p>
          <a:p>
            <a:pPr algn="ctr" defTabSz="887095">
              <a:lnSpc>
                <a:spcPts val="1700"/>
              </a:lnSpc>
              <a:tabLst/>
              <a:defRPr lang="en-us" sz="2000" b="1" cap="none">
                <a:solidFill>
                  <a:schemeClr val="bg1"/>
                </a:solidFill>
              </a:defRPr>
            </a:pPr>
            <a:r>
              <a:t>Prof. Brahmanaidu Kakarla</a:t>
            </a: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1"/>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HsUrk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4AEAAJgcAADoNQAAcCYAABAAAAAmAAAACAAAAAAAAAAAAAAA"/>
              </a:ext>
            </a:extLst>
          </p:cNvSpPr>
          <p:nvPr>
            <p:ph type="body" idx="1"/>
          </p:nvPr>
        </p:nvSpPr>
        <p:spPr/>
        <p:txBody>
          <a:bodyPr/>
          <a:lstStyle/>
          <a:p>
            <a:pPr algn="ctr">
              <a:defRPr lang="en-us"/>
            </a:pPr>
            <a:r>
              <a:rPr lang="en-in" cap="none">
                <a:solidFill>
                  <a:srgbClr val="17375E"/>
                </a:solidFill>
              </a:rPr>
              <a:t>SSWT ZC444 – Artificial Intelligence</a:t>
            </a:r>
            <a:endParaRPr lang="en-in" cap="none">
              <a:solidFill>
                <a:srgbClr val="17375E"/>
              </a:solidFill>
            </a:endParaRPr>
          </a:p>
          <a:p>
            <a:pPr algn="ctr">
              <a:defRPr lang="en-us"/>
            </a:pPr>
            <a:r>
              <a:rPr lang="en-us" cap="none">
                <a:solidFill>
                  <a:srgbClr val="17375E"/>
                </a:solidFill>
              </a:rPr>
              <a:t>Lecture No. : 5</a:t>
            </a:r>
            <a:endParaRPr lang="en-us" cap="none">
              <a:solidFill>
                <a:srgbClr val="17375E"/>
              </a:solidFill>
            </a:endParaRPr>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Picture 4"/>
          <p:cNvPicPr>
            <a:picLocks noChangeAspect="1"/>
            <a:extLst>
              <a:ext uri="smNativeData">
                <pr:smNativeData xmlns:pr="smNativeData" xmlns="smNativeData" val="SMDATA_17_kMSR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IINAAAdDwAAvSwAAEAaAAAQAAAAJgAAAAgAAAD//////////w=="/>
              </a:ext>
            </a:extLst>
          </p:cNvPicPr>
          <p:nvPr/>
        </p:nvPicPr>
        <p:blipFill>
          <a:blip r:embed="rId2"/>
          <a:stretch>
            <a:fillRect/>
          </a:stretch>
        </p:blipFill>
        <p:spPr>
          <a:xfrm>
            <a:off x="2195830" y="2456815"/>
            <a:ext cx="5076825" cy="1810385"/>
          </a:xfrm>
          <a:prstGeom prst="rect">
            <a:avLst/>
          </a:prstGeom>
          <a:noFill/>
          <a:ln>
            <a:noFill/>
          </a:ln>
          <a:effectLst/>
        </p:spPr>
      </p:pic>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1"/>
          <p:cNvSpPr>
            <a:spLocks noGrp="1" noChangeArrowheads="1"/>
            <a:extLst>
              <a:ext uri="smNativeData">
                <pr:smNativeData xmlns:pr="smNativeData" xmlns="smNativeData" val="SMDATA_15_kMSRaRMAAAAlAAAAZAAAAA0AAAAAbAAAADYAAABsAAAAN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KAUAAEALAADoNQAAKCMAABAAAAAmAAAACAAAAD0QAAAAAAAA"/>
              </a:ext>
            </a:extLst>
          </p:cNvSpPr>
          <p:nvPr>
            <p:ph type="body" idx="1"/>
          </p:nvPr>
        </p:nvSpPr>
        <p:spPr>
          <a:xfrm>
            <a:off x="838200" y="1828800"/>
            <a:ext cx="7924800" cy="3886200"/>
          </a:xfrm>
        </p:spPr>
        <p:txBody>
          <a:bodyPr vert="horz" wrap="square" lIns="68580" tIns="34290" rIns="68580" bIns="34290" numCol="1" spcCol="215900" anchor="t">
            <a:prstTxWarp prst="textNoShape">
              <a:avLst/>
            </a:prstTxWarp>
          </a:bodyPr>
          <a:lstStyle/>
          <a:p>
            <a:pPr marL="457200" indent="-457200" algn="l">
              <a:lnSpc>
                <a:spcPct val="130000"/>
              </a:lnSpc>
              <a:buFont typeface="Arial" pitchFamily="1" charset="0"/>
              <a:buChar char="•"/>
              <a:defRPr lang="en-us" sz="2720" cap="none"/>
            </a:pPr>
            <a:r>
              <a:rPr lang="en-in" sz="2000" cap="none"/>
              <a:t>It is important  to know that just login to the session does not guarantee the  attendance.</a:t>
            </a:r>
            <a:endParaRPr lang="en-in" sz="2000" cap="none"/>
          </a:p>
          <a:p>
            <a:pPr marL="457200" indent="-457200" algn="l">
              <a:lnSpc>
                <a:spcPct val="130000"/>
              </a:lnSpc>
              <a:buFont typeface="Arial" pitchFamily="1" charset="0"/>
              <a:buChar char="•"/>
              <a:defRPr lang="en-us" sz="2720" cap="none"/>
            </a:pPr>
            <a:r>
              <a:rPr lang="en-in" sz="2000" cap="none"/>
              <a:t>Once you join the session, continue till the end to consider you as present in the class.</a:t>
            </a:r>
            <a:endParaRPr lang="en-in" sz="2000" cap="none"/>
          </a:p>
          <a:p>
            <a:pPr marL="457200" indent="-457200" algn="l">
              <a:lnSpc>
                <a:spcPct val="130000"/>
              </a:lnSpc>
              <a:buFont typeface="Arial" pitchFamily="1" charset="0"/>
              <a:buChar char="•"/>
              <a:defRPr lang="en-us" sz="2720" cap="none"/>
            </a:pPr>
            <a:r>
              <a:rPr lang="en-in" sz="2000" cap="none"/>
              <a:t>IMPORTANTLY, you need to make the class more interactive by responding to Professors queries in the session.</a:t>
            </a:r>
            <a:endParaRPr lang="en-in" sz="2000" cap="none"/>
          </a:p>
          <a:p>
            <a:pPr marL="457200" indent="-457200" algn="l">
              <a:lnSpc>
                <a:spcPct val="130000"/>
              </a:lnSpc>
              <a:buFont typeface="Arial" pitchFamily="1" charset="0"/>
              <a:buChar char="•"/>
              <a:defRPr lang="en-us" sz="2720" cap="none"/>
            </a:pPr>
            <a:r>
              <a:rPr lang="en-in" sz="2000" cap="none"/>
              <a:t> </a:t>
            </a:r>
            <a:r>
              <a:rPr lang="en-in" sz="2000" b="1" cap="none">
                <a:solidFill>
                  <a:srgbClr val="FF0000"/>
                </a:solidFill>
              </a:rPr>
              <a:t>Whenever Professor calls your number / name ,you need to respond, otherwise it will be considered as ABSENT</a:t>
            </a:r>
            <a:endParaRPr lang="en-in" sz="2000" b="1" cap="none">
              <a:solidFill>
                <a:srgbClr val="FF0000"/>
              </a:solidFill>
            </a:endParaRPr>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sAQAAGAJAADuNQAAjBwAABAAAAAmAAAACAAAAP//////////"/>
              </a:ext>
            </a:extLst>
          </p:cNvSpPr>
          <p:nvPr/>
        </p:nvSpPr>
        <p:spPr>
          <a:xfrm>
            <a:off x="762000" y="1524000"/>
            <a:ext cx="8004810" cy="3116580"/>
          </a:xfrm>
          <a:prstGeom prst="rect">
            <a:avLst/>
          </a:prstGeom>
          <a:noFill/>
          <a:ln>
            <a:noFill/>
          </a:ln>
          <a:effectLst/>
        </p:spPr>
        <p:txBody>
          <a:bodyPr vert="horz" wrap="square" lIns="0" tIns="12700" rIns="0" bIns="0" numCol="1" spcCol="215900" anchor="t"/>
          <a:lstStyle/>
          <a:p>
            <a:pPr marL="355600" marR="5080" indent="-342900" defTabSz="914400">
              <a:lnSpc>
                <a:spcPct val="100000"/>
              </a:lnSpc>
              <a:spcBef>
                <a:spcPts val="100"/>
              </a:spcBef>
              <a:buClr>
                <a:srgbClr val="09CFD8"/>
              </a:buClr>
              <a:buSzPts val="1880"/>
              <a:buFont typeface="Wingdings" pitchFamily="0" charset="2"/>
              <a:buChar char="Ø"/>
              <a:tabLst>
                <a:tab pos="336550" algn="l"/>
              </a:tabLst>
              <a:defRPr lang="en-us"/>
            </a:pPr>
            <a:r>
              <a:rPr lang="en-us" sz="2400" cap="none"/>
              <a:t>Reducing first-order inference to propositional  inference</a:t>
            </a:r>
            <a:endParaRPr lang="en-us" sz="2400" cap="none"/>
          </a:p>
          <a:p>
            <a:pPr marL="355600" indent="-342900" defTabSz="914400">
              <a:lnSpc>
                <a:spcPct val="100000"/>
              </a:lnSpc>
              <a:spcBef>
                <a:spcPts val="630"/>
              </a:spcBef>
              <a:buClr>
                <a:srgbClr val="09CFD8"/>
              </a:buClr>
              <a:buSzPts val="1880"/>
              <a:buFont typeface="Wingdings" pitchFamily="0" charset="2"/>
              <a:buChar char="Ø"/>
              <a:tabLst>
                <a:tab pos="336550" algn="l"/>
              </a:tabLst>
              <a:defRPr lang="en-us"/>
            </a:pPr>
            <a:r>
              <a:rPr lang="en-us" sz="2400" cap="none"/>
              <a:t>Unification</a:t>
            </a:r>
            <a:endParaRPr lang="en-us" sz="2400" cap="none"/>
          </a:p>
          <a:p>
            <a:pPr marL="355600" indent="-342900" defTabSz="914400">
              <a:lnSpc>
                <a:spcPct val="100000"/>
              </a:lnSpc>
              <a:spcBef>
                <a:spcPts val="620"/>
              </a:spcBef>
              <a:buClr>
                <a:srgbClr val="09CFD8"/>
              </a:buClr>
              <a:buSzPts val="1880"/>
              <a:buFont typeface="Wingdings" pitchFamily="0" charset="2"/>
              <a:buChar char="Ø"/>
              <a:tabLst>
                <a:tab pos="336550" algn="l"/>
              </a:tabLst>
              <a:defRPr lang="en-us"/>
            </a:pPr>
            <a:r>
              <a:rPr lang="en-us" sz="2400" cap="none"/>
              <a:t>Generalized Modus Ponens</a:t>
            </a:r>
            <a:endParaRPr lang="en-us" sz="2400" cap="none"/>
          </a:p>
          <a:p>
            <a:pPr marL="355600" indent="-342900" defTabSz="914400">
              <a:lnSpc>
                <a:spcPct val="100000"/>
              </a:lnSpc>
              <a:spcBef>
                <a:spcPts val="630"/>
              </a:spcBef>
              <a:buClr>
                <a:srgbClr val="09CFD8"/>
              </a:buClr>
              <a:buSzPts val="1880"/>
              <a:buFont typeface="Wingdings" pitchFamily="0" charset="2"/>
              <a:buChar char="Ø"/>
              <a:tabLst>
                <a:tab pos="336550" algn="l"/>
              </a:tabLst>
              <a:defRPr lang="en-us"/>
            </a:pPr>
            <a:r>
              <a:rPr lang="en-us" sz="2400" cap="none"/>
              <a:t>Forward chaining</a:t>
            </a:r>
            <a:endParaRPr lang="en-us" sz="2400" cap="none"/>
          </a:p>
          <a:p>
            <a:pPr marL="355600" indent="-342900" defTabSz="914400">
              <a:lnSpc>
                <a:spcPct val="100000"/>
              </a:lnSpc>
              <a:spcBef>
                <a:spcPts val="620"/>
              </a:spcBef>
              <a:buClr>
                <a:srgbClr val="09CFD8"/>
              </a:buClr>
              <a:buSzPts val="1880"/>
              <a:buFont typeface="Wingdings" pitchFamily="0" charset="2"/>
              <a:buChar char="Ø"/>
              <a:tabLst>
                <a:tab pos="336550" algn="l"/>
              </a:tabLst>
              <a:defRPr lang="en-us"/>
            </a:pPr>
            <a:r>
              <a:rPr lang="en-us" sz="2400" cap="none"/>
              <a:t>Backward chaining</a:t>
            </a:r>
            <a:endParaRPr lang="en-us" sz="2400" cap="none"/>
          </a:p>
          <a:p>
            <a:pPr marL="355600" indent="-342900" defTabSz="914400">
              <a:lnSpc>
                <a:spcPct val="100000"/>
              </a:lnSpc>
              <a:spcBef>
                <a:spcPts val="620"/>
              </a:spcBef>
              <a:buClr>
                <a:srgbClr val="09CFD8"/>
              </a:buClr>
              <a:buSzPts val="1880"/>
              <a:buFont typeface="Wingdings" pitchFamily="0" charset="2"/>
              <a:buChar char="Ø"/>
              <a:tabLst>
                <a:tab pos="336550" algn="l"/>
              </a:tabLst>
              <a:defRPr lang="en-us"/>
            </a:pPr>
            <a:r>
              <a:rPr lang="en-us" sz="2400" cap="none"/>
              <a:t>Resolution</a:t>
            </a:r>
            <a:endParaRPr lang="en-us" sz="2400" cap="none"/>
          </a:p>
        </p:txBody>
      </p:sp>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ZhAAAOABAAAQHQAAGAYAABAAAAAmAAAACAAAAP//////////"/>
              </a:ext>
            </a:extLst>
          </p:cNvSpPr>
          <p:nvPr/>
        </p:nvSpPr>
        <p:spPr>
          <a:xfrm>
            <a:off x="2665730" y="304800"/>
            <a:ext cx="205867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Agenda</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JgMAAOwIAACANAAARgsAABAAAAAmAAAACAAAAP//////////"/>
              </a:ext>
            </a:extLst>
          </p:cNvSpPr>
          <p:nvPr/>
        </p:nvSpPr>
        <p:spPr>
          <a:xfrm>
            <a:off x="511810" y="1450340"/>
            <a:ext cx="8022590" cy="38227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400" cap="none">
                <a:solidFill>
                  <a:srgbClr val="990000"/>
                </a:solidFill>
                <a:latin typeface="Times New Roman" pitchFamily="1" charset="0"/>
                <a:ea typeface="Calibri" pitchFamily="2" charset="0"/>
                <a:cs typeface="Times New Roman" pitchFamily="1" charset="0"/>
              </a:rPr>
              <a:t>Universal instantiation (UI)</a:t>
            </a:r>
            <a:endParaRPr lang="en-us" sz="2400" cap="none">
              <a:latin typeface="Times New Roman" pitchFamily="1" charset="0"/>
              <a:ea typeface="Calibri" pitchFamily="2" charset="0"/>
              <a:cs typeface="Times New Roman" pitchFamily="1" charset="0"/>
            </a:endParaRPr>
          </a:p>
        </p:txBody>
      </p:sp>
      <p:sp>
        <p:nvSpPr>
          <p:cNvPr id="3" name="object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pic>
        <p:nvPicPr>
          <p:cNvPr id="4"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B0cmlu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CYDAAAqDAAAOjYAAGAmAAAQAAAAJgAAAAgAAAD//////////w=="/>
              </a:ext>
            </a:extLst>
          </p:cNvPicPr>
          <p:nvPr/>
        </p:nvPicPr>
        <p:blipFill>
          <a:blip r:embed="rId2"/>
          <a:stretch>
            <a:fillRect/>
          </a:stretch>
        </p:blipFill>
        <p:spPr>
          <a:xfrm>
            <a:off x="511810" y="1977390"/>
            <a:ext cx="8303260" cy="4260850"/>
          </a:xfrm>
          <a:prstGeom prst="rect">
            <a:avLst/>
          </a:prstGeom>
          <a:noFill/>
          <a:ln>
            <a:noFill/>
          </a:ln>
          <a:effectLst/>
        </p:spPr>
      </p:pic>
      <p:sp>
        <p:nvSpPr>
          <p:cNvPr id="5"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PAAAADIKAAAEwcAABAAAAAmAAAACAAAAP//////////"/>
              </a:ext>
            </a:extLst>
          </p:cNvSpPr>
          <p:nvPr/>
        </p:nvSpPr>
        <p:spPr>
          <a:xfrm>
            <a:off x="228600" y="152400"/>
            <a:ext cx="6400800" cy="997585"/>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Reducing first-order inference to propositional	inference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RgQAAE0IAABpNQAARxQAABAAAAAmAAAACAAAAP//////////"/>
              </a:ext>
            </a:extLst>
          </p:cNvSpPr>
          <p:nvPr/>
        </p:nvSpPr>
        <p:spPr>
          <a:xfrm>
            <a:off x="694690" y="1349375"/>
            <a:ext cx="7987665" cy="1946910"/>
          </a:xfrm>
          <a:prstGeom prst="rect">
            <a:avLst/>
          </a:prstGeom>
          <a:noFill/>
          <a:ln>
            <a:noFill/>
          </a:ln>
          <a:effectLst/>
        </p:spPr>
        <p:txBody>
          <a:bodyPr vert="horz" wrap="square" lIns="0" tIns="12700" rIns="0" bIns="0" numCol="1" spcCol="215900" anchor="t"/>
          <a:lstStyle/>
          <a:p>
            <a:pPr marL="12700">
              <a:spcBef>
                <a:spcPts val="100"/>
              </a:spcBef>
              <a:defRPr lang="en-us"/>
            </a:pPr>
            <a:r>
              <a:rPr lang="en-us" sz="2400" cap="none">
                <a:solidFill>
                  <a:srgbClr val="990000"/>
                </a:solidFill>
                <a:latin typeface="Times New Roman" pitchFamily="1" charset="0"/>
                <a:ea typeface="Calibri" pitchFamily="2" charset="0"/>
                <a:cs typeface="Times New Roman" pitchFamily="1" charset="0"/>
              </a:rPr>
              <a:t>Existential instantiation (EI)</a:t>
            </a:r>
            <a:endParaRPr lang="en-us" sz="2400" cap="none">
              <a:solidFill>
                <a:srgbClr val="990000"/>
              </a:solidFill>
              <a:latin typeface="Times New Roman" pitchFamily="1" charset="0"/>
              <a:ea typeface="Calibri" pitchFamily="2" charset="0"/>
              <a:cs typeface="Times New Roman" pitchFamily="1" charset="0"/>
            </a:endParaRPr>
          </a:p>
          <a:p>
            <a:pPr marL="88900" marR="5080">
              <a:lnSpc>
                <a:spcPct val="100000"/>
              </a:lnSpc>
              <a:spcBef>
                <a:spcPts val="110"/>
              </a:spcBef>
              <a:defRPr lang="en-us"/>
            </a:pPr>
            <a:endParaRPr lang="en-us" sz="2000" cap="none">
              <a:latin typeface="Arial MT" pitchFamily="0" charset="0"/>
              <a:ea typeface="Calibri" pitchFamily="2" charset="0"/>
              <a:cs typeface="Arial MT" pitchFamily="0" charset="0"/>
            </a:endParaRPr>
          </a:p>
          <a:p>
            <a:pPr marL="88900" marR="5080">
              <a:lnSpc>
                <a:spcPct val="100000"/>
              </a:lnSpc>
              <a:spcBef>
                <a:spcPts val="110"/>
              </a:spcBef>
              <a:defRPr lang="en-us"/>
            </a:pPr>
            <a:r>
              <a:rPr lang="en-us" sz="2000" cap="none">
                <a:latin typeface="Arial MT" pitchFamily="0" charset="0"/>
                <a:ea typeface="Calibri" pitchFamily="2" charset="0"/>
                <a:cs typeface="Arial MT" pitchFamily="0" charset="0"/>
              </a:rPr>
              <a:t>For any sentence a, variable v, and constant  symbol k that does not appear elsewhere in the  knowledge base:</a:t>
            </a:r>
            <a:endParaRPr lang="en-us" sz="2000" cap="none">
              <a:latin typeface="Arial MT" pitchFamily="0" charset="0"/>
              <a:ea typeface="Calibri" pitchFamily="2" charset="0"/>
              <a:cs typeface="Arial MT" pitchFamily="0" charset="0"/>
            </a:endParaRPr>
          </a:p>
          <a:p>
            <a:pPr>
              <a:lnSpc>
                <a:spcPct val="100000"/>
              </a:lnSpc>
              <a:spcBef>
                <a:spcPts val="15"/>
              </a:spcBef>
              <a:defRPr lang="en-us"/>
            </a:pPr>
            <a:endParaRPr lang="en-us" sz="2000" cap="none">
              <a:latin typeface="Arial MT" pitchFamily="0" charset="0"/>
              <a:ea typeface="Calibri" pitchFamily="2" charset="0"/>
              <a:cs typeface="Arial MT" pitchFamily="0" charset="0"/>
            </a:endParaRPr>
          </a:p>
          <a:p>
            <a:pPr marL="3112135">
              <a:lnSpc>
                <a:spcPct val="100000"/>
              </a:lnSpc>
              <a:defRPr lang="en-us"/>
            </a:pPr>
            <a:r>
              <a:rPr lang="en-us" sz="2000" cap="none">
                <a:latin typeface="Arial MT" pitchFamily="0" charset="0"/>
                <a:ea typeface="Calibri" pitchFamily="2" charset="0"/>
                <a:cs typeface="Arial MT" pitchFamily="0" charset="0"/>
              </a:rPr>
              <a:t>Subst({v/k}, </a:t>
            </a:r>
            <a:r>
              <a:rPr lang="en-us" sz="2000" cap="none">
                <a:latin typeface="Times New Roman" pitchFamily="1" charset="0"/>
                <a:ea typeface="Calibri" pitchFamily="2" charset="0"/>
                <a:cs typeface="Times New Roman" pitchFamily="1" charset="0"/>
              </a:rPr>
              <a:t>a</a:t>
            </a:r>
            <a:r>
              <a:rPr lang="en-us" sz="2000" cap="none">
                <a:latin typeface="Arial MT" pitchFamily="0" charset="0"/>
                <a:ea typeface="Calibri" pitchFamily="2" charset="0"/>
                <a:cs typeface="Arial MT" pitchFamily="0" charset="0"/>
              </a:rPr>
              <a:t>)</a:t>
            </a:r>
            <a:endParaRPr lang="en-us" sz="2000" cap="none">
              <a:latin typeface="Arial MT" pitchFamily="0" charset="0"/>
              <a:ea typeface="Calibri" pitchFamily="2" charset="0"/>
              <a:cs typeface="Arial MT" pitchFamily="0" charset="0"/>
            </a:endParaRPr>
          </a:p>
        </p:txBody>
      </p:sp>
      <p:pic>
        <p:nvPicPr>
          <p:cNvPr id="3"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LwDAACiFwAAdDAAAGIeAAAQAAAAJgAAAAgAAAD//////////w=="/>
              </a:ext>
            </a:extLst>
          </p:cNvPicPr>
          <p:nvPr/>
        </p:nvPicPr>
        <p:blipFill>
          <a:blip r:embed="rId2"/>
          <a:stretch>
            <a:fillRect/>
          </a:stretch>
        </p:blipFill>
        <p:spPr>
          <a:xfrm>
            <a:off x="607060" y="3841750"/>
            <a:ext cx="7269480" cy="1097280"/>
          </a:xfrm>
          <a:prstGeom prst="rect">
            <a:avLst/>
          </a:prstGeom>
          <a:noFill/>
          <a:ln>
            <a:noFill/>
          </a:ln>
          <a:effectLst/>
        </p:spPr>
      </p:pic>
      <p:pic>
        <p:nvPicPr>
          <p:cNvPr id="4" name="object 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GgQAAAxEQAA6hUAAM0VAAAQAAAAJgAAAAgAAAD//////////w=="/>
              </a:ext>
            </a:extLst>
          </p:cNvPicPr>
          <p:nvPr/>
        </p:nvPicPr>
        <p:blipFill>
          <a:blip r:embed="rId3"/>
          <a:stretch>
            <a:fillRect/>
          </a:stretch>
        </p:blipFill>
        <p:spPr>
          <a:xfrm>
            <a:off x="2667000" y="2794635"/>
            <a:ext cx="895350" cy="749300"/>
          </a:xfrm>
          <a:prstGeom prst="rect">
            <a:avLst/>
          </a:prstGeom>
          <a:noFill/>
          <a:ln>
            <a:noFill/>
          </a:ln>
          <a:effectLst/>
        </p:spPr>
      </p:pic>
      <p:sp>
        <p:nvSpPr>
          <p:cNvPr id="5" name="object 7"/>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Rectangle 8"/>
          <p:cNvSpPr>
            <a:extLst>
              <a:ext uri="smNativeData">
                <pr:smNativeData xmlns:pr="smNativeData" xmlns="smNativeData" val="SMDATA_15_kMSR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RgQAAIAeAAAYMwAA9iAAABAAAAAmAAAACAAAAP//////////"/>
              </a:ext>
            </a:extLst>
          </p:cNvSpPr>
          <p:nvPr/>
        </p:nvSpPr>
        <p:spPr>
          <a:xfrm>
            <a:off x="694690" y="4958080"/>
            <a:ext cx="7611110" cy="400050"/>
          </a:xfrm>
          <a:prstGeom prst="rect">
            <a:avLst/>
          </a:prstGeom>
          <a:noFill/>
          <a:ln>
            <a:noFill/>
          </a:ln>
          <a:effectLst/>
        </p:spPr>
        <p:txBody>
          <a:bodyPr vert="horz" wrap="square" lIns="91440" tIns="45720" rIns="91440" bIns="4572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provided C1 is a new constant symbol, called a Skolem Constant</a:t>
            </a:r>
            <a:endParaRPr lang="en-us" sz="2000" cap="none">
              <a:latin typeface="Arial MT" pitchFamily="0" charset="0"/>
              <a:ea typeface="Calibri" pitchFamily="2" charset="0"/>
              <a:cs typeface="Arial MT" pitchFamily="0" charset="0"/>
            </a:endParaRPr>
          </a:p>
        </p:txBody>
      </p:sp>
      <p:sp>
        <p:nvSpPr>
          <p:cNvPr id="7"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PAAAADIKAAAEwcAABAAAAAmAAAACAAAAP//////////"/>
              </a:ext>
            </a:extLst>
          </p:cNvSpPr>
          <p:nvPr/>
        </p:nvSpPr>
        <p:spPr>
          <a:xfrm>
            <a:off x="228600" y="152400"/>
            <a:ext cx="6400800" cy="997585"/>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Reducing first-order inference to propositional	inference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cgEAAK4JAAAJMAAAFhYAABAAAAAmAAAACAAAAP//////////"/>
              </a:ext>
            </a:extLst>
          </p:cNvSpPr>
          <p:nvPr/>
        </p:nvSpPr>
        <p:spPr>
          <a:xfrm>
            <a:off x="234950" y="1573530"/>
            <a:ext cx="7573645" cy="2016760"/>
          </a:xfrm>
          <a:prstGeom prst="rect">
            <a:avLst/>
          </a:prstGeom>
          <a:noFill/>
          <a:ln>
            <a:noFill/>
          </a:ln>
          <a:effectLst/>
        </p:spPr>
        <p:txBody>
          <a:bodyPr vert="horz" wrap="square" lIns="0" tIns="12700" rIns="0" bIns="0" numCol="1" spcCol="215900" anchor="t"/>
          <a:lstStyle/>
          <a:p>
            <a:pPr marL="61595">
              <a:lnSpc>
                <a:spcPct val="100000"/>
              </a:lnSpc>
              <a:spcBef>
                <a:spcPts val="100"/>
              </a:spcBef>
              <a:defRPr lang="en-us"/>
            </a:pPr>
            <a:r>
              <a:rPr lang="en-us" sz="2000" cap="none">
                <a:latin typeface="Arial MT" pitchFamily="0" charset="0"/>
                <a:ea typeface="Calibri" pitchFamily="2" charset="0"/>
                <a:cs typeface="Arial MT" pitchFamily="0" charset="0"/>
              </a:rPr>
              <a:t>Suppose the KB covers just the following:</a:t>
            </a:r>
            <a:endParaRPr lang="en-us" sz="2000" cap="none">
              <a:latin typeface="Arial MT" pitchFamily="0" charset="0"/>
              <a:ea typeface="Calibri" pitchFamily="2" charset="0"/>
              <a:cs typeface="Arial MT" pitchFamily="0" charset="0"/>
            </a:endParaRPr>
          </a:p>
          <a:p>
            <a:pPr>
              <a:lnSpc>
                <a:spcPct val="100000"/>
              </a:lnSpc>
              <a:spcBef>
                <a:spcPts val="30"/>
              </a:spcBef>
              <a:defRPr lang="en-us"/>
            </a:pPr>
            <a:endParaRPr lang="en-us" sz="2150" cap="none">
              <a:latin typeface="Arial MT" pitchFamily="0" charset="0"/>
              <a:ea typeface="Calibri" pitchFamily="2" charset="0"/>
              <a:cs typeface="Arial MT" pitchFamily="0" charset="0"/>
            </a:endParaRPr>
          </a:p>
          <a:p>
            <a:pPr marL="1497330" marR="3429000" defTabSz="914400">
              <a:lnSpc>
                <a:spcPct val="100000"/>
              </a:lnSpc>
              <a:tabLst>
                <a:tab pos="3500120" algn="l"/>
              </a:tabLst>
              <a:defRPr lang="en-us"/>
            </a:pPr>
            <a:r>
              <a:rPr lang="en-us" sz="2000" cap="none">
                <a:latin typeface="Arial MT" pitchFamily="0" charset="0"/>
                <a:ea typeface="Calibri" pitchFamily="2" charset="0"/>
                <a:cs typeface="Arial MT" pitchFamily="0" charset="0"/>
              </a:rPr>
              <a:t>King(John)  Greedy(John)  Brother(Richard,	John)</a:t>
            </a:r>
            <a:endParaRPr lang="en-us" sz="2000" cap="none">
              <a:latin typeface="Arial MT" pitchFamily="0" charset="0"/>
              <a:ea typeface="Calibri" pitchFamily="2" charset="0"/>
              <a:cs typeface="Arial MT" pitchFamily="0" charset="0"/>
            </a:endParaRPr>
          </a:p>
          <a:p>
            <a:pPr marL="50800" defTabSz="914400">
              <a:lnSpc>
                <a:spcPct val="100000"/>
              </a:lnSpc>
              <a:spcBef>
                <a:spcPts val="1160"/>
              </a:spcBef>
              <a:tabLst>
                <a:tab pos="142240" algn="l"/>
              </a:tabLst>
              <a:defRPr lang="en-us"/>
            </a:pPr>
            <a:r>
              <a:rPr lang="en-us" sz="2000" cap="none">
                <a:latin typeface="Arial MT" pitchFamily="0" charset="0"/>
                <a:ea typeface="Calibri" pitchFamily="2" charset="0"/>
                <a:cs typeface="Arial MT" pitchFamily="0" charset="0"/>
              </a:rPr>
              <a:t>Instantiating the universal sentence in all possible ways, we have:</a:t>
            </a:r>
            <a:endParaRPr lang="en-us" sz="2000" cap="none">
              <a:latin typeface="Arial MT" pitchFamily="0" charset="0"/>
              <a:ea typeface="Calibri" pitchFamily="2" charset="0"/>
              <a:cs typeface="Arial MT" pitchFamily="0" charset="0"/>
            </a:endParaRPr>
          </a:p>
        </p:txBody>
      </p:sp>
      <p:sp>
        <p:nvSpPr>
          <p:cNvPr id="3" name="object 3"/>
          <p:cNvSpPr>
            <a:extLst>
              <a:ext uri="smNativeData">
                <pr:smNativeData xmlns:pr="smNativeData" xmlns="smNativeData" val="SMDATA_15_kMSRaRMAAAAlAAAAZAAAAA0AAAAAAAAAAAg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wAEAAMIcAADcLQAAZycAABAAAAAmAAAACAAAAP//////////"/>
              </a:ext>
            </a:extLst>
          </p:cNvSpPr>
          <p:nvPr/>
        </p:nvSpPr>
        <p:spPr>
          <a:xfrm>
            <a:off x="284480" y="4674870"/>
            <a:ext cx="7170420" cy="1730375"/>
          </a:xfrm>
          <a:prstGeom prst="rect">
            <a:avLst/>
          </a:prstGeom>
          <a:noFill/>
          <a:ln>
            <a:noFill/>
          </a:ln>
          <a:effectLst/>
        </p:spPr>
        <p:txBody>
          <a:bodyPr vert="horz" wrap="square" lIns="0" tIns="5080" rIns="0" bIns="0" numCol="1" spcCol="215900" anchor="t"/>
          <a:lstStyle/>
          <a:p>
            <a:pPr marL="723900" marR="3940175">
              <a:lnSpc>
                <a:spcPct val="102000"/>
              </a:lnSpc>
              <a:spcBef>
                <a:spcPts val="40"/>
              </a:spcBef>
              <a:defRPr lang="en-us"/>
            </a:pPr>
            <a:r>
              <a:rPr lang="en-us" sz="2000" cap="none">
                <a:latin typeface="Arial MT" pitchFamily="0" charset="0"/>
                <a:ea typeface="Calibri" pitchFamily="2" charset="0"/>
                <a:cs typeface="Arial MT" pitchFamily="0" charset="0"/>
              </a:rPr>
              <a:t>King(John)  Greedy(John)  Brother(Richard,John)</a:t>
            </a:r>
            <a:endParaRPr lang="en-us" sz="2000" cap="none">
              <a:latin typeface="Arial MT" pitchFamily="0" charset="0"/>
              <a:ea typeface="Calibri" pitchFamily="2" charset="0"/>
              <a:cs typeface="Arial MT" pitchFamily="0" charset="0"/>
            </a:endParaRPr>
          </a:p>
          <a:p>
            <a:pPr marL="355600" indent="-323850" defTabSz="914400">
              <a:lnSpc>
                <a:spcPct val="100000"/>
              </a:lnSpc>
              <a:spcBef>
                <a:spcPts val="1420"/>
              </a:spcBef>
              <a:buClr>
                <a:srgbClr val="09CFD8"/>
              </a:buClr>
              <a:buSzPts val="1860"/>
              <a:buFont typeface="Wingdings" pitchFamily="0" charset="2"/>
              <a:buChar char=""/>
              <a:tabLst>
                <a:tab pos="355600" algn="l"/>
              </a:tabLst>
              <a:defRPr lang="en-us"/>
            </a:pPr>
            <a:r>
              <a:rPr lang="en-us" sz="2000" cap="none">
                <a:latin typeface="Arial MT" pitchFamily="0" charset="0"/>
                <a:ea typeface="Calibri" pitchFamily="2" charset="0"/>
                <a:cs typeface="Arial MT" pitchFamily="0" charset="0"/>
              </a:rPr>
              <a:t>The new KB is propositionalized: proposition symbols are: King(John), Greedy(John), Evil(John), King(Richard), etc.</a:t>
            </a:r>
            <a:endParaRPr lang="en-us" sz="2000" cap="none">
              <a:latin typeface="Arial MT" pitchFamily="0" charset="0"/>
              <a:ea typeface="Calibri" pitchFamily="2" charset="0"/>
              <a:cs typeface="Arial MT" pitchFamily="0" charset="0"/>
            </a:endParaRPr>
          </a:p>
        </p:txBody>
      </p:sp>
      <p:pic>
        <p:nvPicPr>
          <p:cNvPr id="4" name="object 5"/>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LQNAABECwAAhicAALIOAAAQAAAAJgAAAAgAAAD//////////w=="/>
              </a:ext>
            </a:extLst>
          </p:cNvPicPr>
          <p:nvPr/>
        </p:nvPicPr>
        <p:blipFill>
          <a:blip r:embed="rId2"/>
          <a:stretch>
            <a:fillRect/>
          </a:stretch>
        </p:blipFill>
        <p:spPr>
          <a:xfrm>
            <a:off x="2227580" y="1831340"/>
            <a:ext cx="4197350" cy="557530"/>
          </a:xfrm>
          <a:prstGeom prst="rect">
            <a:avLst/>
          </a:prstGeom>
          <a:noFill/>
          <a:ln>
            <a:noFill/>
          </a:ln>
          <a:effectLst/>
        </p:spPr>
      </p:pic>
      <p:pic>
        <p:nvPicPr>
          <p:cNvPr id="5" name="object 7"/>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dQg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LEMAACKFgAArSsAAPgZAAAQAAAAJgAAAAgAAAD//////////w=="/>
              </a:ext>
            </a:extLst>
          </p:cNvPicPr>
          <p:nvPr/>
        </p:nvPicPr>
        <p:blipFill>
          <a:blip r:embed="rId3"/>
          <a:stretch>
            <a:fillRect/>
          </a:stretch>
        </p:blipFill>
        <p:spPr>
          <a:xfrm>
            <a:off x="2063115" y="3663950"/>
            <a:ext cx="5036820" cy="557530"/>
          </a:xfrm>
          <a:prstGeom prst="rect">
            <a:avLst/>
          </a:prstGeom>
          <a:noFill/>
          <a:ln>
            <a:noFill/>
          </a:ln>
          <a:effectLst/>
        </p:spPr>
      </p:pic>
      <p:sp>
        <p:nvSpPr>
          <p:cNvPr id="6" name="object 9"/>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pic>
        <p:nvPicPr>
          <p:cNvPr id="7" name="object 8"/>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LEMAABWGQAArSsAAG4cAAAQAAAAJgAAAAgAAAD//////////w=="/>
              </a:ext>
            </a:extLst>
          </p:cNvPicPr>
          <p:nvPr/>
        </p:nvPicPr>
        <p:blipFill>
          <a:blip r:embed="rId4"/>
          <a:stretch>
            <a:fillRect/>
          </a:stretch>
        </p:blipFill>
        <p:spPr>
          <a:xfrm>
            <a:off x="2063115" y="4118610"/>
            <a:ext cx="5036820" cy="502920"/>
          </a:xfrm>
          <a:prstGeom prst="rect">
            <a:avLst/>
          </a:prstGeom>
          <a:noFill/>
          <a:ln>
            <a:noFill/>
          </a:ln>
          <a:effectLst/>
        </p:spPr>
      </p:pic>
      <p:sp>
        <p:nvSpPr>
          <p:cNvPr id="8"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YQIAAGoBAABpJwAA+AcAABAAAAAmAAAACAAAAP//////////"/>
              </a:ext>
            </a:extLst>
          </p:cNvSpPr>
          <p:nvPr/>
        </p:nvSpPr>
        <p:spPr>
          <a:xfrm>
            <a:off x="386715" y="229870"/>
            <a:ext cx="6019800" cy="106553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Reduction to propositional inference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DTguQ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3" name="object 3"/>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2AEAABANAAANMwAAJBwAABAAAAAmAAAACAAAAP//////////"/>
              </a:ext>
            </a:extLst>
          </p:cNvSpPr>
          <p:nvPr/>
        </p:nvSpPr>
        <p:spPr>
          <a:xfrm>
            <a:off x="299720" y="2123440"/>
            <a:ext cx="7999095" cy="2451100"/>
          </a:xfrm>
          <a:prstGeom prst="rect">
            <a:avLst/>
          </a:prstGeom>
          <a:noFill/>
          <a:ln>
            <a:noFill/>
          </a:ln>
          <a:effectLst/>
        </p:spPr>
        <p:txBody>
          <a:bodyPr vert="horz" wrap="square" lIns="0" tIns="12700" rIns="0" bIns="0" numCol="1" spcCol="215900" anchor="t"/>
          <a:lstStyle/>
          <a:p>
            <a:pPr marL="12700" marR="172720" defTabSz="914400">
              <a:lnSpc>
                <a:spcPct val="100000"/>
              </a:lnSpc>
              <a:spcBef>
                <a:spcPts val="100"/>
              </a:spcBef>
              <a:tabLst>
                <a:tab pos="6433820" algn="l"/>
              </a:tabLst>
              <a:defRPr lang="en-us"/>
            </a:pPr>
            <a:r>
              <a:rPr lang="en-us" sz="2000" cap="none">
                <a:latin typeface="Arial MT" pitchFamily="0" charset="0"/>
                <a:ea typeface="Calibri" pitchFamily="2" charset="0"/>
                <a:cs typeface="Arial MT" pitchFamily="0" charset="0"/>
              </a:rPr>
              <a:t>Every FOL KB can be propositionalized so as to preserve entailment.  (A ground sentence is entailed by new KB iff entailed by original KB).</a:t>
            </a:r>
            <a:endParaRPr lang="en-us" sz="2000" cap="none">
              <a:latin typeface="Arial MT" pitchFamily="0" charset="0"/>
              <a:ea typeface="Calibri" pitchFamily="2" charset="0"/>
              <a:cs typeface="Arial MT" pitchFamily="0" charset="0"/>
            </a:endParaRPr>
          </a:p>
          <a:p>
            <a:pPr marL="12700" marR="5080" defTabSz="914400">
              <a:lnSpc>
                <a:spcPct val="200000"/>
              </a:lnSpc>
              <a:tabLst>
                <a:tab pos="6152515" algn="l"/>
              </a:tabLst>
              <a:defRPr lang="en-us"/>
            </a:pPr>
            <a:r>
              <a:rPr lang="en-us" sz="2000" cap="none">
                <a:latin typeface="Arial MT" pitchFamily="0" charset="0"/>
                <a:ea typeface="Calibri" pitchFamily="2" charset="0"/>
                <a:cs typeface="Arial MT" pitchFamily="0" charset="0"/>
              </a:rPr>
              <a:t>Idea: propositionalize KB and query, apply resolution, return result  Problem: with function symbols, there are infinitely many ground terms,  Example: Father(Father(Father(John)))</a:t>
            </a:r>
            <a:endParaRPr lang="en-us" sz="2000" cap="none">
              <a:latin typeface="Arial MT" pitchFamily="0" charset="0"/>
              <a:ea typeface="Calibri" pitchFamily="2" charset="0"/>
              <a:cs typeface="Arial MT" pitchFamily="0" charset="0"/>
            </a:endParaRP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SAMAAPAAAABQKAAAfgcAABAAAAAmAAAACAAAAP//////////"/>
              </a:ext>
            </a:extLst>
          </p:cNvSpPr>
          <p:nvPr/>
        </p:nvSpPr>
        <p:spPr>
          <a:xfrm>
            <a:off x="533400" y="152400"/>
            <a:ext cx="6019800" cy="106553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Reduction to propositional inference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3" name="object 3"/>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KgEAAAoJAADpNAAA5CEAABAAAAAmAAAACAAAAP//////////"/>
              </a:ext>
            </a:extLst>
          </p:cNvSpPr>
          <p:nvPr/>
        </p:nvSpPr>
        <p:spPr>
          <a:xfrm>
            <a:off x="189230" y="1469390"/>
            <a:ext cx="8411845" cy="4039870"/>
          </a:xfrm>
          <a:prstGeom prst="rect">
            <a:avLst/>
          </a:prstGeom>
          <a:noFill/>
          <a:ln>
            <a:noFill/>
          </a:ln>
          <a:effectLst/>
        </p:spPr>
        <p:txBody>
          <a:bodyPr vert="horz" wrap="square" lIns="0" tIns="12700" rIns="0" bIns="0" numCol="1" spcCol="215900" anchor="t"/>
          <a:lstStyle/>
          <a:p>
            <a:pPr marL="12700" marR="274955">
              <a:lnSpc>
                <a:spcPct val="100000"/>
              </a:lnSpc>
              <a:spcBef>
                <a:spcPts val="100"/>
              </a:spcBef>
              <a:defRPr lang="en-us"/>
            </a:pPr>
            <a:r>
              <a:rPr lang="en-us" sz="2000" b="1" cap="none">
                <a:solidFill>
                  <a:srgbClr val="990000"/>
                </a:solidFill>
                <a:latin typeface="Arial MT" pitchFamily="0" charset="0"/>
                <a:ea typeface="Calibri" pitchFamily="2" charset="0"/>
                <a:cs typeface="Times New Roman" pitchFamily="1" charset="0"/>
              </a:rPr>
              <a:t>Theorem</a:t>
            </a:r>
            <a:r>
              <a:rPr lang="en-us" sz="2000" cap="none">
                <a:latin typeface="Arial MT" pitchFamily="0" charset="0"/>
                <a:ea typeface="Calibri" pitchFamily="2" charset="0"/>
                <a:cs typeface="Times New Roman" pitchFamily="1" charset="0"/>
              </a:rPr>
              <a:t>: Herbrand (1930). If a sentence 'a' is entailed by an FOL  KB, it is entailed by a finite subset of the propositionalized KB</a:t>
            </a:r>
            <a:endParaRPr lang="en-us" sz="2000" cap="none">
              <a:latin typeface="Arial MT" pitchFamily="0" charset="0"/>
              <a:ea typeface="Calibri" pitchFamily="2" charset="0"/>
              <a:cs typeface="Times New Roman" pitchFamily="1" charset="0"/>
            </a:endParaRPr>
          </a:p>
          <a:p>
            <a:pPr>
              <a:lnSpc>
                <a:spcPct val="100000"/>
              </a:lnSpc>
              <a:spcBef>
                <a:spcPts val="45"/>
              </a:spcBef>
              <a:defRPr lang="en-us"/>
            </a:pPr>
            <a:endParaRPr lang="en-us" sz="2000" cap="none">
              <a:latin typeface="Arial MT" pitchFamily="0" charset="0"/>
              <a:ea typeface="Calibri" pitchFamily="2" charset="0"/>
              <a:cs typeface="Times New Roman" pitchFamily="1" charset="0"/>
            </a:endParaRPr>
          </a:p>
          <a:p>
            <a:pPr marL="202565">
              <a:lnSpc>
                <a:spcPct val="100000"/>
              </a:lnSpc>
              <a:defRPr lang="en-us"/>
            </a:pPr>
            <a:r>
              <a:rPr lang="en-us" sz="2000" cap="none">
                <a:latin typeface="Arial MT" pitchFamily="0" charset="0"/>
                <a:ea typeface="Calibri" pitchFamily="2" charset="0"/>
                <a:cs typeface="Times New Roman" pitchFamily="1" charset="0"/>
              </a:rPr>
              <a:t>Idea: For </a:t>
            </a:r>
            <a:r>
              <a:rPr lang="en-us" sz="2000" i="1" cap="none">
                <a:latin typeface="Arial MT" pitchFamily="0" charset="0"/>
                <a:ea typeface="Calibri" pitchFamily="2" charset="0"/>
                <a:cs typeface="Times New Roman" pitchFamily="1" charset="0"/>
              </a:rPr>
              <a:t>n </a:t>
            </a:r>
            <a:r>
              <a:rPr lang="en-us" sz="2000" cap="none">
                <a:latin typeface="Arial MT" pitchFamily="0" charset="0"/>
                <a:ea typeface="Calibri" pitchFamily="2" charset="0"/>
                <a:cs typeface="Times New Roman" pitchFamily="1" charset="0"/>
              </a:rPr>
              <a:t>= 0 to ∞ do</a:t>
            </a:r>
            <a:endParaRPr lang="en-us" sz="2000" cap="none">
              <a:latin typeface="Arial MT" pitchFamily="0" charset="0"/>
              <a:ea typeface="Calibri" pitchFamily="2" charset="0"/>
              <a:cs typeface="Times New Roman" pitchFamily="1" charset="0"/>
            </a:endParaRPr>
          </a:p>
          <a:p>
            <a:pPr marL="629920" marR="5080">
              <a:lnSpc>
                <a:spcPct val="100000"/>
              </a:lnSpc>
              <a:spcBef>
                <a:spcPts val="10"/>
              </a:spcBef>
              <a:defRPr lang="en-us"/>
            </a:pPr>
            <a:r>
              <a:rPr lang="en-us" sz="2000" cap="none">
                <a:latin typeface="Arial MT" pitchFamily="0" charset="0"/>
                <a:ea typeface="Calibri" pitchFamily="2" charset="0"/>
                <a:cs typeface="Times New Roman" pitchFamily="1" charset="0"/>
              </a:rPr>
              <a:t>create a propositional KB by instantiating with depth-$n$ terms  see if 'a' is entailed by this KB</a:t>
            </a:r>
            <a:endParaRPr lang="en-us" sz="2000" cap="none">
              <a:latin typeface="Arial MT" pitchFamily="0" charset="0"/>
              <a:ea typeface="Calibri" pitchFamily="2" charset="0"/>
              <a:cs typeface="Times New Roman" pitchFamily="1" charset="0"/>
            </a:endParaRPr>
          </a:p>
          <a:p>
            <a:pPr>
              <a:lnSpc>
                <a:spcPct val="100000"/>
              </a:lnSpc>
              <a:spcBef>
                <a:spcPts val="50"/>
              </a:spcBef>
              <a:defRPr lang="en-us"/>
            </a:pPr>
            <a:endParaRPr lang="en-us" sz="2000" cap="none">
              <a:latin typeface="Arial MT" pitchFamily="0" charset="0"/>
              <a:ea typeface="Calibri" pitchFamily="2" charset="0"/>
              <a:cs typeface="Times New Roman" pitchFamily="1" charset="0"/>
            </a:endParaRPr>
          </a:p>
          <a:p>
            <a:pPr marL="330200">
              <a:lnSpc>
                <a:spcPct val="100000"/>
              </a:lnSpc>
              <a:defRPr lang="en-us"/>
            </a:pPr>
            <a:r>
              <a:rPr lang="en-us" sz="2000" cap="none">
                <a:latin typeface="Arial MT" pitchFamily="0" charset="0"/>
                <a:ea typeface="Calibri" pitchFamily="2" charset="0"/>
                <a:cs typeface="Times New Roman" pitchFamily="1" charset="0"/>
              </a:rPr>
              <a:t>Problem: works if 'a' is entailed, loops if 'a' is not entailed</a:t>
            </a:r>
            <a:endParaRPr lang="en-us" sz="2000" cap="none">
              <a:latin typeface="Arial MT" pitchFamily="0" charset="0"/>
              <a:ea typeface="Calibri" pitchFamily="2" charset="0"/>
              <a:cs typeface="Times New Roman" pitchFamily="1" charset="0"/>
            </a:endParaRPr>
          </a:p>
          <a:p>
            <a:pPr>
              <a:lnSpc>
                <a:spcPct val="100000"/>
              </a:lnSpc>
              <a:spcBef>
                <a:spcPts val="50"/>
              </a:spcBef>
              <a:defRPr lang="en-us"/>
            </a:pPr>
            <a:endParaRPr lang="en-us" sz="2000" cap="none">
              <a:latin typeface="Arial MT" pitchFamily="0" charset="0"/>
              <a:ea typeface="Calibri" pitchFamily="2" charset="0"/>
              <a:cs typeface="Times New Roman" pitchFamily="1" charset="0"/>
            </a:endParaRPr>
          </a:p>
          <a:p>
            <a:pPr marL="325120" marR="381000" indent="5080" defTabSz="914400">
              <a:lnSpc>
                <a:spcPct val="100000"/>
              </a:lnSpc>
              <a:tabLst>
                <a:tab pos="1898650" algn="l"/>
              </a:tabLst>
              <a:defRPr lang="en-us"/>
            </a:pPr>
            <a:r>
              <a:rPr lang="en-us" sz="2000" cap="none">
                <a:latin typeface="Arial MT" pitchFamily="0" charset="0"/>
                <a:ea typeface="Calibri" pitchFamily="2" charset="0"/>
                <a:cs typeface="Times New Roman" pitchFamily="1" charset="0"/>
              </a:rPr>
              <a:t>Theorem: Turing (1936), Church (1936) Entailment for FOL is  semi-decidable (algorithms exist that say yes to every entailed  sentence, but no algorithm exists that also says no to every  nonentailed sentence.)</a:t>
            </a:r>
            <a:endParaRPr lang="en-us" sz="2000" cap="none">
              <a:latin typeface="Arial MT" pitchFamily="0" charset="0"/>
              <a:ea typeface="Calibri" pitchFamily="2" charset="0"/>
              <a:cs typeface="Times New Roman" pitchFamily="1" charset="0"/>
            </a:endParaRP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YQIAAGoBAABpJwAA+AcAABAAAAAmAAAACAAAAP//////////"/>
              </a:ext>
            </a:extLst>
          </p:cNvSpPr>
          <p:nvPr/>
        </p:nvSpPr>
        <p:spPr>
          <a:xfrm>
            <a:off x="386715" y="229870"/>
            <a:ext cx="6019800" cy="106553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Reduction to propositional inference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z/f//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D4GAAB+DwAAFCYAABgWAAAQAAAAJgAAAAgAAAD//////////w=="/>
              </a:ext>
            </a:extLst>
          </p:cNvPicPr>
          <p:nvPr/>
        </p:nvPicPr>
        <p:blipFill>
          <a:blip r:embed="rId2"/>
          <a:stretch>
            <a:fillRect/>
          </a:stretch>
        </p:blipFill>
        <p:spPr>
          <a:xfrm>
            <a:off x="1014730" y="2518410"/>
            <a:ext cx="5175250" cy="1073150"/>
          </a:xfrm>
          <a:prstGeom prst="rect">
            <a:avLst/>
          </a:prstGeom>
          <a:noFill/>
          <a:ln>
            <a:noFill/>
          </a:ln>
          <a:effectLst/>
        </p:spPr>
      </p:pic>
      <p:sp>
        <p:nvSpPr>
          <p:cNvPr id="3" name="object 10"/>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5"/>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hAUAAFQKAADYNgAAzyMAABAAAAAmAAAACAAAAP//////////"/>
              </a:ext>
            </a:extLst>
          </p:cNvSpPr>
          <p:nvPr/>
        </p:nvSpPr>
        <p:spPr>
          <a:xfrm>
            <a:off x="896620" y="1678940"/>
            <a:ext cx="8018780" cy="4142105"/>
          </a:xfrm>
          <a:prstGeom prst="rect">
            <a:avLst/>
          </a:prstGeom>
          <a:noFill/>
          <a:ln>
            <a:noFill/>
          </a:ln>
          <a:effectLst/>
        </p:spPr>
        <p:txBody>
          <a:bodyPr vert="horz" wrap="square" lIns="0" tIns="12700" rIns="0" bIns="0" numCol="1" spcCol="215900" anchor="t"/>
          <a:lstStyle/>
          <a:p>
            <a:pPr marL="355600" marR="5080" indent="-342900">
              <a:lnSpc>
                <a:spcPct val="100000"/>
              </a:lnSpc>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Propositionalization seems to generate lots of irrelevant  sentences.</a:t>
            </a:r>
            <a:endParaRPr lang="en-us" sz="2000" cap="none">
              <a:latin typeface="Arial MT" pitchFamily="0" charset="0"/>
              <a:ea typeface="Calibri" pitchFamily="2" charset="0"/>
              <a:cs typeface="Arial MT" pitchFamily="0" charset="0"/>
            </a:endParaRPr>
          </a:p>
          <a:p>
            <a:pPr marL="355600" marR="508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It seems obvious that Evil(John), but propositionalizing  produces lots of facts such as Greedy(Richard) that are  irrelevant.</a:t>
            </a:r>
            <a:endParaRPr lang="en-us" sz="2000" cap="none">
              <a:latin typeface="Arial MT" pitchFamily="0" charset="0"/>
              <a:ea typeface="Calibri" pitchFamily="2" charset="0"/>
              <a:cs typeface="Arial MT" pitchFamily="0" charset="0"/>
            </a:endParaRPr>
          </a:p>
          <a:p>
            <a:pPr marL="355600" marR="5080" indent="-342900">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With p k-ary predicates and n constants, there are p.nk  instantiations.</a:t>
            </a:r>
            <a:endParaRPr lang="en-us" sz="2000" cap="none">
              <a:latin typeface="Arial MT" pitchFamily="0" charset="0"/>
              <a:ea typeface="Calibri" pitchFamily="2" charset="0"/>
              <a:cs typeface="Arial MT" pitchFamily="0" charset="0"/>
            </a:endParaRPr>
          </a:p>
        </p:txBody>
      </p:sp>
      <p:sp>
        <p:nvSpPr>
          <p:cNvPr id="5"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YQIAAGoBAABpJwAA+AcAABAAAAAmAAAACAAAAP//////////"/>
              </a:ext>
            </a:extLst>
          </p:cNvSpPr>
          <p:nvPr/>
        </p:nvSpPr>
        <p:spPr>
          <a:xfrm>
            <a:off x="386715" y="229870"/>
            <a:ext cx="6019800" cy="106553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Reduction to propositional inference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Lc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BAMAAGQJAADKMwAA1REAABAAAAAmAAAACAAAAP//////////"/>
              </a:ext>
            </a:extLst>
          </p:cNvSpPr>
          <p:nvPr/>
        </p:nvSpPr>
        <p:spPr>
          <a:xfrm>
            <a:off x="490220" y="1526540"/>
            <a:ext cx="7928610" cy="1372235"/>
          </a:xfrm>
          <a:prstGeom prst="rect">
            <a:avLst/>
          </a:prstGeom>
          <a:noFill/>
          <a:ln>
            <a:noFill/>
          </a:ln>
          <a:effectLst/>
        </p:spPr>
        <p:txBody>
          <a:bodyPr vert="horz" wrap="square" lIns="0" tIns="12700" rIns="0" bIns="0" numCol="1" spcCol="215900" anchor="t"/>
          <a:lstStyle/>
          <a:p>
            <a:pPr marL="335915" marR="5080" indent="-323850" defTabSz="914400">
              <a:lnSpc>
                <a:spcPct val="100000"/>
              </a:lnSpc>
              <a:spcBef>
                <a:spcPts val="100"/>
              </a:spcBef>
              <a:buClr>
                <a:srgbClr val="09CFD8"/>
              </a:buClr>
              <a:buSzPts val="1900"/>
              <a:buFont typeface="Wingdings" pitchFamily="0" charset="2"/>
              <a:buChar char=""/>
              <a:tabLst>
                <a:tab pos="336550" algn="l"/>
              </a:tabLst>
              <a:defRPr lang="en-us"/>
            </a:pPr>
            <a:r>
              <a:rPr lang="en-us" sz="2000" cap="none">
                <a:latin typeface="Arial MT" pitchFamily="0" charset="0"/>
                <a:ea typeface="Calibri" pitchFamily="2" charset="0"/>
                <a:cs typeface="Arial MT" pitchFamily="0" charset="0"/>
              </a:rPr>
              <a:t>We can get the inference immediately if we can find a substitution θ  such that </a:t>
            </a:r>
            <a:r>
              <a:rPr lang="en-us" sz="2000" i="1" cap="none">
                <a:latin typeface="Arial MT" pitchFamily="0" charset="0"/>
                <a:ea typeface="Calibri" pitchFamily="2" charset="0"/>
                <a:cs typeface="Arial" pitchFamily="1" charset="0"/>
              </a:rPr>
              <a:t>King(x) </a:t>
            </a:r>
            <a:r>
              <a:rPr lang="en-us" sz="2000" cap="none">
                <a:latin typeface="Arial MT" pitchFamily="0" charset="0"/>
                <a:ea typeface="Calibri" pitchFamily="2" charset="0"/>
                <a:cs typeface="Arial MT" pitchFamily="0" charset="0"/>
              </a:rPr>
              <a:t>and </a:t>
            </a:r>
            <a:r>
              <a:rPr lang="en-us" sz="2000" i="1" cap="none">
                <a:latin typeface="Arial MT" pitchFamily="0" charset="0"/>
                <a:ea typeface="Calibri" pitchFamily="2" charset="0"/>
                <a:cs typeface="Arial" pitchFamily="1" charset="0"/>
              </a:rPr>
              <a:t>Greedy(x) </a:t>
            </a:r>
            <a:r>
              <a:rPr lang="en-us" sz="2000" cap="none">
                <a:latin typeface="Arial MT" pitchFamily="0" charset="0"/>
                <a:ea typeface="Calibri" pitchFamily="2" charset="0"/>
                <a:cs typeface="Arial MT" pitchFamily="0" charset="0"/>
              </a:rPr>
              <a:t>match </a:t>
            </a:r>
            <a:r>
              <a:rPr lang="en-us" sz="2000" i="1" cap="none">
                <a:latin typeface="Arial MT" pitchFamily="0" charset="0"/>
                <a:ea typeface="Calibri" pitchFamily="2" charset="0"/>
                <a:cs typeface="Arial" pitchFamily="1" charset="0"/>
              </a:rPr>
              <a:t>King(John) </a:t>
            </a:r>
            <a:r>
              <a:rPr lang="en-us" sz="2000" cap="none">
                <a:latin typeface="Arial MT" pitchFamily="0" charset="0"/>
                <a:ea typeface="Calibri" pitchFamily="2" charset="0"/>
                <a:cs typeface="Arial MT" pitchFamily="0" charset="0"/>
              </a:rPr>
              <a:t>and </a:t>
            </a:r>
            <a:r>
              <a:rPr lang="en-us" sz="2000" i="1" cap="none">
                <a:latin typeface="Arial MT" pitchFamily="0" charset="0"/>
                <a:ea typeface="Calibri" pitchFamily="2" charset="0"/>
                <a:cs typeface="Arial" pitchFamily="1" charset="0"/>
              </a:rPr>
              <a:t>Greedy(y)</a:t>
            </a:r>
            <a:endParaRPr lang="en-us" sz="2000" cap="none">
              <a:latin typeface="Arial MT" pitchFamily="0" charset="0"/>
              <a:ea typeface="Calibri" pitchFamily="2" charset="0"/>
              <a:cs typeface="Arial" pitchFamily="1" charset="0"/>
            </a:endParaRPr>
          </a:p>
          <a:p>
            <a:pPr lvl="1" marL="2571750" defTabSz="914400">
              <a:lnSpc>
                <a:spcPct val="100000"/>
              </a:lnSpc>
              <a:spcBef>
                <a:spcPts val="485"/>
              </a:spcBef>
              <a:tabLst>
                <a:tab pos="2895600" algn="l"/>
              </a:tabLst>
              <a:defRPr lang="en-us"/>
            </a:pPr>
            <a:r>
              <a:rPr lang="en-us" sz="2000" cap="none">
                <a:latin typeface="Arial MT" pitchFamily="0" charset="0"/>
                <a:ea typeface="Calibri" pitchFamily="2" charset="0"/>
                <a:cs typeface="Arial MT" pitchFamily="0" charset="0"/>
              </a:rPr>
              <a:t>θ  = {x/John,y/John} works</a:t>
            </a:r>
            <a:endParaRPr lang="en-us" sz="2000" cap="none">
              <a:latin typeface="Arial MT" pitchFamily="0" charset="0"/>
              <a:ea typeface="Calibri" pitchFamily="2" charset="0"/>
              <a:cs typeface="Arial MT" pitchFamily="0" charset="0"/>
            </a:endParaRPr>
          </a:p>
          <a:p>
            <a:pPr marL="659130" indent="-323850" defTabSz="914400">
              <a:lnSpc>
                <a:spcPct val="100000"/>
              </a:lnSpc>
              <a:spcBef>
                <a:spcPts val="480"/>
              </a:spcBef>
              <a:buClr>
                <a:srgbClr val="09CFD8"/>
              </a:buClr>
              <a:buSzPts val="1880"/>
              <a:buFont typeface="Wingdings" pitchFamily="0" charset="2"/>
              <a:buChar char=""/>
              <a:tabLst>
                <a:tab pos="659130" algn="l"/>
              </a:tabLst>
              <a:defRPr lang="en-us"/>
            </a:pPr>
            <a:r>
              <a:rPr lang="en-us" sz="2000" cap="none">
                <a:latin typeface="Arial MT" pitchFamily="0" charset="0"/>
                <a:ea typeface="Calibri" pitchFamily="2" charset="0"/>
                <a:cs typeface="Arial MT" pitchFamily="0" charset="0"/>
              </a:rPr>
              <a:t>Unify(a,þ) = θ   if a θ  = þ θ</a:t>
            </a:r>
            <a:endParaRPr lang="en-us" sz="2000" cap="none">
              <a:latin typeface="Arial MT" pitchFamily="0" charset="0"/>
              <a:ea typeface="Calibri" pitchFamily="2" charset="0"/>
              <a:cs typeface="Arial MT" pitchFamily="0" charset="0"/>
            </a:endParaRPr>
          </a:p>
        </p:txBody>
      </p:sp>
      <p:graphicFrame>
        <p:nvGraphicFramePr>
          <p:cNvPr id="3" name=""/>
          <p:cNvGraphicFramePr>
            <a:graphicFrameLocks noGrp="1"/>
          </p:cNvGraphicFramePr>
          <p:nvPr/>
        </p:nvGraphicFramePr>
        <p:xfrm>
          <a:off x="1294765" y="3183255"/>
          <a:ext cx="6873240" cy="2141220"/>
        </p:xfrm>
        <a:graphic>
          <a:graphicData uri="http://schemas.openxmlformats.org/drawingml/2006/table">
            <a:tbl>
              <a:tblPr>
                <a:noFill/>
              </a:tblPr>
              <a:tblGrid>
                <a:gridCol w="2291080"/>
                <a:gridCol w="2567940"/>
                <a:gridCol w="2014220"/>
              </a:tblGrid>
              <a:tr h="532130">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P</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Q</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θ</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532130"/>
                  </a:ext>
                </a:extLst>
              </a:tr>
              <a:tr h="349250">
                <a:tc>
                  <a:txBody>
                    <a:bodyPr wrap="square" numCol="1"/>
                    <a:lstStyle/>
                    <a:p>
                      <a:pPr marL="90805" marR="0" indent="0" algn="l">
                        <a:lnSpc>
                          <a:spcPts val="2320"/>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90805" marR="0" indent="0" algn="l">
                        <a:lnSpc>
                          <a:spcPts val="2320"/>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Knows(John,Jane)</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rowSpan="4">
                  <a:txBody>
                    <a:bodyPr wrap="square" numCol="1"/>
                    <a:lstStyle/>
                    <a:p>
                      <a:pPr marL="0" marR="0" indent="0" algn="l">
                        <a:lnSpc>
                          <a:spcPct val="100000"/>
                        </a:lnSpc>
                        <a:buNone/>
                        <a:defRPr lang="en-us" cap="none">
                          <a:solidFill>
                            <a:srgbClr val="000000"/>
                          </a:solidFill>
                        </a:defRPr>
                      </a:pPr>
                      <a:endParaRPr lang="en-us" cap="none">
                        <a:latin typeface="Times New Roman" pitchFamily="1" charset="0"/>
                        <a:ea typeface="Calibri" pitchFamily="2" charset="0"/>
                        <a:cs typeface="Times New Roman" pitchFamily="1" charset="0"/>
                      </a:endParaRPr>
                    </a:p>
                  </a:txBody>
                  <a:tcPr marL="0" marR="0" marT="0" marB="0" vert="horz">
                    <a:lnL>
                      <a:noFill/>
                    </a:lnL>
                    <a:lnR>
                      <a:noFill/>
                    </a:lnR>
                    <a:lnT>
                      <a:noFill/>
                    </a:lnT>
                    <a:lnB>
                      <a:noFill/>
                    </a:lnB>
                    <a:lnTlToBr>
                      <a:noFill/>
                    </a:lnTlToBr>
                    <a:lnBlToTr>
                      <a:noFill/>
                    </a:lnBlToTr>
                    <a:noFill/>
                  </a:tcPr>
                </a:tc>
                <a:extLst>
                  <a:ext uri="smNativeData">
                    <pr:rowheight xmlns="" xmlns:pr="smNativeData" dt="1771160720" type="min" val="349250"/>
                  </a:ext>
                </a:extLst>
              </a:tr>
              <a:tr h="283210">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Knows(y,OJ)</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vMerge="1">
                  <a:txBody>
                    <a:bodyPr/>
                    <a:lstStyle/>
                    <a:p/>
                  </a:txBody>
                  <a:tcPr/>
                </a:tc>
                <a:extLst>
                  <a:ext uri="smNativeData">
                    <pr:rowheight xmlns="" xmlns:pr="smNativeData" dt="1771160720" type="min" val="283210"/>
                  </a:ext>
                </a:extLst>
              </a:tr>
              <a:tr h="283210">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Knows(y,Mother(y))</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vMerge="1">
                  <a:txBody>
                    <a:bodyPr/>
                    <a:lstStyle/>
                    <a:p/>
                  </a:txBody>
                  <a:tcPr/>
                </a:tc>
                <a:extLst>
                  <a:ext uri="smNativeData">
                    <pr:rowheight xmlns="" xmlns:pr="smNativeData" dt="1771160720" type="min" val="283210"/>
                  </a:ext>
                </a:extLst>
              </a:tr>
              <a:tr h="693420">
                <a:tc>
                  <a:txBody>
                    <a:bodyPr wrap="square" numCol="1"/>
                    <a:lstStyle/>
                    <a:p>
                      <a:pPr marL="90805" marR="0" indent="0" algn="l">
                        <a:lnSpc>
                          <a:spcPts val="221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210"/>
                        </a:lnSpc>
                        <a:buNone/>
                        <a:defRPr lang="en-us" cap="none">
                          <a:solidFill>
                            <a:srgbClr val="000000"/>
                          </a:solidFill>
                        </a:defRPr>
                      </a:pPr>
                      <a:r>
                        <a:rPr lang="en-us" sz="2000" cap="none">
                          <a:latin typeface="Arial MT" pitchFamily="0" charset="0"/>
                          <a:ea typeface="Calibri" pitchFamily="2" charset="0"/>
                          <a:cs typeface="Arial MT" pitchFamily="0" charset="0"/>
                        </a:rPr>
                        <a:t>Knows(x,OJ)</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vMerge="1">
                  <a:txBody>
                    <a:bodyPr/>
                    <a:lstStyle/>
                    <a:p/>
                  </a:txBody>
                  <a:tcPr/>
                </a:tc>
                <a:extLst>
                  <a:ext uri="smNativeData">
                    <pr:rowheight xmlns="" xmlns:pr="smNativeData" dt="1771160720" type="min" val="693420"/>
                  </a:ext>
                </a:extLst>
              </a:tr>
            </a:tbl>
          </a:graphicData>
        </a:graphic>
      </p:graphicFrame>
      <p:sp>
        <p:nvSpPr>
          <p:cNvPr id="4" name="object 9"/>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5"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FgCAABQKAAAGAYAABAAAAAmAAAACAAAAP//////////"/>
              </a:ext>
            </a:extLst>
          </p:cNvSpPr>
          <p:nvPr/>
        </p:nvSpPr>
        <p:spPr>
          <a:xfrm>
            <a:off x="228600" y="381000"/>
            <a:ext cx="6324600" cy="6096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Unification</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BAMAAGQJAADKMwAAnhEAABAAAAAmAAAACAAAAP//////////"/>
              </a:ext>
            </a:extLst>
          </p:cNvSpPr>
          <p:nvPr/>
        </p:nvSpPr>
        <p:spPr>
          <a:xfrm>
            <a:off x="490220" y="1526540"/>
            <a:ext cx="7928610" cy="1337310"/>
          </a:xfrm>
          <a:prstGeom prst="rect">
            <a:avLst/>
          </a:prstGeom>
          <a:noFill/>
          <a:ln>
            <a:noFill/>
          </a:ln>
          <a:effectLst/>
        </p:spPr>
        <p:txBody>
          <a:bodyPr vert="horz" wrap="square" lIns="0" tIns="12700" rIns="0" bIns="0" numCol="1" spcCol="215900" anchor="t"/>
          <a:lstStyle/>
          <a:p>
            <a:pPr marL="335915" marR="5080" indent="-323850" defTabSz="914400">
              <a:lnSpc>
                <a:spcPct val="100000"/>
              </a:lnSpc>
              <a:spcBef>
                <a:spcPts val="100"/>
              </a:spcBef>
              <a:buClr>
                <a:srgbClr val="09CFD8"/>
              </a:buClr>
              <a:buSzPts val="1900"/>
              <a:buFont typeface="Wingdings" pitchFamily="0" charset="2"/>
              <a:buChar char=""/>
              <a:tabLst>
                <a:tab pos="336550" algn="l"/>
              </a:tabLst>
              <a:defRPr lang="en-us"/>
            </a:pPr>
            <a:r>
              <a:rPr lang="en-us" sz="2000" cap="none">
                <a:latin typeface="Arial MT" pitchFamily="0" charset="0"/>
                <a:ea typeface="Calibri" pitchFamily="2" charset="0"/>
                <a:cs typeface="Arial MT" pitchFamily="0" charset="0"/>
              </a:rPr>
              <a:t>We can get the inference immediately if we can find a substitution θ  such that </a:t>
            </a:r>
            <a:r>
              <a:rPr lang="en-us" sz="2000" i="1" cap="none">
                <a:latin typeface="Arial" pitchFamily="1" charset="0"/>
                <a:ea typeface="Calibri" pitchFamily="2" charset="0"/>
                <a:cs typeface="Arial" pitchFamily="1" charset="0"/>
              </a:rPr>
              <a:t>King(x)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Greedy(x) </a:t>
            </a:r>
            <a:r>
              <a:rPr lang="en-us" sz="2000" cap="none">
                <a:latin typeface="Arial MT" pitchFamily="0" charset="0"/>
                <a:ea typeface="Calibri" pitchFamily="2" charset="0"/>
                <a:cs typeface="Arial MT" pitchFamily="0" charset="0"/>
              </a:rPr>
              <a:t>match </a:t>
            </a:r>
            <a:r>
              <a:rPr lang="en-us" sz="2000" i="1" cap="none">
                <a:latin typeface="Arial" pitchFamily="1" charset="0"/>
                <a:ea typeface="Calibri" pitchFamily="2" charset="0"/>
                <a:cs typeface="Arial" pitchFamily="1" charset="0"/>
              </a:rPr>
              <a:t>King(John)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Greedy(y)</a:t>
            </a:r>
            <a:endParaRPr lang="en-us" sz="2000" cap="none">
              <a:latin typeface="Arial" pitchFamily="1" charset="0"/>
              <a:ea typeface="Calibri" pitchFamily="2" charset="0"/>
              <a:cs typeface="Arial" pitchFamily="1" charset="0"/>
            </a:endParaRPr>
          </a:p>
          <a:p>
            <a:pPr lvl="1" marL="2895600" indent="-323850" defTabSz="914400">
              <a:lnSpc>
                <a:spcPct val="100000"/>
              </a:lnSpc>
              <a:spcBef>
                <a:spcPts val="485"/>
              </a:spcBef>
              <a:buSzPts val="1900"/>
              <a:buFont typeface="Wingdings" pitchFamily="0" charset="2"/>
              <a:buChar char=""/>
              <a:tabLst>
                <a:tab pos="2895600" algn="l"/>
              </a:tabLst>
              <a:defRPr lang="en-us"/>
            </a:pPr>
            <a:r>
              <a:rPr lang="en-us" sz="2000" cap="none">
                <a:latin typeface="Arial MT" pitchFamily="0" charset="0"/>
                <a:ea typeface="Calibri" pitchFamily="2" charset="0"/>
                <a:cs typeface="Arial MT" pitchFamily="0" charset="0"/>
              </a:rPr>
              <a:t>θ = {x/John,y/John} works</a:t>
            </a:r>
            <a:endParaRPr lang="en-us" sz="2000" cap="none">
              <a:latin typeface="Arial MT" pitchFamily="0" charset="0"/>
              <a:ea typeface="Calibri" pitchFamily="2" charset="0"/>
              <a:cs typeface="Arial MT" pitchFamily="0" charset="0"/>
            </a:endParaRPr>
          </a:p>
          <a:p>
            <a:pPr marL="659130" indent="-323850" defTabSz="914400">
              <a:lnSpc>
                <a:spcPct val="100000"/>
              </a:lnSpc>
              <a:spcBef>
                <a:spcPts val="480"/>
              </a:spcBef>
              <a:buClr>
                <a:srgbClr val="09CFD8"/>
              </a:buClr>
              <a:buSzPts val="1690"/>
              <a:buFont typeface="Wingdings" pitchFamily="0" charset="2"/>
              <a:buChar char=""/>
              <a:tabLst>
                <a:tab pos="659130" algn="l"/>
              </a:tabLst>
              <a:defRPr lang="en-us"/>
            </a:pPr>
            <a:r>
              <a:rPr lang="en-us" cap="none">
                <a:latin typeface="Arial MT" pitchFamily="0" charset="0"/>
                <a:ea typeface="Calibri" pitchFamily="2" charset="0"/>
                <a:cs typeface="Arial MT" pitchFamily="0" charset="0"/>
              </a:rPr>
              <a:t>Unify(a,þ) = θ if aθ = þθ</a:t>
            </a:r>
            <a:endParaRPr lang="en-us" cap="none">
              <a:latin typeface="Arial MT" pitchFamily="0" charset="0"/>
              <a:ea typeface="Calibri" pitchFamily="2" charset="0"/>
              <a:cs typeface="Arial MT" pitchFamily="0" charset="0"/>
            </a:endParaRPr>
          </a:p>
        </p:txBody>
      </p:sp>
      <p:graphicFrame>
        <p:nvGraphicFramePr>
          <p:cNvPr id="3" name=""/>
          <p:cNvGraphicFramePr>
            <a:graphicFrameLocks noGrp="1"/>
          </p:cNvGraphicFramePr>
          <p:nvPr/>
        </p:nvGraphicFramePr>
        <p:xfrm>
          <a:off x="1294765" y="3183255"/>
          <a:ext cx="6873240" cy="2141855"/>
        </p:xfrm>
        <a:graphic>
          <a:graphicData uri="http://schemas.openxmlformats.org/drawingml/2006/table">
            <a:tbl>
              <a:tblPr>
                <a:noFill/>
              </a:tblPr>
              <a:tblGrid>
                <a:gridCol w="2291080"/>
                <a:gridCol w="2567940"/>
                <a:gridCol w="2014220"/>
              </a:tblGrid>
              <a:tr h="532130">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P</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Q</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θ</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532130"/>
                  </a:ext>
                </a:extLst>
              </a:tr>
              <a:tr h="349885">
                <a:tc>
                  <a:txBody>
                    <a:bodyPr wrap="square" numCol="1"/>
                    <a:lstStyle/>
                    <a:p>
                      <a:pPr marL="90805" marR="0" indent="0" algn="l">
                        <a:lnSpc>
                          <a:spcPts val="2325"/>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90805" marR="0" indent="0" algn="l">
                        <a:lnSpc>
                          <a:spcPts val="2325"/>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Knows(John,Jane)</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ts val="2325"/>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{x/Jane}}</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349885"/>
                  </a:ext>
                </a:extLst>
              </a:tr>
              <a:tr h="283210">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Knows(y,OJ)</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0" marR="0" indent="0" algn="l">
                        <a:lnSpc>
                          <a:spcPct val="100000"/>
                        </a:lnSpc>
                        <a:buNone/>
                        <a:defRPr lang="en-us" cap="none">
                          <a:solidFill>
                            <a:srgbClr val="000000"/>
                          </a:solidFill>
                        </a:defRPr>
                      </a:pPr>
                      <a:endParaRPr lang="en-us" sz="1700" cap="none">
                        <a:latin typeface="Times New Roman" pitchFamily="1" charset="0"/>
                        <a:ea typeface="Calibri" pitchFamily="2" charset="0"/>
                        <a:cs typeface="Times New Roman" pitchFamily="1" charset="0"/>
                      </a:endParaRPr>
                    </a:p>
                  </a:txBody>
                  <a:tcPr marL="0" marR="0" marT="0" marB="0" vert="horz">
                    <a:lnL>
                      <a:noFill/>
                    </a:lnL>
                    <a:lnR>
                      <a:noFill/>
                    </a:lnR>
                    <a:lnT>
                      <a:noFill/>
                    </a:lnT>
                    <a:lnB>
                      <a:noFill/>
                    </a:lnB>
                    <a:lnTlToBr>
                      <a:noFill/>
                    </a:lnTlToBr>
                    <a:lnBlToTr>
                      <a:noFill/>
                    </a:lnBlToTr>
                    <a:noFill/>
                  </a:tcPr>
                </a:tc>
                <a:extLst>
                  <a:ext uri="smNativeData">
                    <pr:rowheight xmlns="" xmlns:pr="smNativeData" dt="1771160720" type="min" val="283210"/>
                  </a:ext>
                </a:extLst>
              </a:tr>
              <a:tr h="283210">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Knows(y,Mother(y))</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0" marR="0" indent="0" algn="l">
                        <a:lnSpc>
                          <a:spcPct val="100000"/>
                        </a:lnSpc>
                        <a:buNone/>
                        <a:defRPr lang="en-us" cap="none">
                          <a:solidFill>
                            <a:srgbClr val="000000"/>
                          </a:solidFill>
                        </a:defRPr>
                      </a:pPr>
                      <a:endParaRPr lang="en-us" sz="1700" cap="none">
                        <a:latin typeface="Times New Roman" pitchFamily="1" charset="0"/>
                        <a:ea typeface="Calibri" pitchFamily="2" charset="0"/>
                        <a:cs typeface="Times New Roman" pitchFamily="1" charset="0"/>
                      </a:endParaRPr>
                    </a:p>
                  </a:txBody>
                  <a:tcPr marL="0" marR="0" marT="0" marB="0" vert="horz">
                    <a:lnL>
                      <a:noFill/>
                    </a:lnL>
                    <a:lnR>
                      <a:noFill/>
                    </a:lnR>
                    <a:lnT>
                      <a:noFill/>
                    </a:lnT>
                    <a:lnB>
                      <a:noFill/>
                    </a:lnB>
                    <a:lnTlToBr>
                      <a:noFill/>
                    </a:lnTlToBr>
                    <a:lnBlToTr>
                      <a:noFill/>
                    </a:lnBlToTr>
                    <a:noFill/>
                  </a:tcPr>
                </a:tc>
                <a:extLst>
                  <a:ext uri="smNativeData">
                    <pr:rowheight xmlns="" xmlns:pr="smNativeData" dt="1771160720" type="min" val="283210"/>
                  </a:ext>
                </a:extLst>
              </a:tr>
              <a:tr h="693420">
                <a:tc>
                  <a:txBody>
                    <a:bodyPr wrap="square" numCol="1"/>
                    <a:lstStyle/>
                    <a:p>
                      <a:pPr marL="90805" marR="0" indent="0" algn="l">
                        <a:lnSpc>
                          <a:spcPts val="221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210"/>
                        </a:lnSpc>
                        <a:buNone/>
                        <a:defRPr lang="en-us" cap="none">
                          <a:solidFill>
                            <a:srgbClr val="000000"/>
                          </a:solidFill>
                        </a:defRPr>
                      </a:pPr>
                      <a:r>
                        <a:rPr lang="en-us" sz="2000" cap="none">
                          <a:latin typeface="Arial MT" pitchFamily="0" charset="0"/>
                          <a:ea typeface="Calibri" pitchFamily="2" charset="0"/>
                          <a:cs typeface="Arial MT" pitchFamily="0" charset="0"/>
                        </a:rPr>
                        <a:t>Knows(x,OJ)</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0" marR="0" indent="0" algn="l">
                        <a:lnSpc>
                          <a:spcPct val="100000"/>
                        </a:lnSpc>
                        <a:buNone/>
                        <a:defRPr lang="en-us" cap="none">
                          <a:solidFill>
                            <a:srgbClr val="000000"/>
                          </a:solidFill>
                        </a:defRPr>
                      </a:pPr>
                      <a:endParaRPr lang="en-us" sz="1900" cap="none">
                        <a:latin typeface="Times New Roman" pitchFamily="1" charset="0"/>
                        <a:ea typeface="Calibri" pitchFamily="2" charset="0"/>
                        <a:cs typeface="Times New Roman" pitchFamily="1" charset="0"/>
                      </a:endParaRPr>
                    </a:p>
                  </a:txBody>
                  <a:tcPr marL="0" marR="0" marT="0" marB="0" vert="horz">
                    <a:lnL>
                      <a:noFill/>
                    </a:lnL>
                    <a:lnR>
                      <a:noFill/>
                    </a:lnR>
                    <a:lnT>
                      <a:noFill/>
                    </a:lnT>
                    <a:lnB>
                      <a:noFill/>
                    </a:lnB>
                    <a:lnTlToBr>
                      <a:noFill/>
                    </a:lnTlToBr>
                    <a:lnBlToTr>
                      <a:noFill/>
                    </a:lnBlToTr>
                    <a:noFill/>
                  </a:tcPr>
                </a:tc>
                <a:extLst>
                  <a:ext uri="smNativeData">
                    <pr:rowheight xmlns="" xmlns:pr="smNativeData" dt="1771160720" type="min" val="693420"/>
                  </a:ext>
                </a:extLst>
              </a:tr>
            </a:tbl>
          </a:graphicData>
        </a:graphic>
      </p:graphicFrame>
      <p:sp>
        <p:nvSpPr>
          <p:cNvPr id="4" name="object 8"/>
          <p:cNvSpPr>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lgQAAPIiAAAFNQAA2SQAABAAAAAmAAAACAAAAP//////////"/>
              </a:ext>
            </a:extLst>
          </p:cNvSpPr>
          <p:nvPr/>
        </p:nvSpPr>
        <p:spPr>
          <a:xfrm>
            <a:off x="745490" y="5680710"/>
            <a:ext cx="7873365" cy="309245"/>
          </a:xfrm>
          <a:prstGeom prst="rect">
            <a:avLst/>
          </a:prstGeom>
          <a:noFill/>
          <a:ln>
            <a:noFill/>
          </a:ln>
          <a:effectLst/>
        </p:spPr>
        <p:txBody>
          <a:bodyPr vert="horz" wrap="square" lIns="0" tIns="0" rIns="0" bIns="0" numCol="1" spcCol="215900" anchor="t"/>
          <a:lstStyle/>
          <a:p>
            <a:pPr marL="12700">
              <a:lnSpc>
                <a:spcPts val="2310"/>
              </a:lnSpc>
              <a:defRPr lang="en-us"/>
            </a:pPr>
            <a:r>
              <a:rPr lang="en-us" sz="2000" cap="none">
                <a:latin typeface="Arial MT" pitchFamily="0" charset="0"/>
                <a:ea typeface="Calibri" pitchFamily="2" charset="0"/>
                <a:cs typeface="Arial MT" pitchFamily="0" charset="0"/>
              </a:rPr>
              <a:t>Standardizing apart eliminates overlap of variables, e.g., Knows(z,OJ)</a:t>
            </a:r>
            <a:endParaRPr lang="en-us" sz="2000" cap="none">
              <a:latin typeface="Arial MT" pitchFamily="0" charset="0"/>
              <a:ea typeface="Calibri" pitchFamily="2" charset="0"/>
              <a:cs typeface="Arial MT" pitchFamily="0" charset="0"/>
            </a:endParaRPr>
          </a:p>
        </p:txBody>
      </p:sp>
      <p:sp>
        <p:nvSpPr>
          <p:cNvPr id="5" name="object 9"/>
          <p:cNvSpPr>
            <a:extLst>
              <a:ext uri="smNativeData">
                <pr:smNativeData xmlns:pr="smNativeData" xmlns="smNativeData" val="SMDATA_15_kMSRaRMAAAAlAAAAZAAAAA0AAAAAAAAAAAI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fAIAAFgjAAAzAwAASCQAABAAAAAmAAAACAAAAP//////////"/>
              </a:ext>
            </a:extLst>
          </p:cNvSpPr>
          <p:nvPr/>
        </p:nvSpPr>
        <p:spPr>
          <a:xfrm>
            <a:off x="403860" y="5745480"/>
            <a:ext cx="116205" cy="152400"/>
          </a:xfrm>
          <a:prstGeom prst="rect">
            <a:avLst/>
          </a:prstGeom>
          <a:noFill/>
          <a:ln>
            <a:noFill/>
          </a:ln>
          <a:effectLst/>
        </p:spPr>
        <p:txBody>
          <a:bodyPr vert="horz" wrap="square" lIns="0" tIns="1270" rIns="0" bIns="0" numCol="1" spcCol="215900" anchor="t"/>
          <a:lstStyle/>
          <a:p>
            <a:pPr marL="12700">
              <a:lnSpc>
                <a:spcPct val="100000"/>
              </a:lnSpc>
              <a:spcBef>
                <a:spcPts val="10"/>
              </a:spcBef>
              <a:defRPr lang="en-us"/>
            </a:pPr>
            <a:r>
              <a:rPr lang="en-us" sz="900" cap="none">
                <a:latin typeface="Wingdings" pitchFamily="0" charset="2"/>
                <a:ea typeface="Calibri" pitchFamily="2" charset="0"/>
                <a:cs typeface="Wingdings" pitchFamily="0" charset="2"/>
              </a:rPr>
              <a:t></a:t>
            </a:r>
            <a:endParaRPr lang="en-us" sz="900" cap="none">
              <a:latin typeface="Wingdings" pitchFamily="0" charset="2"/>
              <a:ea typeface="Calibri" pitchFamily="2" charset="0"/>
              <a:cs typeface="Wingdings" pitchFamily="0" charset="2"/>
            </a:endParaRPr>
          </a:p>
        </p:txBody>
      </p:sp>
      <p:sp>
        <p:nvSpPr>
          <p:cNvPr id="6" name="object 10"/>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7" name="Rectangle1"/>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FgCAABQKAAAGAYAABAAAAAmAAAACAAAAP//////////"/>
              </a:ext>
            </a:extLst>
          </p:cNvSpPr>
          <p:nvPr/>
        </p:nvSpPr>
        <p:spPr>
          <a:xfrm>
            <a:off x="228600" y="381000"/>
            <a:ext cx="6324600" cy="609600"/>
          </a:xfrm>
          <a:prstGeom prst="rect">
            <a:avLst/>
          </a:prstGeom>
          <a:noFill/>
          <a:ln>
            <a:noFill/>
          </a:ln>
          <a:effectLst/>
        </p:spPr>
        <p:txBody>
          <a:bodyPr vert="horz" wrap="square" lIns="0" tIns="12700" rIns="0" bIns="0" numCol="1" spcCol="215900" anchor="t"/>
          <a:lstStyle/>
          <a:p>
            <a:pPr marL="12700" algn="ctr">
              <a:spcBef>
                <a:spcPts val="100"/>
              </a:spcBef>
              <a:defRPr lang="en-us" sz="2000" cap="none">
                <a:latin typeface="Arial MT" pitchFamily="0" charset="0"/>
                <a:ea typeface="Calibri" pitchFamily="2" charset="0"/>
                <a:cs typeface="Calibri" pitchFamily="2" charset="0"/>
              </a:defRPr>
            </a:pPr>
            <a:r>
              <a:rPr lang="en-us" sz="3200" b="1" cap="none">
                <a:solidFill>
                  <a:srgbClr val="17375E"/>
                </a:solidFill>
                <a:latin typeface="Arial" pitchFamily="1" charset="0"/>
                <a:ea typeface="Calibri" pitchFamily="2" charset="0"/>
                <a:cs typeface="Arial" pitchFamily="1" charset="0"/>
              </a:rPr>
              <a:t>Unification</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BAMAAGQJAADKMwAAnhEAABAAAAAmAAAACAAAAP//////////"/>
              </a:ext>
            </a:extLst>
          </p:cNvSpPr>
          <p:nvPr/>
        </p:nvSpPr>
        <p:spPr>
          <a:xfrm>
            <a:off x="490220" y="1526540"/>
            <a:ext cx="7928610" cy="1337310"/>
          </a:xfrm>
          <a:prstGeom prst="rect">
            <a:avLst/>
          </a:prstGeom>
          <a:noFill/>
          <a:ln>
            <a:noFill/>
          </a:ln>
          <a:effectLst/>
        </p:spPr>
        <p:txBody>
          <a:bodyPr vert="horz" wrap="square" lIns="0" tIns="12700" rIns="0" bIns="0" numCol="1" spcCol="215900" anchor="t"/>
          <a:lstStyle/>
          <a:p>
            <a:pPr marL="335915" marR="5080" indent="-323850" defTabSz="914400">
              <a:lnSpc>
                <a:spcPct val="100000"/>
              </a:lnSpc>
              <a:spcBef>
                <a:spcPts val="100"/>
              </a:spcBef>
              <a:buClr>
                <a:srgbClr val="09CFD8"/>
              </a:buClr>
              <a:buSzPts val="1900"/>
              <a:buFont typeface="Wingdings" pitchFamily="0" charset="2"/>
              <a:buChar char=""/>
              <a:tabLst>
                <a:tab pos="336550" algn="l"/>
              </a:tabLst>
              <a:defRPr lang="en-us"/>
            </a:pPr>
            <a:r>
              <a:rPr lang="en-us" sz="2000" cap="none">
                <a:latin typeface="Arial MT" pitchFamily="0" charset="0"/>
                <a:ea typeface="Calibri" pitchFamily="2" charset="0"/>
                <a:cs typeface="Arial MT" pitchFamily="0" charset="0"/>
              </a:rPr>
              <a:t>We can get the inference immediately if we can find a substitution θ  such that </a:t>
            </a:r>
            <a:r>
              <a:rPr lang="en-us" sz="2000" i="1" cap="none">
                <a:latin typeface="Arial" pitchFamily="1" charset="0"/>
                <a:ea typeface="Calibri" pitchFamily="2" charset="0"/>
                <a:cs typeface="Arial" pitchFamily="1" charset="0"/>
              </a:rPr>
              <a:t>King(x)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Greedy(x) </a:t>
            </a:r>
            <a:r>
              <a:rPr lang="en-us" sz="2000" cap="none">
                <a:latin typeface="Arial MT" pitchFamily="0" charset="0"/>
                <a:ea typeface="Calibri" pitchFamily="2" charset="0"/>
                <a:cs typeface="Arial MT" pitchFamily="0" charset="0"/>
              </a:rPr>
              <a:t>match </a:t>
            </a:r>
            <a:r>
              <a:rPr lang="en-us" sz="2000" i="1" cap="none">
                <a:latin typeface="Arial" pitchFamily="1" charset="0"/>
                <a:ea typeface="Calibri" pitchFamily="2" charset="0"/>
                <a:cs typeface="Arial" pitchFamily="1" charset="0"/>
              </a:rPr>
              <a:t>King(John)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Greedy(y)</a:t>
            </a:r>
            <a:endParaRPr lang="en-us" sz="2000" cap="none">
              <a:latin typeface="Arial" pitchFamily="1" charset="0"/>
              <a:ea typeface="Calibri" pitchFamily="2" charset="0"/>
              <a:cs typeface="Arial" pitchFamily="1" charset="0"/>
            </a:endParaRPr>
          </a:p>
          <a:p>
            <a:pPr lvl="1" marL="2895600" indent="-323850" defTabSz="914400">
              <a:lnSpc>
                <a:spcPct val="100000"/>
              </a:lnSpc>
              <a:spcBef>
                <a:spcPts val="485"/>
              </a:spcBef>
              <a:buSzPts val="1900"/>
              <a:buFont typeface="Wingdings" pitchFamily="0" charset="2"/>
              <a:buChar char=""/>
              <a:tabLst>
                <a:tab pos="2895600" algn="l"/>
              </a:tabLst>
              <a:defRPr lang="en-us"/>
            </a:pPr>
            <a:r>
              <a:rPr lang="en-us" sz="2000" cap="none">
                <a:latin typeface="Arial MT" pitchFamily="0" charset="0"/>
                <a:ea typeface="Calibri" pitchFamily="2" charset="0"/>
                <a:cs typeface="Arial MT" pitchFamily="0" charset="0"/>
              </a:rPr>
              <a:t>θ = {x/John,y/John} works</a:t>
            </a:r>
            <a:endParaRPr lang="en-us" sz="2000" cap="none">
              <a:latin typeface="Arial MT" pitchFamily="0" charset="0"/>
              <a:ea typeface="Calibri" pitchFamily="2" charset="0"/>
              <a:cs typeface="Arial MT" pitchFamily="0" charset="0"/>
            </a:endParaRPr>
          </a:p>
          <a:p>
            <a:pPr marL="659130" indent="-323850" defTabSz="914400">
              <a:lnSpc>
                <a:spcPct val="100000"/>
              </a:lnSpc>
              <a:spcBef>
                <a:spcPts val="480"/>
              </a:spcBef>
              <a:buClr>
                <a:srgbClr val="09CFD8"/>
              </a:buClr>
              <a:buSzPts val="1690"/>
              <a:buFont typeface="Wingdings" pitchFamily="0" charset="2"/>
              <a:buChar char=""/>
              <a:tabLst>
                <a:tab pos="659130" algn="l"/>
              </a:tabLst>
              <a:defRPr lang="en-us"/>
            </a:pPr>
            <a:r>
              <a:rPr lang="en-us" cap="none">
                <a:latin typeface="Arial MT" pitchFamily="0" charset="0"/>
                <a:ea typeface="Calibri" pitchFamily="2" charset="0"/>
                <a:cs typeface="Arial MT" pitchFamily="0" charset="0"/>
              </a:rPr>
              <a:t>Unify(a,þ) = θ if aθ = þθ</a:t>
            </a:r>
            <a:endParaRPr lang="en-us" cap="none">
              <a:latin typeface="Arial MT" pitchFamily="0" charset="0"/>
              <a:ea typeface="Calibri" pitchFamily="2" charset="0"/>
              <a:cs typeface="Arial MT" pitchFamily="0" charset="0"/>
            </a:endParaRPr>
          </a:p>
        </p:txBody>
      </p:sp>
      <p:graphicFrame>
        <p:nvGraphicFramePr>
          <p:cNvPr id="3" name=""/>
          <p:cNvGraphicFramePr>
            <a:graphicFrameLocks noGrp="1"/>
          </p:cNvGraphicFramePr>
          <p:nvPr/>
        </p:nvGraphicFramePr>
        <p:xfrm>
          <a:off x="1294765" y="3183255"/>
          <a:ext cx="6873240" cy="2141220"/>
        </p:xfrm>
        <a:graphic>
          <a:graphicData uri="http://schemas.openxmlformats.org/drawingml/2006/table">
            <a:tbl>
              <a:tblPr>
                <a:noFill/>
              </a:tblPr>
              <a:tblGrid>
                <a:gridCol w="2291080"/>
                <a:gridCol w="2567940"/>
                <a:gridCol w="2014220"/>
              </a:tblGrid>
              <a:tr h="532130">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P</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Q</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θ</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532130"/>
                  </a:ext>
                </a:extLst>
              </a:tr>
              <a:tr h="349250">
                <a:tc>
                  <a:txBody>
                    <a:bodyPr wrap="square" numCol="1"/>
                    <a:lstStyle/>
                    <a:p>
                      <a:pPr marL="90805" marR="0" indent="0" algn="l">
                        <a:lnSpc>
                          <a:spcPts val="2320"/>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90805" marR="0" indent="0" algn="l">
                        <a:lnSpc>
                          <a:spcPts val="2320"/>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Knows(John,Jane)</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90170" marR="0" indent="0" algn="l">
                        <a:lnSpc>
                          <a:spcPts val="2320"/>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{x/Jane}}</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349250"/>
                  </a:ext>
                </a:extLst>
              </a:tr>
              <a:tr h="283210">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Knows(y,OJ)</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170"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{x/OJ,y/John}}</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extLst>
                  <a:ext uri="smNativeData">
                    <pr:rowheight xmlns="" xmlns:pr="smNativeData" dt="1771160720" type="min" val="283210"/>
                  </a:ext>
                </a:extLst>
              </a:tr>
              <a:tr h="283210">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130"/>
                        </a:lnSpc>
                        <a:buNone/>
                        <a:defRPr lang="en-us" cap="none">
                          <a:solidFill>
                            <a:srgbClr val="000000"/>
                          </a:solidFill>
                        </a:defRPr>
                      </a:pPr>
                      <a:r>
                        <a:rPr lang="en-us" sz="2000" cap="none">
                          <a:latin typeface="Arial MT" pitchFamily="0" charset="0"/>
                          <a:ea typeface="Calibri" pitchFamily="2" charset="0"/>
                          <a:cs typeface="Arial MT" pitchFamily="0" charset="0"/>
                        </a:rPr>
                        <a:t>Knows(y,Mother(y))</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0" marR="0" indent="0" algn="l">
                        <a:lnSpc>
                          <a:spcPct val="100000"/>
                        </a:lnSpc>
                        <a:buNone/>
                        <a:defRPr lang="en-us" cap="none">
                          <a:solidFill>
                            <a:srgbClr val="000000"/>
                          </a:solidFill>
                        </a:defRPr>
                      </a:pPr>
                      <a:endParaRPr lang="en-us" sz="1700" cap="none">
                        <a:latin typeface="Times New Roman" pitchFamily="1" charset="0"/>
                        <a:ea typeface="Calibri" pitchFamily="2" charset="0"/>
                        <a:cs typeface="Times New Roman" pitchFamily="1" charset="0"/>
                      </a:endParaRPr>
                    </a:p>
                  </a:txBody>
                  <a:tcPr marL="0" marR="0" marT="0" marB="0" vert="horz">
                    <a:lnL>
                      <a:noFill/>
                    </a:lnL>
                    <a:lnR>
                      <a:noFill/>
                    </a:lnR>
                    <a:lnT>
                      <a:noFill/>
                    </a:lnT>
                    <a:lnB>
                      <a:noFill/>
                    </a:lnB>
                    <a:lnTlToBr>
                      <a:noFill/>
                    </a:lnTlToBr>
                    <a:lnBlToTr>
                      <a:noFill/>
                    </a:lnBlToTr>
                    <a:noFill/>
                  </a:tcPr>
                </a:tc>
                <a:extLst>
                  <a:ext uri="smNativeData">
                    <pr:rowheight xmlns="" xmlns:pr="smNativeData" dt="1771160720" type="min" val="283210"/>
                  </a:ext>
                </a:extLst>
              </a:tr>
              <a:tr h="693420">
                <a:tc>
                  <a:txBody>
                    <a:bodyPr wrap="square" numCol="1"/>
                    <a:lstStyle/>
                    <a:p>
                      <a:pPr marL="90805" marR="0" indent="0" algn="l">
                        <a:lnSpc>
                          <a:spcPts val="2210"/>
                        </a:lnSpc>
                        <a:buNone/>
                        <a:defRPr lang="en-us" cap="none">
                          <a:solidFill>
                            <a:srgbClr val="000000"/>
                          </a:solidFill>
                        </a:defRPr>
                      </a:pPr>
                      <a:r>
                        <a:rPr lang="en-us" sz="2000" cap="none">
                          <a:latin typeface="Arial MT" pitchFamily="0" charset="0"/>
                          <a:ea typeface="Calibri" pitchFamily="2" charset="0"/>
                          <a:cs typeface="Arial MT" pitchFamily="0" charset="0"/>
                        </a:rPr>
                        <a:t>Knows(John,x)</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90805" marR="0" indent="0" algn="l">
                        <a:lnSpc>
                          <a:spcPts val="2210"/>
                        </a:lnSpc>
                        <a:buNone/>
                        <a:defRPr lang="en-us" cap="none">
                          <a:solidFill>
                            <a:srgbClr val="000000"/>
                          </a:solidFill>
                        </a:defRPr>
                      </a:pPr>
                      <a:r>
                        <a:rPr lang="en-us" sz="2000" cap="none">
                          <a:latin typeface="Arial MT" pitchFamily="0" charset="0"/>
                          <a:ea typeface="Calibri" pitchFamily="2" charset="0"/>
                          <a:cs typeface="Arial MT" pitchFamily="0" charset="0"/>
                        </a:rPr>
                        <a:t>Knows(x,OJ)</a:t>
                      </a:r>
                      <a:endParaRPr lang="en-us" sz="2000" cap="none">
                        <a:latin typeface="Arial MT" pitchFamily="0" charset="0"/>
                        <a:ea typeface="Calibri" pitchFamily="2" charset="0"/>
                        <a:cs typeface="Arial MT" pitchFamily="0" charset="0"/>
                      </a:endParaRPr>
                    </a:p>
                  </a:txBody>
                  <a:tcPr marL="0" marR="0" marT="0" marB="0" vert="horz">
                    <a:lnL>
                      <a:noFill/>
                    </a:lnL>
                    <a:lnR>
                      <a:noFill/>
                    </a:lnR>
                    <a:lnT>
                      <a:noFill/>
                    </a:lnT>
                    <a:lnB>
                      <a:noFill/>
                    </a:lnB>
                    <a:lnTlToBr>
                      <a:noFill/>
                    </a:lnTlToBr>
                    <a:lnBlToTr>
                      <a:noFill/>
                    </a:lnBlToTr>
                    <a:noFill/>
                  </a:tcPr>
                </a:tc>
                <a:tc>
                  <a:txBody>
                    <a:bodyPr wrap="square" numCol="1"/>
                    <a:lstStyle/>
                    <a:p>
                      <a:pPr marL="0" marR="0" indent="0" algn="l">
                        <a:lnSpc>
                          <a:spcPct val="100000"/>
                        </a:lnSpc>
                        <a:buNone/>
                        <a:defRPr lang="en-us" cap="none">
                          <a:solidFill>
                            <a:srgbClr val="000000"/>
                          </a:solidFill>
                        </a:defRPr>
                      </a:pPr>
                      <a:endParaRPr lang="en-us" sz="1900" cap="none">
                        <a:latin typeface="Times New Roman" pitchFamily="1" charset="0"/>
                        <a:ea typeface="Calibri" pitchFamily="2" charset="0"/>
                        <a:cs typeface="Times New Roman" pitchFamily="1" charset="0"/>
                      </a:endParaRPr>
                    </a:p>
                  </a:txBody>
                  <a:tcPr marL="0" marR="0" marT="0" marB="0" vert="horz">
                    <a:lnL>
                      <a:noFill/>
                    </a:lnL>
                    <a:lnR>
                      <a:noFill/>
                    </a:lnR>
                    <a:lnT>
                      <a:noFill/>
                    </a:lnT>
                    <a:lnB>
                      <a:noFill/>
                    </a:lnB>
                    <a:lnTlToBr>
                      <a:noFill/>
                    </a:lnTlToBr>
                    <a:lnBlToTr>
                      <a:noFill/>
                    </a:lnBlToTr>
                    <a:noFill/>
                  </a:tcPr>
                </a:tc>
                <a:extLst>
                  <a:ext uri="smNativeData">
                    <pr:rowheight xmlns="" xmlns:pr="smNativeData" dt="1771160720" type="min" val="693420"/>
                  </a:ext>
                </a:extLst>
              </a:tr>
            </a:tbl>
          </a:graphicData>
        </a:graphic>
      </p:graphicFrame>
      <p:sp>
        <p:nvSpPr>
          <p:cNvPr id="4" name="object 8"/>
          <p:cNvSpPr>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lgQAAPIiAAAFNQAA2SQAABAAAAAmAAAACAAAAP//////////"/>
              </a:ext>
            </a:extLst>
          </p:cNvSpPr>
          <p:nvPr/>
        </p:nvSpPr>
        <p:spPr>
          <a:xfrm>
            <a:off x="745490" y="5680710"/>
            <a:ext cx="7873365" cy="309245"/>
          </a:xfrm>
          <a:prstGeom prst="rect">
            <a:avLst/>
          </a:prstGeom>
          <a:noFill/>
          <a:ln>
            <a:noFill/>
          </a:ln>
          <a:effectLst/>
        </p:spPr>
        <p:txBody>
          <a:bodyPr vert="horz" wrap="square" lIns="0" tIns="0" rIns="0" bIns="0" numCol="1" spcCol="215900" anchor="t"/>
          <a:lstStyle/>
          <a:p>
            <a:pPr marL="12700">
              <a:lnSpc>
                <a:spcPts val="2310"/>
              </a:lnSpc>
              <a:defRPr lang="en-us"/>
            </a:pPr>
            <a:r>
              <a:rPr lang="en-us" sz="2000" cap="none">
                <a:latin typeface="Arial MT" pitchFamily="0" charset="0"/>
                <a:ea typeface="Calibri" pitchFamily="2" charset="0"/>
                <a:cs typeface="Arial MT" pitchFamily="0" charset="0"/>
              </a:rPr>
              <a:t>Standardizing apart eliminates overlap of variables, e.g., Knows(z,OJ)</a:t>
            </a:r>
            <a:endParaRPr lang="en-us" sz="2000" cap="none">
              <a:latin typeface="Arial MT" pitchFamily="0" charset="0"/>
              <a:ea typeface="Calibri" pitchFamily="2" charset="0"/>
              <a:cs typeface="Arial MT" pitchFamily="0" charset="0"/>
            </a:endParaRPr>
          </a:p>
        </p:txBody>
      </p:sp>
      <p:sp>
        <p:nvSpPr>
          <p:cNvPr id="5" name="object 9"/>
          <p:cNvSpPr>
            <a:extLst>
              <a:ext uri="smNativeData">
                <pr:smNativeData xmlns:pr="smNativeData" xmlns="smNativeData" val="SMDATA_15_kMSRaRMAAAAlAAAAZAAAAA0AAAAAAAAAAAI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fAIAAFgjAAAzAwAASCQAABAAAAAmAAAACAAAAP//////////"/>
              </a:ext>
            </a:extLst>
          </p:cNvSpPr>
          <p:nvPr/>
        </p:nvSpPr>
        <p:spPr>
          <a:xfrm>
            <a:off x="403860" y="5745480"/>
            <a:ext cx="116205" cy="152400"/>
          </a:xfrm>
          <a:prstGeom prst="rect">
            <a:avLst/>
          </a:prstGeom>
          <a:noFill/>
          <a:ln>
            <a:noFill/>
          </a:ln>
          <a:effectLst/>
        </p:spPr>
        <p:txBody>
          <a:bodyPr vert="horz" wrap="square" lIns="0" tIns="1270" rIns="0" bIns="0" numCol="1" spcCol="215900" anchor="t"/>
          <a:lstStyle/>
          <a:p>
            <a:pPr marL="12700">
              <a:lnSpc>
                <a:spcPct val="100000"/>
              </a:lnSpc>
              <a:spcBef>
                <a:spcPts val="10"/>
              </a:spcBef>
              <a:defRPr lang="en-us"/>
            </a:pPr>
            <a:r>
              <a:rPr lang="en-us" sz="900" cap="none">
                <a:latin typeface="Wingdings" pitchFamily="0" charset="2"/>
                <a:ea typeface="Calibri" pitchFamily="2" charset="0"/>
                <a:cs typeface="Wingdings" pitchFamily="0" charset="2"/>
              </a:rPr>
              <a:t></a:t>
            </a:r>
            <a:endParaRPr lang="en-us" sz="900" cap="none">
              <a:latin typeface="Wingdings" pitchFamily="0" charset="2"/>
              <a:ea typeface="Calibri" pitchFamily="2" charset="0"/>
              <a:cs typeface="Wingdings" pitchFamily="0" charset="2"/>
            </a:endParaRPr>
          </a:p>
        </p:txBody>
      </p:sp>
      <p:sp>
        <p:nvSpPr>
          <p:cNvPr id="6" name="object 10"/>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7" name="Rectangle1"/>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FgCAABQKAAAGAYAABAAAAAmAAAACAAAAP//////////"/>
              </a:ext>
            </a:extLst>
          </p:cNvSpPr>
          <p:nvPr/>
        </p:nvSpPr>
        <p:spPr>
          <a:xfrm>
            <a:off x="228600" y="381000"/>
            <a:ext cx="6324600" cy="609600"/>
          </a:xfrm>
          <a:prstGeom prst="rect">
            <a:avLst/>
          </a:prstGeom>
          <a:noFill/>
          <a:ln>
            <a:noFill/>
          </a:ln>
          <a:effectLst/>
        </p:spPr>
        <p:txBody>
          <a:bodyPr vert="horz" wrap="square" lIns="0" tIns="12700" rIns="0" bIns="0" numCol="1" spcCol="215900" anchor="t"/>
          <a:lstStyle/>
          <a:p>
            <a:pPr marL="12700" algn="ctr">
              <a:spcBef>
                <a:spcPts val="100"/>
              </a:spcBef>
              <a:defRPr lang="en-us" sz="2000" cap="none">
                <a:latin typeface="Arial MT" pitchFamily="0" charset="0"/>
                <a:ea typeface="Calibri" pitchFamily="2" charset="0"/>
                <a:cs typeface="Calibri" pitchFamily="2" charset="0"/>
              </a:defRPr>
            </a:pPr>
            <a:r>
              <a:rPr lang="en-us" sz="3200" b="1" cap="none">
                <a:solidFill>
                  <a:srgbClr val="17375E"/>
                </a:solidFill>
                <a:latin typeface="Arial" pitchFamily="1" charset="0"/>
                <a:ea typeface="Calibri" pitchFamily="2" charset="0"/>
                <a:cs typeface="Arial" pitchFamily="1" charset="0"/>
              </a:rPr>
              <a:t>Unification</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yQB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BAMAAGQJAADKMwAAnhEAABAAAAAmAAAACAAAAP//////////"/>
              </a:ext>
            </a:extLst>
          </p:cNvSpPr>
          <p:nvPr/>
        </p:nvSpPr>
        <p:spPr>
          <a:xfrm>
            <a:off x="490220" y="1526540"/>
            <a:ext cx="7928610" cy="1337310"/>
          </a:xfrm>
          <a:prstGeom prst="rect">
            <a:avLst/>
          </a:prstGeom>
          <a:noFill/>
          <a:ln>
            <a:noFill/>
          </a:ln>
          <a:effectLst/>
        </p:spPr>
        <p:txBody>
          <a:bodyPr vert="horz" wrap="square" lIns="0" tIns="12700" rIns="0" bIns="0" numCol="1" spcCol="215900" anchor="t"/>
          <a:lstStyle/>
          <a:p>
            <a:pPr marL="335915" marR="5080" indent="-323850" defTabSz="914400">
              <a:lnSpc>
                <a:spcPct val="100000"/>
              </a:lnSpc>
              <a:spcBef>
                <a:spcPts val="100"/>
              </a:spcBef>
              <a:buClr>
                <a:srgbClr val="09CFD8"/>
              </a:buClr>
              <a:buSzPts val="1900"/>
              <a:buFont typeface="Wingdings" pitchFamily="0" charset="2"/>
              <a:buChar char=""/>
              <a:tabLst>
                <a:tab pos="336550" algn="l"/>
              </a:tabLst>
              <a:defRPr lang="en-us"/>
            </a:pPr>
            <a:r>
              <a:rPr lang="en-us" sz="2000" cap="none">
                <a:latin typeface="Arial MT" pitchFamily="0" charset="0"/>
                <a:ea typeface="Calibri" pitchFamily="2" charset="0"/>
                <a:cs typeface="Arial MT" pitchFamily="0" charset="0"/>
              </a:rPr>
              <a:t>We can get the inference immediately if we can find a substitution θ  such that </a:t>
            </a:r>
            <a:r>
              <a:rPr lang="en-us" sz="2000" i="1" cap="none">
                <a:latin typeface="Arial" pitchFamily="1" charset="0"/>
                <a:ea typeface="Calibri" pitchFamily="2" charset="0"/>
                <a:cs typeface="Arial" pitchFamily="1" charset="0"/>
              </a:rPr>
              <a:t>King(x)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Greedy(x) </a:t>
            </a:r>
            <a:r>
              <a:rPr lang="en-us" sz="2000" cap="none">
                <a:latin typeface="Arial MT" pitchFamily="0" charset="0"/>
                <a:ea typeface="Calibri" pitchFamily="2" charset="0"/>
                <a:cs typeface="Arial MT" pitchFamily="0" charset="0"/>
              </a:rPr>
              <a:t>match </a:t>
            </a:r>
            <a:r>
              <a:rPr lang="en-us" sz="2000" i="1" cap="none">
                <a:latin typeface="Arial" pitchFamily="1" charset="0"/>
                <a:ea typeface="Calibri" pitchFamily="2" charset="0"/>
                <a:cs typeface="Arial" pitchFamily="1" charset="0"/>
              </a:rPr>
              <a:t>King(John)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Greedy(y)</a:t>
            </a:r>
            <a:endParaRPr lang="en-us" sz="2000" cap="none">
              <a:latin typeface="Arial" pitchFamily="1" charset="0"/>
              <a:ea typeface="Calibri" pitchFamily="2" charset="0"/>
              <a:cs typeface="Arial" pitchFamily="1" charset="0"/>
            </a:endParaRPr>
          </a:p>
          <a:p>
            <a:pPr lvl="1" marL="2895600" indent="-323850" defTabSz="914400">
              <a:lnSpc>
                <a:spcPct val="100000"/>
              </a:lnSpc>
              <a:spcBef>
                <a:spcPts val="485"/>
              </a:spcBef>
              <a:buSzPts val="1900"/>
              <a:buFont typeface="Wingdings" pitchFamily="0" charset="2"/>
              <a:buChar char=""/>
              <a:tabLst>
                <a:tab pos="2895600" algn="l"/>
              </a:tabLst>
              <a:defRPr lang="en-us"/>
            </a:pPr>
            <a:r>
              <a:rPr lang="en-us" sz="2000" cap="none">
                <a:latin typeface="Arial MT" pitchFamily="0" charset="0"/>
                <a:ea typeface="Calibri" pitchFamily="2" charset="0"/>
                <a:cs typeface="Arial MT" pitchFamily="0" charset="0"/>
              </a:rPr>
              <a:t>θ = {x/John,y/John} works</a:t>
            </a:r>
            <a:endParaRPr lang="en-us" sz="2000" cap="none">
              <a:latin typeface="Arial MT" pitchFamily="0" charset="0"/>
              <a:ea typeface="Calibri" pitchFamily="2" charset="0"/>
              <a:cs typeface="Arial MT" pitchFamily="0" charset="0"/>
            </a:endParaRPr>
          </a:p>
          <a:p>
            <a:pPr marL="659130" indent="-323850" defTabSz="914400">
              <a:lnSpc>
                <a:spcPct val="100000"/>
              </a:lnSpc>
              <a:spcBef>
                <a:spcPts val="480"/>
              </a:spcBef>
              <a:buClr>
                <a:srgbClr val="09CFD8"/>
              </a:buClr>
              <a:buSzPts val="1690"/>
              <a:buFont typeface="Wingdings" pitchFamily="0" charset="2"/>
              <a:buChar char=""/>
              <a:tabLst>
                <a:tab pos="659130" algn="l"/>
              </a:tabLst>
              <a:defRPr lang="en-us"/>
            </a:pPr>
            <a:r>
              <a:rPr lang="en-us" cap="none">
                <a:latin typeface="Arial MT" pitchFamily="0" charset="0"/>
                <a:ea typeface="Calibri" pitchFamily="2" charset="0"/>
                <a:cs typeface="Arial MT" pitchFamily="0" charset="0"/>
              </a:rPr>
              <a:t>Unify(a,þ) = θ if aθ = þθ</a:t>
            </a:r>
            <a:endParaRPr lang="en-us" cap="none">
              <a:latin typeface="Arial MT" pitchFamily="0" charset="0"/>
              <a:ea typeface="Calibri" pitchFamily="2" charset="0"/>
              <a:cs typeface="Arial MT" pitchFamily="0" charset="0"/>
            </a:endParaRPr>
          </a:p>
        </p:txBody>
      </p:sp>
      <p:graphicFrame>
        <p:nvGraphicFramePr>
          <p:cNvPr id="3" name=""/>
          <p:cNvGraphicFramePr>
            <a:graphicFrameLocks noGrp="1"/>
          </p:cNvGraphicFramePr>
          <p:nvPr/>
        </p:nvGraphicFramePr>
        <p:xfrm>
          <a:off x="1294765" y="3183255"/>
          <a:ext cx="7640320" cy="2141220"/>
        </p:xfrm>
        <a:graphic>
          <a:graphicData uri="http://schemas.openxmlformats.org/drawingml/2006/table">
            <a:tbl>
              <a:tblPr>
                <a:noFill/>
              </a:tblPr>
              <a:tblGrid>
                <a:gridCol w="2058670"/>
                <a:gridCol w="2519680"/>
                <a:gridCol w="3061970"/>
              </a:tblGrid>
              <a:tr h="532130">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P</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Q</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θ</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532130"/>
                  </a:ext>
                </a:extLst>
              </a:tr>
              <a:tr h="1609090">
                <a:tc>
                  <a:txBody>
                    <a:bodyPr wrap="square" numCol="1"/>
                    <a:lstStyle/>
                    <a:p>
                      <a:pPr marL="90805" marR="280035" indent="0" algn="just">
                        <a:lnSpc>
                          <a:spcPts val="2230"/>
                        </a:lnSpc>
                        <a:spcBef>
                          <a:spcPts val="545"/>
                        </a:spcBef>
                        <a:buNone/>
                        <a:defRPr lang="en-us" cap="none">
                          <a:solidFill>
                            <a:srgbClr val="000000"/>
                          </a:solidFill>
                        </a:defRPr>
                      </a:pPr>
                      <a:r>
                        <a:rPr lang="en-us" sz="2000" cap="none">
                          <a:latin typeface="Arial MT" pitchFamily="0" charset="0"/>
                          <a:ea typeface="Calibri" pitchFamily="2" charset="0"/>
                          <a:cs typeface="Arial MT" pitchFamily="0" charset="0"/>
                        </a:rPr>
                        <a:t>Knows(John,x)  Knows(John,x)  Knows(John,x)  Knows(John,x)</a:t>
                      </a:r>
                      <a:endParaRPr lang="en-us" sz="2000" cap="none">
                        <a:latin typeface="Arial MT" pitchFamily="0" charset="0"/>
                        <a:ea typeface="Calibri" pitchFamily="2" charset="0"/>
                        <a:cs typeface="Arial MT" pitchFamily="0" charset="0"/>
                      </a:endParaRPr>
                    </a:p>
                  </a:txBody>
                  <a:tcPr marL="0" marR="69215" marT="0" marB="0" vert="horz">
                    <a:lnL>
                      <a:noFill/>
                    </a:lnL>
                    <a:lnR>
                      <a:noFill/>
                    </a:lnR>
                    <a:lnT>
                      <a:noFill/>
                    </a:lnT>
                    <a:lnB>
                      <a:noFill/>
                    </a:lnB>
                    <a:lnTlToBr>
                      <a:noFill/>
                    </a:lnTlToBr>
                    <a:lnBlToTr>
                      <a:noFill/>
                    </a:lnBlToTr>
                    <a:noFill/>
                  </a:tcPr>
                </a:tc>
                <a:tc>
                  <a:txBody>
                    <a:bodyPr wrap="square" numCol="1"/>
                    <a:lstStyle/>
                    <a:p>
                      <a:pPr marL="90805" marR="205105" indent="0" algn="l">
                        <a:lnSpc>
                          <a:spcPts val="2230"/>
                        </a:lnSpc>
                        <a:spcBef>
                          <a:spcPts val="545"/>
                        </a:spcBef>
                        <a:buNone/>
                        <a:defRPr lang="en-us" cap="none">
                          <a:solidFill>
                            <a:srgbClr val="000000"/>
                          </a:solidFill>
                        </a:defRPr>
                      </a:pPr>
                      <a:r>
                        <a:rPr lang="en-us" sz="2000" cap="none">
                          <a:latin typeface="Arial MT" pitchFamily="0" charset="0"/>
                          <a:ea typeface="Calibri" pitchFamily="2" charset="0"/>
                          <a:cs typeface="Arial MT" pitchFamily="0" charset="0"/>
                        </a:rPr>
                        <a:t>Knows(John,Jane)  Knows(y,OJ)  Knows(y,Mother(y))  Knows(x,OJ)</a:t>
                      </a:r>
                      <a:endParaRPr lang="en-us" sz="2000" cap="none">
                        <a:latin typeface="Arial MT" pitchFamily="0" charset="0"/>
                        <a:ea typeface="Calibri" pitchFamily="2" charset="0"/>
                        <a:cs typeface="Arial MT" pitchFamily="0" charset="0"/>
                      </a:endParaRPr>
                    </a:p>
                  </a:txBody>
                  <a:tcPr marL="0" marR="69215" marT="0" marB="0" vert="horz">
                    <a:lnL>
                      <a:noFill/>
                    </a:lnL>
                    <a:lnR>
                      <a:noFill/>
                    </a:lnR>
                    <a:lnT>
                      <a:noFill/>
                    </a:lnT>
                    <a:lnB>
                      <a:noFill/>
                    </a:lnB>
                    <a:lnTlToBr>
                      <a:noFill/>
                    </a:lnTlToBr>
                    <a:lnBlToTr>
                      <a:noFill/>
                    </a:lnBlToTr>
                    <a:noFill/>
                  </a:tcPr>
                </a:tc>
                <a:tc>
                  <a:txBody>
                    <a:bodyPr wrap="square" numCol="1"/>
                    <a:lstStyle/>
                    <a:p>
                      <a:pPr marL="91440" marR="0" indent="0" algn="l">
                        <a:lnSpc>
                          <a:spcPts val="2315"/>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{x/Jane}}</a:t>
                      </a:r>
                      <a:endParaRPr lang="en-us" sz="2000" cap="none">
                        <a:latin typeface="Arial MT" pitchFamily="0" charset="0"/>
                        <a:ea typeface="Calibri" pitchFamily="2" charset="0"/>
                        <a:cs typeface="Arial MT" pitchFamily="0" charset="0"/>
                      </a:endParaRPr>
                    </a:p>
                    <a:p>
                      <a:pPr marL="91440" marR="0" indent="0" algn="l">
                        <a:lnSpc>
                          <a:spcPts val="2230"/>
                        </a:lnSpc>
                        <a:buNone/>
                        <a:defRPr lang="en-us" cap="none">
                          <a:solidFill>
                            <a:srgbClr val="000000"/>
                          </a:solidFill>
                        </a:defRPr>
                      </a:pPr>
                      <a:r>
                        <a:rPr lang="en-us" sz="2000" cap="none">
                          <a:latin typeface="Arial MT" pitchFamily="0" charset="0"/>
                          <a:ea typeface="Calibri" pitchFamily="2" charset="0"/>
                          <a:cs typeface="Arial MT" pitchFamily="0" charset="0"/>
                        </a:rPr>
                        <a:t>{x/OJ,y/John}}</a:t>
                      </a:r>
                      <a:endParaRPr lang="en-us" sz="2000" cap="none">
                        <a:latin typeface="Arial MT" pitchFamily="0" charset="0"/>
                        <a:ea typeface="Calibri" pitchFamily="2" charset="0"/>
                        <a:cs typeface="Arial MT" pitchFamily="0" charset="0"/>
                      </a:endParaRPr>
                    </a:p>
                    <a:p>
                      <a:pPr marL="139700" marR="0" indent="0" algn="l">
                        <a:lnSpc>
                          <a:spcPts val="2315"/>
                        </a:lnSpc>
                        <a:buNone/>
                        <a:defRPr lang="en-us" cap="none">
                          <a:solidFill>
                            <a:srgbClr val="000000"/>
                          </a:solidFill>
                        </a:defRPr>
                      </a:pPr>
                      <a:r>
                        <a:rPr lang="en-us" sz="2000" cap="none">
                          <a:latin typeface="Arial MT" pitchFamily="0" charset="0"/>
                          <a:ea typeface="Calibri" pitchFamily="2" charset="0"/>
                          <a:cs typeface="Arial MT" pitchFamily="0" charset="0"/>
                        </a:rPr>
                        <a:t>{y/John,x/Mother(John)}}</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1609090"/>
                  </a:ext>
                </a:extLst>
              </a:tr>
            </a:tbl>
          </a:graphicData>
        </a:graphic>
      </p:graphicFrame>
      <p:sp>
        <p:nvSpPr>
          <p:cNvPr id="4" name="object 7"/>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fAIAAEYjAAAzAwAARiQAABAAAAAmAAAACAAAAP//////////"/>
              </a:ext>
            </a:extLst>
          </p:cNvSpPr>
          <p:nvPr/>
        </p:nvSpPr>
        <p:spPr>
          <a:xfrm>
            <a:off x="403860" y="5734050"/>
            <a:ext cx="116205" cy="16256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900" cap="none">
                <a:latin typeface="Wingdings" pitchFamily="0" charset="2"/>
                <a:ea typeface="Calibri" pitchFamily="2" charset="0"/>
                <a:cs typeface="Wingdings" pitchFamily="0" charset="2"/>
              </a:rPr>
              <a:t></a:t>
            </a:r>
            <a:endParaRPr lang="en-us" sz="900" cap="none">
              <a:latin typeface="Wingdings" pitchFamily="0" charset="2"/>
              <a:ea typeface="Calibri" pitchFamily="2" charset="0"/>
              <a:cs typeface="Wingdings" pitchFamily="0" charset="2"/>
            </a:endParaRPr>
          </a:p>
        </p:txBody>
      </p:sp>
      <p:sp>
        <p:nvSpPr>
          <p:cNvPr id="5" name="object 10"/>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object 8"/>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lgQAAMwiAAClKwAAtiYAABAAAAAmAAAACAAAAP//////////"/>
              </a:ext>
            </a:extLst>
          </p:cNvSpPr>
          <p:nvPr/>
        </p:nvSpPr>
        <p:spPr>
          <a:xfrm>
            <a:off x="745490" y="5656580"/>
            <a:ext cx="6349365" cy="636270"/>
          </a:xfrm>
          <a:prstGeom prst="rect">
            <a:avLst/>
          </a:prstGeom>
          <a:noFill/>
          <a:ln>
            <a:noFill/>
          </a:ln>
          <a:effectLst/>
        </p:spPr>
        <p:txBody>
          <a:bodyPr vert="horz" wrap="square" lIns="0" tIns="12700" rIns="0" bIns="0" numCol="1" spcCol="215900" anchor="t"/>
          <a:lstStyle/>
          <a:p>
            <a:pPr marL="12700" marR="5080">
              <a:lnSpc>
                <a:spcPct val="100000"/>
              </a:lnSpc>
              <a:spcBef>
                <a:spcPts val="100"/>
              </a:spcBef>
              <a:defRPr lang="en-us"/>
            </a:pPr>
            <a:r>
              <a:rPr lang="en-us" sz="2000" cap="none">
                <a:latin typeface="Arial MT" pitchFamily="0" charset="0"/>
                <a:ea typeface="Calibri" pitchFamily="2" charset="0"/>
                <a:cs typeface="Arial MT" pitchFamily="0" charset="0"/>
              </a:rPr>
              <a:t>Standardizing apart eliminates overlap of variables, e.g.,  Knows(z17,OJ)</a:t>
            </a:r>
            <a:endParaRPr lang="en-us" sz="2000" cap="none">
              <a:latin typeface="Arial MT" pitchFamily="0" charset="0"/>
              <a:ea typeface="Calibri" pitchFamily="2" charset="0"/>
              <a:cs typeface="Arial MT" pitchFamily="0" charset="0"/>
            </a:endParaRPr>
          </a:p>
        </p:txBody>
      </p:sp>
      <p:sp>
        <p:nvSpPr>
          <p:cNvPr id="7" name="Rectangle1"/>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FgCAABQKAAAGAYAABAAAAAmAAAACAAAAP//////////"/>
              </a:ext>
            </a:extLst>
          </p:cNvSpPr>
          <p:nvPr/>
        </p:nvSpPr>
        <p:spPr>
          <a:xfrm>
            <a:off x="228600" y="381000"/>
            <a:ext cx="6324600" cy="609600"/>
          </a:xfrm>
          <a:prstGeom prst="rect">
            <a:avLst/>
          </a:prstGeom>
          <a:noFill/>
          <a:ln>
            <a:noFill/>
          </a:ln>
          <a:effectLst/>
        </p:spPr>
        <p:txBody>
          <a:bodyPr vert="horz" wrap="square" lIns="0" tIns="12700" rIns="0" bIns="0" numCol="1" spcCol="215900" anchor="t"/>
          <a:lstStyle/>
          <a:p>
            <a:pPr marL="12700" algn="ctr">
              <a:spcBef>
                <a:spcPts val="100"/>
              </a:spcBef>
              <a:defRPr lang="en-us" sz="2000" cap="none">
                <a:latin typeface="Arial MT" pitchFamily="0" charset="0"/>
                <a:ea typeface="Calibri" pitchFamily="2" charset="0"/>
                <a:cs typeface="Calibri" pitchFamily="2" charset="0"/>
              </a:defRPr>
            </a:pPr>
            <a:r>
              <a:rPr lang="en-us" sz="3200" b="1" cap="none">
                <a:solidFill>
                  <a:srgbClr val="17375E"/>
                </a:solidFill>
                <a:latin typeface="Arial" pitchFamily="1" charset="0"/>
                <a:ea typeface="Calibri" pitchFamily="2" charset="0"/>
                <a:cs typeface="Arial" pitchFamily="1" charset="0"/>
              </a:rPr>
              <a:t>Unification</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VAIAAGQJAAAaMwAAzhEAABAAAAAmAAAACAAAAP//////////"/>
              </a:ext>
            </a:extLst>
          </p:cNvSpPr>
          <p:nvPr/>
        </p:nvSpPr>
        <p:spPr>
          <a:xfrm>
            <a:off x="378460" y="1526540"/>
            <a:ext cx="7928610" cy="1367790"/>
          </a:xfrm>
          <a:prstGeom prst="rect">
            <a:avLst/>
          </a:prstGeom>
          <a:noFill/>
          <a:ln>
            <a:noFill/>
          </a:ln>
          <a:effectLst/>
        </p:spPr>
        <p:txBody>
          <a:bodyPr vert="horz" wrap="square" lIns="0" tIns="12700" rIns="0" bIns="0" numCol="1" spcCol="215900" anchor="t"/>
          <a:lstStyle/>
          <a:p>
            <a:pPr marL="335915" marR="5080" indent="-323850" defTabSz="914400">
              <a:lnSpc>
                <a:spcPct val="100000"/>
              </a:lnSpc>
              <a:spcBef>
                <a:spcPts val="100"/>
              </a:spcBef>
              <a:buClr>
                <a:srgbClr val="09CFD8"/>
              </a:buClr>
              <a:buSzPts val="1900"/>
              <a:buFont typeface="Wingdings" pitchFamily="0" charset="2"/>
              <a:buChar char=""/>
              <a:tabLst>
                <a:tab pos="336550" algn="l"/>
              </a:tabLst>
              <a:defRPr lang="en-us"/>
            </a:pPr>
            <a:r>
              <a:rPr lang="en-us" sz="2000" cap="none">
                <a:latin typeface="Arial MT" pitchFamily="0" charset="0"/>
                <a:ea typeface="Calibri" pitchFamily="2" charset="0"/>
                <a:cs typeface="Arial MT" pitchFamily="0" charset="0"/>
              </a:rPr>
              <a:t>We can get the inference immediately if we can find a substitution θ  such that </a:t>
            </a:r>
            <a:r>
              <a:rPr lang="en-us" sz="2000" i="1" cap="none">
                <a:latin typeface="Arial" pitchFamily="1" charset="0"/>
                <a:ea typeface="Calibri" pitchFamily="2" charset="0"/>
                <a:cs typeface="Arial" pitchFamily="1" charset="0"/>
              </a:rPr>
              <a:t>King(x)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Greedy(x) </a:t>
            </a:r>
            <a:r>
              <a:rPr lang="en-us" sz="2000" cap="none">
                <a:latin typeface="Arial MT" pitchFamily="0" charset="0"/>
                <a:ea typeface="Calibri" pitchFamily="2" charset="0"/>
                <a:cs typeface="Arial MT" pitchFamily="0" charset="0"/>
              </a:rPr>
              <a:t>match </a:t>
            </a:r>
            <a:r>
              <a:rPr lang="en-us" sz="2000" i="1" cap="none">
                <a:latin typeface="Arial" pitchFamily="1" charset="0"/>
                <a:ea typeface="Calibri" pitchFamily="2" charset="0"/>
                <a:cs typeface="Arial" pitchFamily="1" charset="0"/>
              </a:rPr>
              <a:t>King(John)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Greedy(y)</a:t>
            </a:r>
            <a:endParaRPr lang="en-us" sz="2000" cap="none">
              <a:latin typeface="Arial" pitchFamily="1" charset="0"/>
              <a:ea typeface="Calibri" pitchFamily="2" charset="0"/>
              <a:cs typeface="Arial" pitchFamily="1" charset="0"/>
            </a:endParaRPr>
          </a:p>
          <a:p>
            <a:pPr lvl="1" marL="2895600" indent="-323850" defTabSz="914400">
              <a:lnSpc>
                <a:spcPct val="100000"/>
              </a:lnSpc>
              <a:spcBef>
                <a:spcPts val="485"/>
              </a:spcBef>
              <a:buSzPts val="1900"/>
              <a:buFont typeface="Wingdings" pitchFamily="0" charset="2"/>
              <a:buChar char=""/>
              <a:tabLst>
                <a:tab pos="2895600" algn="l"/>
              </a:tabLst>
              <a:defRPr lang="en-us"/>
            </a:pPr>
            <a:r>
              <a:rPr lang="en-us" sz="2000" cap="none">
                <a:latin typeface="Arial MT" pitchFamily="0" charset="0"/>
                <a:ea typeface="Calibri" pitchFamily="2" charset="0"/>
                <a:cs typeface="Arial MT" pitchFamily="0" charset="0"/>
              </a:rPr>
              <a:t>θ = {x/John,y/John} works</a:t>
            </a:r>
            <a:endParaRPr lang="en-us" sz="2000" cap="none">
              <a:latin typeface="Arial MT" pitchFamily="0" charset="0"/>
              <a:ea typeface="Calibri" pitchFamily="2" charset="0"/>
              <a:cs typeface="Arial MT" pitchFamily="0" charset="0"/>
            </a:endParaRPr>
          </a:p>
          <a:p>
            <a:pPr marL="659130" indent="-323850" defTabSz="914400">
              <a:lnSpc>
                <a:spcPct val="100000"/>
              </a:lnSpc>
              <a:spcBef>
                <a:spcPts val="480"/>
              </a:spcBef>
              <a:buClr>
                <a:srgbClr val="09CFD8"/>
              </a:buClr>
              <a:buSzPts val="1900"/>
              <a:buFont typeface="Wingdings" pitchFamily="0" charset="2"/>
              <a:buChar char=""/>
              <a:tabLst>
                <a:tab pos="659130" algn="l"/>
              </a:tabLst>
              <a:defRPr lang="en-us"/>
            </a:pPr>
            <a:r>
              <a:rPr lang="en-us" sz="2000" cap="none">
                <a:latin typeface="Arial MT" pitchFamily="0" charset="0"/>
                <a:ea typeface="Calibri" pitchFamily="2" charset="0"/>
                <a:cs typeface="Arial MT" pitchFamily="0" charset="0"/>
              </a:rPr>
              <a:t>Unify(a,þ) = θ if aθ = þθ</a:t>
            </a:r>
            <a:endParaRPr lang="en-us" sz="2000" cap="none">
              <a:latin typeface="Arial MT" pitchFamily="0" charset="0"/>
              <a:ea typeface="Calibri" pitchFamily="2" charset="0"/>
              <a:cs typeface="Arial MT" pitchFamily="0" charset="0"/>
            </a:endParaRPr>
          </a:p>
        </p:txBody>
      </p:sp>
      <p:graphicFrame>
        <p:nvGraphicFramePr>
          <p:cNvPr id="3" name=""/>
          <p:cNvGraphicFramePr>
            <a:graphicFrameLocks noGrp="1"/>
          </p:cNvGraphicFramePr>
          <p:nvPr/>
        </p:nvGraphicFramePr>
        <p:xfrm>
          <a:off x="753745" y="3183255"/>
          <a:ext cx="7640320" cy="2141220"/>
        </p:xfrm>
        <a:graphic>
          <a:graphicData uri="http://schemas.openxmlformats.org/drawingml/2006/table">
            <a:tbl>
              <a:tblPr>
                <a:noFill/>
              </a:tblPr>
              <a:tblGrid>
                <a:gridCol w="2058670"/>
                <a:gridCol w="2519680"/>
                <a:gridCol w="3061970"/>
              </a:tblGrid>
              <a:tr h="532130">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P</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Q</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tc>
                  <a:txBody>
                    <a:bodyPr wrap="square" numCol="1"/>
                    <a:lstStyle/>
                    <a:p>
                      <a:pPr marL="0" marR="0" indent="0" algn="ctr">
                        <a:lnSpc>
                          <a:spcPct val="100000"/>
                        </a:lnSpc>
                        <a:spcBef>
                          <a:spcPts val="330"/>
                        </a:spcBef>
                        <a:buNone/>
                        <a:defRPr lang="en-us" cap="none">
                          <a:solidFill>
                            <a:srgbClr val="FF0000"/>
                          </a:solidFill>
                        </a:defRPr>
                      </a:pPr>
                      <a:r>
                        <a:rPr lang="en-us" sz="2000" cap="none">
                          <a:latin typeface="Arial MT" pitchFamily="0" charset="0"/>
                          <a:ea typeface="Calibri" pitchFamily="2" charset="0"/>
                          <a:cs typeface="Arial MT" pitchFamily="0" charset="0"/>
                        </a:rPr>
                        <a:t>θ</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532130"/>
                  </a:ext>
                </a:extLst>
              </a:tr>
              <a:tr h="1609090">
                <a:tc>
                  <a:txBody>
                    <a:bodyPr wrap="square" numCol="1"/>
                    <a:lstStyle/>
                    <a:p>
                      <a:pPr marL="91440" marR="280035" indent="0" algn="just">
                        <a:lnSpc>
                          <a:spcPts val="2230"/>
                        </a:lnSpc>
                        <a:spcBef>
                          <a:spcPts val="545"/>
                        </a:spcBef>
                        <a:buNone/>
                        <a:defRPr lang="en-us" cap="none">
                          <a:solidFill>
                            <a:srgbClr val="000000"/>
                          </a:solidFill>
                        </a:defRPr>
                      </a:pPr>
                      <a:r>
                        <a:rPr lang="en-us" sz="2000" cap="none">
                          <a:latin typeface="Arial MT" pitchFamily="0" charset="0"/>
                          <a:ea typeface="Calibri" pitchFamily="2" charset="0"/>
                          <a:cs typeface="Arial MT" pitchFamily="0" charset="0"/>
                        </a:rPr>
                        <a:t>Knows(John,x)  Knows(John,x)  Knows(John,x)  Knows(John,x)</a:t>
                      </a:r>
                      <a:endParaRPr lang="en-us" sz="2000" cap="none">
                        <a:latin typeface="Arial MT" pitchFamily="0" charset="0"/>
                        <a:ea typeface="Calibri" pitchFamily="2" charset="0"/>
                        <a:cs typeface="Arial MT" pitchFamily="0" charset="0"/>
                      </a:endParaRPr>
                    </a:p>
                  </a:txBody>
                  <a:tcPr marL="0" marR="69215" marT="0" marB="0" vert="horz">
                    <a:lnL>
                      <a:noFill/>
                    </a:lnL>
                    <a:lnR>
                      <a:noFill/>
                    </a:lnR>
                    <a:lnT>
                      <a:noFill/>
                    </a:lnT>
                    <a:lnB>
                      <a:noFill/>
                    </a:lnB>
                    <a:lnTlToBr>
                      <a:noFill/>
                    </a:lnTlToBr>
                    <a:lnBlToTr>
                      <a:noFill/>
                    </a:lnBlToTr>
                    <a:noFill/>
                  </a:tcPr>
                </a:tc>
                <a:tc>
                  <a:txBody>
                    <a:bodyPr wrap="square" numCol="1"/>
                    <a:lstStyle/>
                    <a:p>
                      <a:pPr marL="90805" marR="205105" indent="0" algn="l">
                        <a:lnSpc>
                          <a:spcPts val="2230"/>
                        </a:lnSpc>
                        <a:spcBef>
                          <a:spcPts val="545"/>
                        </a:spcBef>
                        <a:buNone/>
                        <a:defRPr lang="en-us" cap="none">
                          <a:solidFill>
                            <a:srgbClr val="000000"/>
                          </a:solidFill>
                        </a:defRPr>
                      </a:pPr>
                      <a:r>
                        <a:rPr lang="en-us" sz="2000" cap="none">
                          <a:latin typeface="Arial MT" pitchFamily="0" charset="0"/>
                          <a:ea typeface="Calibri" pitchFamily="2" charset="0"/>
                          <a:cs typeface="Arial MT" pitchFamily="0" charset="0"/>
                        </a:rPr>
                        <a:t>Knows(John,Jane)  Knows(y,OJ)  Knows(y,Mother(y))  Knows(x,OJ)</a:t>
                      </a:r>
                      <a:endParaRPr lang="en-us" sz="2000" cap="none">
                        <a:latin typeface="Arial MT" pitchFamily="0" charset="0"/>
                        <a:ea typeface="Calibri" pitchFamily="2" charset="0"/>
                        <a:cs typeface="Arial MT" pitchFamily="0" charset="0"/>
                      </a:endParaRPr>
                    </a:p>
                  </a:txBody>
                  <a:tcPr marL="0" marR="69215" marT="0" marB="0" vert="horz">
                    <a:lnL>
                      <a:noFill/>
                    </a:lnL>
                    <a:lnR>
                      <a:noFill/>
                    </a:lnR>
                    <a:lnT>
                      <a:noFill/>
                    </a:lnT>
                    <a:lnB>
                      <a:noFill/>
                    </a:lnB>
                    <a:lnTlToBr>
                      <a:noFill/>
                    </a:lnTlToBr>
                    <a:lnBlToTr>
                      <a:noFill/>
                    </a:lnBlToTr>
                    <a:noFill/>
                  </a:tcPr>
                </a:tc>
                <a:tc>
                  <a:txBody>
                    <a:bodyPr wrap="square" numCol="1"/>
                    <a:lstStyle/>
                    <a:p>
                      <a:pPr marL="90805" marR="0" indent="0" algn="l">
                        <a:lnSpc>
                          <a:spcPts val="2315"/>
                        </a:lnSpc>
                        <a:spcBef>
                          <a:spcPts val="330"/>
                        </a:spcBef>
                        <a:buNone/>
                        <a:defRPr lang="en-us" cap="none">
                          <a:solidFill>
                            <a:srgbClr val="000000"/>
                          </a:solidFill>
                        </a:defRPr>
                      </a:pPr>
                      <a:r>
                        <a:rPr lang="en-us" sz="2000" cap="none">
                          <a:latin typeface="Arial MT" pitchFamily="0" charset="0"/>
                          <a:ea typeface="Calibri" pitchFamily="2" charset="0"/>
                          <a:cs typeface="Arial MT" pitchFamily="0" charset="0"/>
                        </a:rPr>
                        <a:t>{x/Jane}}</a:t>
                      </a:r>
                      <a:endParaRPr lang="en-us" sz="2000" cap="none">
                        <a:latin typeface="Arial MT" pitchFamily="0" charset="0"/>
                        <a:ea typeface="Calibri" pitchFamily="2" charset="0"/>
                        <a:cs typeface="Arial MT" pitchFamily="0" charset="0"/>
                      </a:endParaRPr>
                    </a:p>
                    <a:p>
                      <a:pPr marL="90805" marR="0" indent="0" algn="l">
                        <a:lnSpc>
                          <a:spcPts val="2230"/>
                        </a:lnSpc>
                        <a:buNone/>
                        <a:defRPr lang="en-us" cap="none">
                          <a:solidFill>
                            <a:srgbClr val="000000"/>
                          </a:solidFill>
                        </a:defRPr>
                      </a:pPr>
                      <a:r>
                        <a:rPr lang="en-us" sz="2000" cap="none">
                          <a:latin typeface="Arial MT" pitchFamily="0" charset="0"/>
                          <a:ea typeface="Calibri" pitchFamily="2" charset="0"/>
                          <a:cs typeface="Arial MT" pitchFamily="0" charset="0"/>
                        </a:rPr>
                        <a:t>{x/OJ,y/John}}</a:t>
                      </a:r>
                      <a:endParaRPr lang="en-us" sz="2000" cap="none">
                        <a:latin typeface="Arial MT" pitchFamily="0" charset="0"/>
                        <a:ea typeface="Calibri" pitchFamily="2" charset="0"/>
                        <a:cs typeface="Arial MT" pitchFamily="0" charset="0"/>
                      </a:endParaRPr>
                    </a:p>
                    <a:p>
                      <a:pPr marL="139700" marR="0" indent="0" algn="l">
                        <a:lnSpc>
                          <a:spcPts val="2230"/>
                        </a:lnSpc>
                        <a:buNone/>
                        <a:defRPr lang="en-us" cap="none">
                          <a:solidFill>
                            <a:srgbClr val="000000"/>
                          </a:solidFill>
                        </a:defRPr>
                      </a:pPr>
                      <a:r>
                        <a:rPr lang="en-us" sz="2000" cap="none">
                          <a:latin typeface="Arial MT" pitchFamily="0" charset="0"/>
                          <a:ea typeface="Calibri" pitchFamily="2" charset="0"/>
                          <a:cs typeface="Arial MT" pitchFamily="0" charset="0"/>
                        </a:rPr>
                        <a:t>{y/John,x/Mother(John)}}</a:t>
                      </a:r>
                      <a:endParaRPr lang="en-us" sz="2000" cap="none">
                        <a:latin typeface="Arial MT" pitchFamily="0" charset="0"/>
                        <a:ea typeface="Calibri" pitchFamily="2" charset="0"/>
                        <a:cs typeface="Arial MT" pitchFamily="0" charset="0"/>
                      </a:endParaRPr>
                    </a:p>
                    <a:p>
                      <a:pPr marL="90805" marR="0" indent="0" algn="l">
                        <a:lnSpc>
                          <a:spcPts val="2315"/>
                        </a:lnSpc>
                        <a:buNone/>
                        <a:defRPr lang="en-us" cap="none">
                          <a:solidFill>
                            <a:srgbClr val="000000"/>
                          </a:solidFill>
                        </a:defRPr>
                      </a:pPr>
                      <a:r>
                        <a:rPr lang="en-us" sz="2000" cap="none">
                          <a:latin typeface="Arial MT" pitchFamily="0" charset="0"/>
                          <a:ea typeface="Calibri" pitchFamily="2" charset="0"/>
                          <a:cs typeface="Arial MT" pitchFamily="0" charset="0"/>
                        </a:rPr>
                        <a:t>{fail}</a:t>
                      </a:r>
                      <a:endParaRPr lang="en-us" sz="2000" cap="none">
                        <a:latin typeface="Arial MT" pitchFamily="0" charset="0"/>
                        <a:ea typeface="Calibri" pitchFamily="2" charset="0"/>
                        <a:cs typeface="Arial MT" pitchFamily="0" charset="0"/>
                      </a:endParaRPr>
                    </a:p>
                  </a:txBody>
                  <a:tcPr marL="0" marR="41910" marT="0" marB="0" vert="horz">
                    <a:lnL>
                      <a:noFill/>
                    </a:lnL>
                    <a:lnR>
                      <a:noFill/>
                    </a:lnR>
                    <a:lnT>
                      <a:noFill/>
                    </a:lnT>
                    <a:lnB>
                      <a:noFill/>
                    </a:lnB>
                    <a:lnTlToBr>
                      <a:noFill/>
                    </a:lnTlToBr>
                    <a:lnBlToTr>
                      <a:noFill/>
                    </a:lnBlToTr>
                    <a:noFill/>
                  </a:tcPr>
                </a:tc>
                <a:extLst>
                  <a:ext uri="smNativeData">
                    <pr:rowheight xmlns="" xmlns:pr="smNativeData" dt="1771160720" type="min" val="1609090"/>
                  </a:ext>
                </a:extLst>
              </a:tr>
            </a:tbl>
          </a:graphicData>
        </a:graphic>
      </p:graphicFrame>
      <p:sp>
        <p:nvSpPr>
          <p:cNvPr id="4" name="object 8"/>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5" name="Rectangle1"/>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FgCAABQKAAAGAYAABAAAAAmAAAACAAAAP//////////"/>
              </a:ext>
            </a:extLst>
          </p:cNvSpPr>
          <p:nvPr/>
        </p:nvSpPr>
        <p:spPr>
          <a:xfrm>
            <a:off x="228600" y="381000"/>
            <a:ext cx="6324600" cy="609600"/>
          </a:xfrm>
          <a:prstGeom prst="rect">
            <a:avLst/>
          </a:prstGeom>
          <a:noFill/>
          <a:ln>
            <a:noFill/>
          </a:ln>
          <a:effectLst/>
        </p:spPr>
        <p:txBody>
          <a:bodyPr vert="horz" wrap="square" lIns="0" tIns="12700" rIns="0" bIns="0" numCol="1" spcCol="215900" anchor="t"/>
          <a:lstStyle/>
          <a:p>
            <a:pPr marL="12700" algn="ctr">
              <a:spcBef>
                <a:spcPts val="100"/>
              </a:spcBef>
              <a:defRPr lang="en-us" sz="2000" cap="none">
                <a:latin typeface="Arial MT" pitchFamily="0" charset="0"/>
                <a:ea typeface="Calibri" pitchFamily="2" charset="0"/>
                <a:cs typeface="Calibri" pitchFamily="2" charset="0"/>
              </a:defRPr>
            </a:pPr>
            <a:r>
              <a:rPr lang="en-us" sz="3200" b="1" cap="none">
                <a:solidFill>
                  <a:srgbClr val="17375E"/>
                </a:solidFill>
                <a:latin typeface="Arial" pitchFamily="1" charset="0"/>
                <a:ea typeface="Calibri" pitchFamily="2" charset="0"/>
                <a:cs typeface="Arial" pitchFamily="1" charset="0"/>
              </a:rPr>
              <a:t>Unification</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H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iAIAAAgJAAB6MQAAJhoAABAAAAAmAAAACAAAAP//////////"/>
              </a:ext>
            </a:extLst>
          </p:cNvSpPr>
          <p:nvPr/>
        </p:nvSpPr>
        <p:spPr>
          <a:xfrm>
            <a:off x="411480" y="1468120"/>
            <a:ext cx="7631430" cy="2782570"/>
          </a:xfrm>
          <a:prstGeom prst="rect">
            <a:avLst/>
          </a:prstGeom>
          <a:noFill/>
          <a:ln>
            <a:noFill/>
          </a:ln>
          <a:effectLst/>
        </p:spPr>
        <p:txBody>
          <a:bodyPr vert="horz" wrap="square" lIns="0" tIns="71120" rIns="0" bIns="0" numCol="1" spcCol="215900" anchor="t"/>
          <a:lstStyle/>
          <a:p>
            <a:pPr marL="337820" indent="-325120" defTabSz="914400">
              <a:lnSpc>
                <a:spcPct val="100000"/>
              </a:lnSpc>
              <a:spcBef>
                <a:spcPts val="560"/>
              </a:spcBef>
              <a:buClr>
                <a:srgbClr val="09CFD8"/>
              </a:buClr>
              <a:buSzPts val="1860"/>
              <a:buFont typeface="Wingdings" pitchFamily="0" charset="2"/>
              <a:buChar char=""/>
              <a:tabLst>
                <a:tab pos="337820" algn="l"/>
              </a:tabLst>
              <a:defRPr lang="en-us"/>
            </a:pPr>
            <a:r>
              <a:rPr lang="en-us" sz="2000" cap="none">
                <a:latin typeface="Arial MT" pitchFamily="0" charset="0"/>
                <a:ea typeface="Calibri" pitchFamily="2" charset="0"/>
                <a:cs typeface="Arial MT" pitchFamily="0" charset="0"/>
              </a:rPr>
              <a:t>To unify </a:t>
            </a:r>
            <a:r>
              <a:rPr lang="en-us" sz="2000" i="1" cap="none">
                <a:latin typeface="Arial" pitchFamily="1" charset="0"/>
                <a:ea typeface="Calibri" pitchFamily="2" charset="0"/>
                <a:cs typeface="Arial" pitchFamily="1" charset="0"/>
              </a:rPr>
              <a:t>Knows(John,x) </a:t>
            </a:r>
            <a:r>
              <a:rPr lang="en-us" sz="2000" cap="none">
                <a:latin typeface="Arial MT" pitchFamily="0" charset="0"/>
                <a:ea typeface="Calibri" pitchFamily="2" charset="0"/>
                <a:cs typeface="Arial MT" pitchFamily="0" charset="0"/>
              </a:rPr>
              <a:t>and </a:t>
            </a:r>
            <a:r>
              <a:rPr lang="en-us" sz="2000" i="1" cap="none">
                <a:latin typeface="Arial" pitchFamily="1" charset="0"/>
                <a:ea typeface="Calibri" pitchFamily="2" charset="0"/>
                <a:cs typeface="Arial" pitchFamily="1" charset="0"/>
              </a:rPr>
              <a:t>Knows(y,z)</a:t>
            </a:r>
            <a:r>
              <a:rPr lang="en-us" sz="2000" cap="none">
                <a:latin typeface="Arial MT" pitchFamily="0" charset="0"/>
                <a:ea typeface="Calibri" pitchFamily="2" charset="0"/>
                <a:cs typeface="Arial MT" pitchFamily="0" charset="0"/>
              </a:rPr>
              <a:t>,</a:t>
            </a:r>
            <a:endParaRPr lang="en-us" sz="2000" cap="none">
              <a:latin typeface="Arial MT" pitchFamily="0" charset="0"/>
              <a:ea typeface="Calibri" pitchFamily="2" charset="0"/>
              <a:cs typeface="Arial MT" pitchFamily="0" charset="0"/>
            </a:endParaRPr>
          </a:p>
          <a:p>
            <a:pPr marL="706755">
              <a:lnSpc>
                <a:spcPct val="100000"/>
              </a:lnSpc>
              <a:spcBef>
                <a:spcPts val="455"/>
              </a:spcBef>
              <a:defRPr lang="en-us"/>
            </a:pPr>
            <a:r>
              <a:rPr lang="en-us" sz="2000" cap="none">
                <a:latin typeface="Arial MT" pitchFamily="0" charset="0"/>
                <a:ea typeface="Calibri" pitchFamily="2" charset="0"/>
                <a:cs typeface="Arial MT" pitchFamily="0" charset="0"/>
              </a:rPr>
              <a:t>θ = {</a:t>
            </a:r>
            <a:r>
              <a:rPr lang="en-us" sz="2000" i="1" cap="none">
                <a:latin typeface="Arial" pitchFamily="1" charset="0"/>
                <a:ea typeface="Calibri" pitchFamily="2" charset="0"/>
                <a:cs typeface="Arial" pitchFamily="1" charset="0"/>
              </a:rPr>
              <a:t>y/John, x/z } or θ = {y/John, x/John, z/John</a:t>
            </a:r>
            <a:r>
              <a:rPr lang="en-us" sz="2000" cap="none">
                <a:latin typeface="Arial MT" pitchFamily="0" charset="0"/>
                <a:ea typeface="Calibri" pitchFamily="2" charset="0"/>
                <a:cs typeface="Arial MT" pitchFamily="0" charset="0"/>
              </a:rPr>
              <a:t>}</a:t>
            </a:r>
            <a:endParaRPr lang="en-us" sz="2000" cap="none">
              <a:latin typeface="Arial MT" pitchFamily="0" charset="0"/>
              <a:ea typeface="Calibri" pitchFamily="2" charset="0"/>
              <a:cs typeface="Arial MT" pitchFamily="0" charset="0"/>
            </a:endParaRPr>
          </a:p>
          <a:p>
            <a:pPr>
              <a:lnSpc>
                <a:spcPct val="100000"/>
              </a:lnSpc>
              <a:spcBef>
                <a:spcPts val="25"/>
              </a:spcBef>
              <a:defRPr lang="en-us"/>
            </a:pPr>
            <a:endParaRPr lang="en-us" sz="2100" cap="none">
              <a:latin typeface="Arial MT" pitchFamily="0" charset="0"/>
              <a:ea typeface="Calibri" pitchFamily="2" charset="0"/>
              <a:cs typeface="Arial MT" pitchFamily="0" charset="0"/>
            </a:endParaRPr>
          </a:p>
          <a:p>
            <a:pPr marL="337820" indent="-325120" defTabSz="914400">
              <a:lnSpc>
                <a:spcPct val="100000"/>
              </a:lnSpc>
              <a:buClr>
                <a:srgbClr val="09CFD8"/>
              </a:buClr>
              <a:buSzPts val="1860"/>
              <a:buFont typeface="Wingdings" pitchFamily="0" charset="2"/>
              <a:buChar char=""/>
              <a:tabLst>
                <a:tab pos="337820" algn="l"/>
              </a:tabLst>
              <a:defRPr lang="en-us"/>
            </a:pPr>
            <a:r>
              <a:rPr lang="en-us" sz="2000" cap="none">
                <a:latin typeface="Arial MT" pitchFamily="0" charset="0"/>
                <a:ea typeface="Calibri" pitchFamily="2" charset="0"/>
                <a:cs typeface="Arial MT" pitchFamily="0" charset="0"/>
              </a:rPr>
              <a:t>The first unifier is more general than the second.</a:t>
            </a:r>
            <a:endParaRPr lang="en-us" sz="2000" cap="none">
              <a:latin typeface="Arial MT" pitchFamily="0" charset="0"/>
              <a:ea typeface="Calibri" pitchFamily="2" charset="0"/>
              <a:cs typeface="Arial MT" pitchFamily="0" charset="0"/>
            </a:endParaRPr>
          </a:p>
          <a:p>
            <a:pPr>
              <a:lnSpc>
                <a:spcPct val="100000"/>
              </a:lnSpc>
              <a:spcBef>
                <a:spcPts val="35"/>
              </a:spcBef>
              <a:buClr>
                <a:srgbClr val="09CFD8"/>
              </a:buClr>
              <a:buFont typeface="Wingdings" pitchFamily="0" charset="2"/>
              <a:buChar char=""/>
              <a:defRPr lang="en-us"/>
            </a:pPr>
            <a:endParaRPr lang="en-us" sz="2100" cap="none">
              <a:latin typeface="Arial MT" pitchFamily="0" charset="0"/>
              <a:ea typeface="Calibri" pitchFamily="2" charset="0"/>
              <a:cs typeface="Arial MT" pitchFamily="0" charset="0"/>
            </a:endParaRPr>
          </a:p>
          <a:p>
            <a:pPr marL="337820" marR="5080" indent="-325120" defTabSz="914400">
              <a:lnSpc>
                <a:spcPct val="125000"/>
              </a:lnSpc>
              <a:buClr>
                <a:srgbClr val="09CFD8"/>
              </a:buClr>
              <a:buSzPts val="1860"/>
              <a:buFont typeface="Wingdings" pitchFamily="0" charset="2"/>
              <a:buChar char=""/>
              <a:tabLst>
                <a:tab pos="337820" algn="l"/>
                <a:tab pos="5967095" algn="l"/>
              </a:tabLst>
              <a:defRPr lang="en-us"/>
            </a:pPr>
            <a:r>
              <a:rPr lang="en-us" sz="2000" cap="none">
                <a:latin typeface="Arial MT" pitchFamily="0" charset="0"/>
                <a:ea typeface="Calibri" pitchFamily="2" charset="0"/>
                <a:cs typeface="Arial MT" pitchFamily="0" charset="0"/>
              </a:rPr>
              <a:t>There is a single most general unifier (MGU) that	is unique up to  renaming of variables.</a:t>
            </a:r>
            <a:endParaRPr lang="en-us" sz="2000" cap="none">
              <a:latin typeface="Arial MT" pitchFamily="0" charset="0"/>
              <a:ea typeface="Calibri" pitchFamily="2" charset="0"/>
              <a:cs typeface="Arial MT" pitchFamily="0" charset="0"/>
            </a:endParaRPr>
          </a:p>
          <a:p>
            <a:pPr marL="337820" indent="-325120" defTabSz="914400">
              <a:lnSpc>
                <a:spcPct val="100000"/>
              </a:lnSpc>
              <a:spcBef>
                <a:spcPts val="280"/>
              </a:spcBef>
              <a:buClr>
                <a:srgbClr val="09CFD8"/>
              </a:buClr>
              <a:buSzPts val="1860"/>
              <a:buFont typeface="Wingdings" pitchFamily="0" charset="2"/>
              <a:buChar char=""/>
              <a:tabLst>
                <a:tab pos="337820" algn="l"/>
              </a:tabLst>
              <a:defRPr lang="en-us"/>
            </a:pPr>
            <a:r>
              <a:rPr lang="en-us" sz="2000" cap="none">
                <a:latin typeface="Arial MT" pitchFamily="0" charset="0"/>
                <a:ea typeface="Calibri" pitchFamily="2" charset="0"/>
                <a:cs typeface="Arial MT" pitchFamily="0" charset="0"/>
              </a:rPr>
              <a:t>MGU = { </a:t>
            </a:r>
            <a:r>
              <a:rPr lang="en-us" sz="2000" i="1" cap="none">
                <a:latin typeface="Arial" pitchFamily="1" charset="0"/>
                <a:ea typeface="Calibri" pitchFamily="2" charset="0"/>
                <a:cs typeface="Arial" pitchFamily="1" charset="0"/>
              </a:rPr>
              <a:t>y/John, x/z </a:t>
            </a:r>
            <a:r>
              <a:rPr lang="en-us" sz="2000" cap="none">
                <a:latin typeface="Arial MT" pitchFamily="0" charset="0"/>
                <a:ea typeface="Calibri" pitchFamily="2" charset="0"/>
                <a:cs typeface="Arial MT" pitchFamily="0" charset="0"/>
              </a:rPr>
              <a:t>}</a:t>
            </a:r>
            <a:endParaRPr lang="en-us" sz="2000" cap="none">
              <a:latin typeface="Arial MT" pitchFamily="0" charset="0"/>
              <a:ea typeface="Calibri" pitchFamily="2" charset="0"/>
              <a:cs typeface="Arial MT" pitchFamily="0" charset="0"/>
            </a:endParaRPr>
          </a:p>
        </p:txBody>
      </p:sp>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Rectangle1"/>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aAEAAFgCAABQKAAAGAYAABAAAAAmAAAACAAAAP//////////"/>
              </a:ext>
            </a:extLst>
          </p:cNvSpPr>
          <p:nvPr/>
        </p:nvSpPr>
        <p:spPr>
          <a:xfrm>
            <a:off x="228600" y="381000"/>
            <a:ext cx="6324600" cy="609600"/>
          </a:xfrm>
          <a:prstGeom prst="rect">
            <a:avLst/>
          </a:prstGeom>
          <a:noFill/>
          <a:ln>
            <a:noFill/>
          </a:ln>
          <a:effectLst/>
        </p:spPr>
        <p:txBody>
          <a:bodyPr vert="horz" wrap="square" lIns="0" tIns="12700" rIns="0" bIns="0" numCol="1" spcCol="215900" anchor="t"/>
          <a:lstStyle/>
          <a:p>
            <a:pPr marL="12700" algn="ctr">
              <a:spcBef>
                <a:spcPts val="100"/>
              </a:spcBef>
              <a:defRPr lang="en-us" sz="2000" cap="none">
                <a:latin typeface="Arial MT" pitchFamily="0" charset="0"/>
                <a:ea typeface="Calibri" pitchFamily="2" charset="0"/>
                <a:cs typeface="Calibri" pitchFamily="2" charset="0"/>
              </a:defRPr>
            </a:pPr>
            <a:r>
              <a:rPr lang="en-us" sz="3200" b="1" cap="none">
                <a:solidFill>
                  <a:srgbClr val="17375E"/>
                </a:solidFill>
                <a:latin typeface="Arial" pitchFamily="1" charset="0"/>
                <a:ea typeface="Calibri" pitchFamily="2" charset="0"/>
                <a:cs typeface="Arial" pitchFamily="1" charset="0"/>
              </a:rPr>
              <a:t>Unification</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HIBAACGCQAAqjcAAIwmAAAQAAAAJgAAAAgAAAD//////////w=="/>
              </a:ext>
            </a:extLst>
          </p:cNvPicPr>
          <p:nvPr/>
        </p:nvPicPr>
        <p:blipFill>
          <a:blip r:embed="rId2"/>
          <a:stretch>
            <a:fillRect/>
          </a:stretch>
        </p:blipFill>
        <p:spPr>
          <a:xfrm>
            <a:off x="234950" y="1548130"/>
            <a:ext cx="8813800" cy="4718050"/>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OAQAAFgCAADYJwAANwcAABAAAAAmAAAACAAAAP//////////"/>
              </a:ext>
            </a:extLst>
          </p:cNvSpPr>
          <p:nvPr/>
        </p:nvSpPr>
        <p:spPr>
          <a:xfrm>
            <a:off x="685800" y="381000"/>
            <a:ext cx="5791200" cy="791845"/>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The Unification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1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FYBAAB8CgAAjDcAAA4eAAAQAAAAJgAAAAgAAAD//////////w=="/>
              </a:ext>
            </a:extLst>
          </p:cNvPicPr>
          <p:nvPr/>
        </p:nvPicPr>
        <p:blipFill>
          <a:blip r:embed="rId2"/>
          <a:stretch>
            <a:fillRect/>
          </a:stretch>
        </p:blipFill>
        <p:spPr>
          <a:xfrm>
            <a:off x="217170" y="1704340"/>
            <a:ext cx="8812530" cy="3181350"/>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OAQAAFgCAADYJwAANwcAABAAAAAmAAAACAAAAP//////////"/>
              </a:ext>
            </a:extLst>
          </p:cNvSpPr>
          <p:nvPr/>
        </p:nvSpPr>
        <p:spPr>
          <a:xfrm>
            <a:off x="685800" y="381000"/>
            <a:ext cx="5791200" cy="791845"/>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The Unification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HQDAAAOCgAA2CQAAIYaAAAQAAAAJgAAAAgAAAD//////////w=="/>
              </a:ext>
            </a:extLst>
          </p:cNvPicPr>
          <p:nvPr/>
        </p:nvPicPr>
        <p:blipFill>
          <a:blip r:embed="rId2"/>
          <a:stretch>
            <a:fillRect/>
          </a:stretch>
        </p:blipFill>
        <p:spPr>
          <a:xfrm>
            <a:off x="561340" y="1634490"/>
            <a:ext cx="5427980" cy="2677160"/>
          </a:xfrm>
          <a:prstGeom prst="rect">
            <a:avLst/>
          </a:prstGeom>
          <a:noFill/>
          <a:ln>
            <a:noFill/>
          </a:ln>
          <a:effectLst/>
        </p:spPr>
      </p:pic>
      <p:pic>
        <p:nvPicPr>
          <p:cNvPr id="3" name="object 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AAmAAAUCwAA5jUAACgOAAAQAAAAJgAAAAgAAAD//////////w=="/>
              </a:ext>
            </a:extLst>
          </p:cNvPicPr>
          <p:nvPr/>
        </p:nvPicPr>
        <p:blipFill>
          <a:blip r:embed="rId3"/>
          <a:stretch>
            <a:fillRect/>
          </a:stretch>
        </p:blipFill>
        <p:spPr>
          <a:xfrm>
            <a:off x="6177280" y="1800860"/>
            <a:ext cx="2584450" cy="500380"/>
          </a:xfrm>
          <a:prstGeom prst="rect">
            <a:avLst/>
          </a:prstGeom>
          <a:noFill/>
          <a:ln>
            <a:noFill/>
          </a:ln>
          <a:effectLst/>
        </p:spPr>
      </p:pic>
      <p:sp>
        <p:nvSpPr>
          <p:cNvPr id="4" name="object 5"/>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CAQAANYdAACCMQAAviEAABAAAAAmAAAACAAAAP//////////"/>
              </a:ext>
            </a:extLst>
          </p:cNvSpPr>
          <p:nvPr/>
        </p:nvSpPr>
        <p:spPr>
          <a:xfrm>
            <a:off x="655320" y="4850130"/>
            <a:ext cx="7392670" cy="635000"/>
          </a:xfrm>
          <a:prstGeom prst="rect">
            <a:avLst/>
          </a:prstGeom>
          <a:noFill/>
          <a:ln>
            <a:noFill/>
          </a:ln>
          <a:effectLst/>
        </p:spPr>
        <p:txBody>
          <a:bodyPr vert="horz" wrap="square" lIns="0" tIns="12700" rIns="0" bIns="0" numCol="1" spcCol="215900" anchor="t"/>
          <a:lstStyle/>
          <a:p>
            <a:pPr marL="12700" marR="5080">
              <a:lnSpc>
                <a:spcPct val="100000"/>
              </a:lnSpc>
              <a:spcBef>
                <a:spcPts val="100"/>
              </a:spcBef>
              <a:defRPr lang="en-us"/>
            </a:pPr>
            <a:r>
              <a:rPr lang="en-us" sz="2000" cap="none">
                <a:latin typeface="Arial MT" pitchFamily="0" charset="0"/>
                <a:ea typeface="Calibri" pitchFamily="2" charset="0"/>
                <a:cs typeface="Arial MT" pitchFamily="0" charset="0"/>
              </a:rPr>
              <a:t>GMP used with KB of definite clauses (exactly one positive literal)  All variables assumed universally quantified</a:t>
            </a:r>
            <a:endParaRPr lang="en-us" sz="2000" cap="none">
              <a:latin typeface="Arial MT" pitchFamily="0" charset="0"/>
              <a:ea typeface="Calibri" pitchFamily="2" charset="0"/>
              <a:cs typeface="Arial MT" pitchFamily="0" charset="0"/>
            </a:endParaRPr>
          </a:p>
        </p:txBody>
      </p:sp>
      <p:sp>
        <p:nvSpPr>
          <p:cNvPr id="5" name="object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yAIAAPAAAABgJwAAgAcAABAAAAAmAAAACAAAAP//////////"/>
              </a:ext>
            </a:extLst>
          </p:cNvSpPr>
          <p:nvPr/>
        </p:nvSpPr>
        <p:spPr>
          <a:xfrm>
            <a:off x="452120" y="152400"/>
            <a:ext cx="5948680" cy="1066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Generalized Modus Ponens (GMP)</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HoDAAB8CgAAJjUAAPogAAAQAAAAJgAAAAgAAAD//////////w=="/>
              </a:ext>
            </a:extLst>
          </p:cNvPicPr>
          <p:nvPr/>
        </p:nvPicPr>
        <p:blipFill>
          <a:blip r:embed="rId2"/>
          <a:stretch>
            <a:fillRect/>
          </a:stretch>
        </p:blipFill>
        <p:spPr>
          <a:xfrm>
            <a:off x="565150" y="1704340"/>
            <a:ext cx="8074660" cy="3656330"/>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yAIAAPAAAABgJwAAgAcAABAAAAAmAAAACAAAAP//////////"/>
              </a:ext>
            </a:extLst>
          </p:cNvSpPr>
          <p:nvPr/>
        </p:nvSpPr>
        <p:spPr>
          <a:xfrm>
            <a:off x="452120" y="152400"/>
            <a:ext cx="5948680" cy="1066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Generalized Modus Ponens (GMP)</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gAEAAHILAAAlNgAAHBkAAAAAAAAmAAAACAAAAP//////////"/>
              </a:ext>
            </a:extLst>
          </p:cNvSpPr>
          <p:nvPr/>
        </p:nvSpPr>
        <p:spPr>
          <a:xfrm>
            <a:off x="243840" y="1860550"/>
            <a:ext cx="8557895" cy="2221230"/>
          </a:xfrm>
          <a:prstGeom prst="rect">
            <a:avLst/>
          </a:prstGeom>
          <a:noFill/>
          <a:ln>
            <a:noFill/>
          </a:ln>
          <a:effectLst/>
        </p:spPr>
        <p:txBody>
          <a:bodyPr vert="horz" wrap="square" lIns="0" tIns="12700" rIns="0" bIns="0" numCol="1" spcCol="215900" anchor="t"/>
          <a:lstStyle/>
          <a:p>
            <a:pPr marL="336550" marR="5080" indent="-323850" algn="l" defTabSz="914400">
              <a:lnSpc>
                <a:spcPct val="100000"/>
              </a:lnSpc>
              <a:spcBef>
                <a:spcPts val="100"/>
              </a:spcBef>
              <a:buClr>
                <a:srgbClr val="09CFD8"/>
              </a:buClr>
              <a:buSzPts val="2205"/>
              <a:buFont typeface="Wingdings" pitchFamily="0" charset="2"/>
              <a:buChar char=""/>
              <a:tabLst>
                <a:tab pos="336550" algn="l"/>
                <a:tab pos="7985760" algn="l"/>
                <a:tab pos="8188960" algn="l"/>
              </a:tabLst>
              <a:defRPr lang="en-us"/>
            </a:pPr>
            <a:r>
              <a:rPr lang="en-us" sz="2400" cap="none">
                <a:latin typeface="Arial MT" pitchFamily="0" charset="0"/>
                <a:ea typeface="Calibri" pitchFamily="2" charset="0"/>
                <a:cs typeface="Arial MT" pitchFamily="0" charset="0"/>
              </a:rPr>
              <a:t>The law says that it is a crime for an American to sell  weapons to hostile nations. The country Nono, an enemy of  America, has some missiles, and all of its missiles were sold  to it by Colonel West, who is American.</a:t>
            </a:r>
            <a:endParaRPr lang="en-us" sz="2400" cap="none">
              <a:latin typeface="Arial MT" pitchFamily="0" charset="0"/>
              <a:ea typeface="Calibri" pitchFamily="2" charset="0"/>
              <a:cs typeface="Arial MT" pitchFamily="0" charset="0"/>
            </a:endParaRPr>
          </a:p>
          <a:p>
            <a:pPr algn="l">
              <a:lnSpc>
                <a:spcPct val="100000"/>
              </a:lnSpc>
              <a:spcBef>
                <a:spcPts val="15"/>
              </a:spcBef>
              <a:buClr>
                <a:srgbClr val="09CFD8"/>
              </a:buClr>
              <a:buFont typeface="Wingdings" pitchFamily="0" charset="2"/>
              <a:buChar char=""/>
              <a:defRPr lang="en-us"/>
            </a:pPr>
            <a:endParaRPr lang="en-us" sz="2500" cap="none">
              <a:latin typeface="Arial MT" pitchFamily="0" charset="0"/>
              <a:ea typeface="Calibri" pitchFamily="2" charset="0"/>
              <a:cs typeface="Arial MT" pitchFamily="0" charset="0"/>
            </a:endParaRPr>
          </a:p>
          <a:p>
            <a:pPr marL="336550" indent="-323850" algn="l" defTabSz="914400">
              <a:lnSpc>
                <a:spcPct val="100000"/>
              </a:lnSpc>
              <a:buClr>
                <a:srgbClr val="09CFD8"/>
              </a:buClr>
              <a:buSzPts val="2205"/>
              <a:buFont typeface="Wingdings" pitchFamily="0" charset="2"/>
              <a:buChar char=""/>
              <a:tabLst>
                <a:tab pos="336550" algn="l"/>
              </a:tabLst>
              <a:defRPr lang="en-us"/>
            </a:pPr>
            <a:r>
              <a:rPr lang="en-us" sz="2400" cap="none">
                <a:latin typeface="Arial MT" pitchFamily="0" charset="0"/>
                <a:ea typeface="Calibri" pitchFamily="2" charset="0"/>
                <a:cs typeface="Arial MT" pitchFamily="0" charset="0"/>
              </a:rPr>
              <a:t>Prove that Col. West is a criminal</a:t>
            </a:r>
            <a:endParaRPr lang="en-us" sz="2400" cap="none">
              <a:latin typeface="Arial MT" pitchFamily="0" charset="0"/>
              <a:ea typeface="Calibri" pitchFamily="2" charset="0"/>
              <a:cs typeface="Arial MT" pitchFamily="0" charset="0"/>
            </a:endParaRPr>
          </a:p>
        </p:txBody>
      </p:sp>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OAQAAOABAADIKAAAkAYAABAAAAAmAAAACAAAAP//////////"/>
              </a:ext>
            </a:extLst>
          </p:cNvSpPr>
          <p:nvPr/>
        </p:nvSpPr>
        <p:spPr>
          <a:xfrm>
            <a:off x="685800" y="304800"/>
            <a:ext cx="5943600" cy="7620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Example Knowledge Base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O7s4QPMzMwAwMD/AH9/fwAAAAAAAAAAAAAAAAD///8AAAAAACEAAAAYAAAAFAAAAEwCAAAmCQAAUjMAAKolAAAQAAAAJgAAAAgAAAD//////////w=="/>
              </a:ext>
            </a:extLst>
          </p:cNvPicPr>
          <p:nvPr/>
        </p:nvPicPr>
        <p:blipFill>
          <a:blip r:embed="rId2"/>
          <a:stretch>
            <a:fillRect/>
          </a:stretch>
        </p:blipFill>
        <p:spPr>
          <a:xfrm>
            <a:off x="373380" y="1487170"/>
            <a:ext cx="7969250" cy="4635500"/>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7uzh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7uzhA8zMzADAwP8Af39/AAAAAAAAAAAAAAAAAAAAAAAAAAAAIQAAABgAAAAUAAAAOAQAAOABAADIKAAAkAYAABAAAAAmAAAACAAAAP//////////"/>
              </a:ext>
            </a:extLst>
          </p:cNvSpPr>
          <p:nvPr/>
        </p:nvSpPr>
        <p:spPr>
          <a:xfrm>
            <a:off x="685800" y="304800"/>
            <a:ext cx="5943600" cy="7620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Example Knowledge Base</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3" name="object 3"/>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gIAALwLAAAlNQAA6xkAABAAAAAmAAAACAAAAP//////////"/>
              </a:ext>
            </a:extLst>
          </p:cNvSpPr>
          <p:nvPr/>
        </p:nvSpPr>
        <p:spPr>
          <a:xfrm>
            <a:off x="364490" y="1907540"/>
            <a:ext cx="8274685" cy="2305685"/>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400" b="1" cap="none">
                <a:solidFill>
                  <a:srgbClr val="990000"/>
                </a:solidFill>
                <a:latin typeface="Arial" pitchFamily="1" charset="0"/>
                <a:ea typeface="Calibri" pitchFamily="2" charset="0"/>
                <a:cs typeface="Arial" pitchFamily="1" charset="0"/>
              </a:rPr>
              <a:t>Algorithm</a:t>
            </a:r>
            <a:r>
              <a:rPr lang="en-us" sz="2400" cap="none">
                <a:latin typeface="Arial MT" pitchFamily="0" charset="0"/>
                <a:ea typeface="Calibri" pitchFamily="2" charset="0"/>
                <a:cs typeface="Arial MT" pitchFamily="0" charset="0"/>
              </a:rPr>
              <a:t>:</a:t>
            </a:r>
            <a:endParaRPr lang="en-us" sz="2400" cap="none">
              <a:latin typeface="Arial MT" pitchFamily="0" charset="0"/>
              <a:ea typeface="Calibri" pitchFamily="2" charset="0"/>
              <a:cs typeface="Arial MT" pitchFamily="0" charset="0"/>
            </a:endParaRPr>
          </a:p>
          <a:p>
            <a:pPr marL="342900" indent="-342900">
              <a:lnSpc>
                <a:spcPct val="100000"/>
              </a:lnSpc>
              <a:spcBef>
                <a:spcPts val="5"/>
              </a:spcBef>
              <a:buFont typeface="Arial" pitchFamily="1" charset="0"/>
              <a:buChar char="•"/>
              <a:defRPr lang="en-us"/>
            </a:pPr>
            <a:endParaRPr lang="en-us" sz="2500" cap="none">
              <a:latin typeface="Arial MT" pitchFamily="0" charset="0"/>
              <a:ea typeface="Calibri" pitchFamily="2" charset="0"/>
              <a:cs typeface="Arial MT" pitchFamily="0" charset="0"/>
            </a:endParaRPr>
          </a:p>
          <a:p>
            <a:pPr lvl="1" marL="642620" indent="-171450" defTabSz="914400">
              <a:buFont typeface="Arial" pitchFamily="1" charset="0"/>
              <a:buChar char="•"/>
              <a:tabLst>
                <a:tab pos="469265" algn="l"/>
              </a:tabLst>
              <a:defRPr lang="en-us"/>
            </a:pPr>
            <a:r>
              <a:rPr lang="en-us" sz="2000" cap="none">
                <a:latin typeface="Arial MT" pitchFamily="0" charset="0"/>
                <a:ea typeface="Calibri" pitchFamily="2" charset="0"/>
                <a:cs typeface="Arial MT" pitchFamily="0" charset="0"/>
              </a:rPr>
              <a:t>Start from the facts</a:t>
            </a:r>
            <a:endParaRPr lang="en-us" sz="2000" cap="none">
              <a:latin typeface="Arial MT" pitchFamily="0" charset="0"/>
              <a:ea typeface="Calibri" pitchFamily="2" charset="0"/>
              <a:cs typeface="Arial MT" pitchFamily="0" charset="0"/>
            </a:endParaRPr>
          </a:p>
          <a:p>
            <a:pPr lvl="1" marL="642620" indent="-171450" defTabSz="914400">
              <a:buFont typeface="Arial" pitchFamily="1" charset="0"/>
              <a:buChar char="•"/>
              <a:tabLst>
                <a:tab pos="469265" algn="l"/>
              </a:tabLst>
              <a:defRPr lang="en-us"/>
            </a:pPr>
            <a:r>
              <a:rPr lang="en-us" sz="2000" cap="none">
                <a:latin typeface="Arial MT" pitchFamily="0" charset="0"/>
                <a:ea typeface="Calibri" pitchFamily="2" charset="0"/>
                <a:cs typeface="Arial MT" pitchFamily="0" charset="0"/>
              </a:rPr>
              <a:t>Trigger all rules whose premises are satisfied</a:t>
            </a:r>
            <a:endParaRPr lang="en-us" sz="2000" cap="none">
              <a:latin typeface="Arial MT" pitchFamily="0" charset="0"/>
              <a:ea typeface="Calibri" pitchFamily="2" charset="0"/>
              <a:cs typeface="Arial MT" pitchFamily="0" charset="0"/>
            </a:endParaRPr>
          </a:p>
          <a:p>
            <a:pPr lvl="1" marL="642620" indent="-171450" defTabSz="914400">
              <a:buFont typeface="Arial" pitchFamily="1" charset="0"/>
              <a:buChar char="•"/>
              <a:tabLst>
                <a:tab pos="469265" algn="l"/>
              </a:tabLst>
              <a:defRPr lang="en-us"/>
            </a:pPr>
            <a:r>
              <a:rPr lang="en-us" sz="2000" cap="none">
                <a:latin typeface="Arial MT" pitchFamily="0" charset="0"/>
                <a:ea typeface="Calibri" pitchFamily="2" charset="0"/>
                <a:cs typeface="Arial MT" pitchFamily="0" charset="0"/>
              </a:rPr>
              <a:t>Add the conclusion to known facts</a:t>
            </a:r>
            <a:endParaRPr lang="en-us" sz="2000" cap="none">
              <a:latin typeface="Arial MT" pitchFamily="0" charset="0"/>
              <a:ea typeface="Calibri" pitchFamily="2" charset="0"/>
              <a:cs typeface="Arial MT" pitchFamily="0" charset="0"/>
            </a:endParaRPr>
          </a:p>
          <a:p>
            <a:pPr lvl="1" marL="642620" indent="-171450" defTabSz="914400">
              <a:buFont typeface="Arial" pitchFamily="1" charset="0"/>
              <a:buChar char="•"/>
              <a:tabLst>
                <a:tab pos="469265" algn="l"/>
              </a:tabLst>
              <a:defRPr lang="en-us"/>
            </a:pPr>
            <a:r>
              <a:rPr lang="en-us" sz="2000" cap="none">
                <a:latin typeface="Arial MT" pitchFamily="0" charset="0"/>
                <a:ea typeface="Calibri" pitchFamily="2" charset="0"/>
                <a:cs typeface="Arial MT" pitchFamily="0" charset="0"/>
              </a:rPr>
              <a:t>Repeat the steps till no new facts are added or the query is answered</a:t>
            </a:r>
            <a:endParaRPr lang="en-us" sz="2000" cap="none">
              <a:latin typeface="Arial MT" pitchFamily="0" charset="0"/>
              <a:ea typeface="Calibri" pitchFamily="2" charset="0"/>
              <a:cs typeface="Arial MT" pitchFamily="0" charset="0"/>
            </a:endParaRP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NACAADYJwAAkAYAABAAAAAmAAAACAAAAP//////////"/>
              </a:ext>
            </a:extLst>
          </p:cNvSpPr>
          <p:nvPr/>
        </p:nvSpPr>
        <p:spPr>
          <a:xfrm>
            <a:off x="228600" y="457200"/>
            <a:ext cx="6248400" cy="6096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Forward Chaining Algorithm </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B4dGVu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YCAAA4CQAAojYAAMwmAAAQAAAAJgAAAAgAAAD//////////w=="/>
              </a:ext>
            </a:extLst>
          </p:cNvPicPr>
          <p:nvPr/>
        </p:nvPicPr>
        <p:blipFill>
          <a:blip r:embed="rId2"/>
          <a:stretch>
            <a:fillRect/>
          </a:stretch>
        </p:blipFill>
        <p:spPr>
          <a:xfrm>
            <a:off x="400050" y="1498600"/>
            <a:ext cx="8481060" cy="4808220"/>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NACAADYJwAAkAYAABAAAAAmAAAACAAAAP//////////"/>
              </a:ext>
            </a:extLst>
          </p:cNvSpPr>
          <p:nvPr/>
        </p:nvSpPr>
        <p:spPr>
          <a:xfrm>
            <a:off x="228600" y="457200"/>
            <a:ext cx="6248400" cy="6096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Forward Chaining Algorithm </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7AKH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MwDAAAMHwAA1jUAACchAAAQAAAAJgAAAAgAAAD//////////w=="/>
              </a:ext>
            </a:extLst>
          </p:cNvPicPr>
          <p:nvPr/>
        </p:nvPicPr>
        <p:blipFill>
          <a:blip r:embed="rId2"/>
          <a:stretch>
            <a:fillRect/>
          </a:stretch>
        </p:blipFill>
        <p:spPr>
          <a:xfrm>
            <a:off x="617220" y="5046980"/>
            <a:ext cx="8134350" cy="342265"/>
          </a:xfrm>
          <a:prstGeom prst="rect">
            <a:avLst/>
          </a:prstGeom>
          <a:noFill/>
          <a:ln>
            <a:noFill/>
          </a:ln>
          <a:effectLst/>
        </p:spPr>
      </p:pic>
      <p:pic>
        <p:nvPicPr>
          <p:cNvPr id="3" name="object 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YBAACgCQAAGC4AAIwSAAAQAAAAJgAAAAgAAAD//////////w=="/>
              </a:ext>
            </a:extLst>
          </p:cNvPicPr>
          <p:nvPr/>
        </p:nvPicPr>
        <p:blipFill>
          <a:blip r:embed="rId3"/>
          <a:stretch>
            <a:fillRect/>
          </a:stretch>
        </p:blipFill>
        <p:spPr>
          <a:xfrm>
            <a:off x="237490" y="1564640"/>
            <a:ext cx="7255510" cy="1450340"/>
          </a:xfrm>
          <a:prstGeom prst="rect">
            <a:avLst/>
          </a:prstGeom>
          <a:noFill/>
          <a:ln>
            <a:noFill/>
          </a:ln>
          <a:effectLst/>
        </p:spPr>
      </p:pic>
      <p:sp>
        <p:nvSpPr>
          <p:cNvPr id="4" name="object 5"/>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9CQAAGIMAABuMgAAiBIAABAAAAAmAAAACAAAAP//////////"/>
              </a:ext>
            </a:extLst>
          </p:cNvSpPr>
          <p:nvPr/>
        </p:nvSpPr>
        <p:spPr>
          <a:xfrm>
            <a:off x="6007100" y="2012950"/>
            <a:ext cx="2190750" cy="999490"/>
          </a:xfrm>
          <a:prstGeom prst="rect">
            <a:avLst/>
          </a:prstGeom>
          <a:noFill/>
          <a:ln>
            <a:noFill/>
          </a:ln>
          <a:effectLst/>
        </p:spPr>
        <p:txBody>
          <a:bodyPr vert="horz" wrap="square" lIns="0" tIns="12700" rIns="0" bIns="0" numCol="1" spcCol="215900" anchor="t"/>
          <a:lstStyle/>
          <a:p>
            <a:pPr marL="12700" marR="5080">
              <a:lnSpc>
                <a:spcPct val="99000"/>
              </a:lnSpc>
              <a:spcBef>
                <a:spcPts val="100"/>
              </a:spcBef>
              <a:defRPr lang="en-us"/>
            </a:pPr>
            <a:r>
              <a:rPr lang="en-us" sz="1600" cap="none">
                <a:latin typeface="Arial MT" pitchFamily="0" charset="0"/>
                <a:ea typeface="Calibri" pitchFamily="2" charset="0"/>
                <a:cs typeface="Arial MT" pitchFamily="0" charset="0"/>
              </a:rPr>
              <a:t>Missile(M1)  Owns(Nono, M1)  American (West)  Enemy (Nono, America)</a:t>
            </a:r>
            <a:endParaRPr lang="en-us" sz="1600" cap="none">
              <a:latin typeface="Arial MT" pitchFamily="0" charset="0"/>
              <a:ea typeface="Calibri" pitchFamily="2" charset="0"/>
              <a:cs typeface="Arial MT" pitchFamily="0" charset="0"/>
            </a:endParaRPr>
          </a:p>
        </p:txBody>
      </p:sp>
      <p:sp>
        <p:nvSpPr>
          <p:cNvPr id="5" name="object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OwBAADEJwAAJAYAABAAAAAmAAAACAAAAP//////////"/>
              </a:ext>
            </a:extLst>
          </p:cNvSpPr>
          <p:nvPr/>
        </p:nvSpPr>
        <p:spPr>
          <a:xfrm>
            <a:off x="685800" y="312420"/>
            <a:ext cx="577850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Forward Chaining Proof </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DUDAADFFQAAHTQAAHcgAAAQAAAAJgAAAAgAAAD//////////w=="/>
              </a:ext>
            </a:extLst>
          </p:cNvPicPr>
          <p:nvPr/>
        </p:nvPicPr>
        <p:blipFill>
          <a:blip r:embed="rId2"/>
          <a:stretch>
            <a:fillRect/>
          </a:stretch>
        </p:blipFill>
        <p:spPr>
          <a:xfrm>
            <a:off x="521335" y="3538855"/>
            <a:ext cx="7950200" cy="1738630"/>
          </a:xfrm>
          <a:prstGeom prst="rect">
            <a:avLst/>
          </a:prstGeom>
          <a:noFill/>
          <a:ln>
            <a:noFill/>
          </a:ln>
          <a:effectLst/>
        </p:spPr>
      </p:pic>
      <p:pic>
        <p:nvPicPr>
          <p:cNvPr id="3"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YBAACgCQAAGC4AAIwSAAAQAAAAJgAAAAgAAAD//////////w=="/>
              </a:ext>
            </a:extLst>
          </p:cNvPicPr>
          <p:nvPr/>
        </p:nvPicPr>
        <p:blipFill>
          <a:blip r:embed="rId3"/>
          <a:stretch>
            <a:fillRect/>
          </a:stretch>
        </p:blipFill>
        <p:spPr>
          <a:xfrm>
            <a:off x="237490" y="1564640"/>
            <a:ext cx="7255510" cy="1450340"/>
          </a:xfrm>
          <a:prstGeom prst="rect">
            <a:avLst/>
          </a:prstGeom>
          <a:noFill/>
          <a:ln>
            <a:noFill/>
          </a:ln>
          <a:effectLst/>
        </p:spPr>
      </p:pic>
      <p:sp>
        <p:nvSpPr>
          <p:cNvPr id="4" name="object 4"/>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JCYAALYLAACeMwAA3BEAABAAAAAmAAAACAAAAP//////////"/>
              </a:ext>
            </a:extLst>
          </p:cNvSpPr>
          <p:nvPr/>
        </p:nvSpPr>
        <p:spPr>
          <a:xfrm>
            <a:off x="6200140" y="1903730"/>
            <a:ext cx="2190750" cy="999490"/>
          </a:xfrm>
          <a:prstGeom prst="rect">
            <a:avLst/>
          </a:prstGeom>
          <a:noFill/>
          <a:ln>
            <a:noFill/>
          </a:ln>
          <a:effectLst/>
        </p:spPr>
        <p:txBody>
          <a:bodyPr vert="horz" wrap="square" lIns="0" tIns="12700" rIns="0" bIns="0" numCol="1" spcCol="215900" anchor="t"/>
          <a:lstStyle/>
          <a:p>
            <a:pPr marL="12700" marR="5080">
              <a:lnSpc>
                <a:spcPct val="100000"/>
              </a:lnSpc>
              <a:spcBef>
                <a:spcPts val="100"/>
              </a:spcBef>
              <a:defRPr lang="en-us"/>
            </a:pPr>
            <a:r>
              <a:rPr lang="en-us" sz="1600" cap="none">
                <a:latin typeface="Arial MT" pitchFamily="0" charset="0"/>
                <a:ea typeface="Calibri" pitchFamily="2" charset="0"/>
                <a:cs typeface="Arial MT" pitchFamily="0" charset="0"/>
              </a:rPr>
              <a:t>Missile(M1)  Owns(Nono, M1)  American (West)  Enemy (Nono, America)</a:t>
            </a:r>
            <a:endParaRPr lang="en-us" sz="1600" cap="none">
              <a:latin typeface="Arial MT" pitchFamily="0" charset="0"/>
              <a:ea typeface="Calibri" pitchFamily="2" charset="0"/>
              <a:cs typeface="Arial MT" pitchFamily="0" charset="0"/>
            </a:endParaRPr>
          </a:p>
        </p:txBody>
      </p:sp>
      <p:sp>
        <p:nvSpPr>
          <p:cNvPr id="5" name="object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OwBAADEJwAAJAYAABAAAAAmAAAACAAAAP//////////"/>
              </a:ext>
            </a:extLst>
          </p:cNvSpPr>
          <p:nvPr/>
        </p:nvSpPr>
        <p:spPr>
          <a:xfrm>
            <a:off x="685800" y="312420"/>
            <a:ext cx="577850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Forward Chaining Proof </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Sp="0">
  <p:cSld>
    <p:spTree>
      <p:nvGrpSpPr>
        <p:cNvPr id="1" name=""/>
        <p:cNvGrpSpPr/>
        <p:nvPr/>
      </p:nvGrpSpPr>
      <p:grpSpPr>
        <a:xfrm>
          <a:off x="0" y="0"/>
          <a:ext cx="0" cy="0"/>
          <a:chOff x="0" y="0"/>
          <a:chExt cx="0" cy="0"/>
        </a:xfrm>
      </p:grpSpPr>
      <p:grpSp>
        <p:nvGrpSpPr>
          <p:cNvPr id="2" name="object 2"/>
          <p:cNvGrpSpPr>
            <a:extLst>
              <a:ext uri="smNativeData">
                <pr:smNativeData xmlns:pr="smNativeData" xmlns="smNativeData" val="SMDATA_6_kMSRaRMAAAAlAAAAAQAAAA8BAAAAkAAAAEgAAACQAAAASAAAAAAAAAAAAAAAAAAAABcAAAAUAAAAAAAAAAAAAAD/fwAA/38AAAAAAAAJAAAABAAAANjy7bgfAAAAVAAAAAAAAAAAAAAAAAAAAAAAAAAAAAAAAAAAAAAAAAAAAAAAAAAAAAAAAAAAAAAAAAAAAAAAAAAAAAAAAAAAAAAAAAAAAAAAAAAAAAAAAAAAAAAAAAAAACEAAAAYAAAAFAAAACANAABQKAAAOjgAAJIoAAAQAAAAJgAAAAgAAAD/////AAAAAA=="/>
              </a:ext>
            </a:extLst>
          </p:cNvGrpSpPr>
          <p:nvPr/>
        </p:nvGrpSpPr>
        <p:grpSpPr>
          <a:xfrm>
            <a:off x="2133600" y="6553200"/>
            <a:ext cx="7006590" cy="41910"/>
            <a:chOff x="2133600" y="6553200"/>
            <a:chExt cx="7006590" cy="41910"/>
          </a:xfrm>
        </p:grpSpPr>
        <p:sp>
          <p:nvSpPr>
            <p:cNvPr id="5" name="object 3"/>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qBsAAFAoAAD2KQAAkigAAAAAAAAmAAAACAAAAP//////////"/>
                </a:ext>
              </a:extLst>
            </p:cNvSpPr>
            <p:nvPr/>
          </p:nvSpPr>
          <p:spPr>
            <a:xfrm>
              <a:off x="4495800" y="6553200"/>
              <a:ext cx="2325370" cy="41910"/>
            </a:xfrm>
            <a:custGeom>
              <a:avLst/>
              <a:gdLst/>
              <a:ahLst/>
              <a:cxnLst/>
              <a:rect l="0" t="0" r="2325370" b="41910"/>
              <a:pathLst>
                <a:path w="2325370" h="41910">
                  <a:moveTo>
                    <a:pt x="2325370" y="0"/>
                  </a:moveTo>
                  <a:lnTo>
                    <a:pt x="0" y="0"/>
                  </a:lnTo>
                  <a:lnTo>
                    <a:pt x="0" y="41911"/>
                  </a:lnTo>
                  <a:lnTo>
                    <a:pt x="1162050" y="41911"/>
                  </a:lnTo>
                  <a:lnTo>
                    <a:pt x="2325370" y="41911"/>
                  </a:lnTo>
                  <a:lnTo>
                    <a:pt x="232537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4" name="object 4"/>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IA0AAFAoAACkGwAAkigAAAAAAAAmAAAACAAAAP//////////"/>
                </a:ext>
              </a:extLst>
            </p:cNvSpPr>
            <p:nvPr/>
          </p:nvSpPr>
          <p:spPr>
            <a:xfrm>
              <a:off x="2133600" y="6553200"/>
              <a:ext cx="2359660" cy="41910"/>
            </a:xfrm>
            <a:custGeom>
              <a:avLst/>
              <a:gdLst/>
              <a:ahLst/>
              <a:cxnLst/>
              <a:rect l="0" t="0" r="2359660" b="41910"/>
              <a:pathLst>
                <a:path w="2359660" h="41910">
                  <a:moveTo>
                    <a:pt x="2359660" y="0"/>
                  </a:moveTo>
                  <a:lnTo>
                    <a:pt x="0" y="0"/>
                  </a:lnTo>
                  <a:lnTo>
                    <a:pt x="0" y="41911"/>
                  </a:lnTo>
                  <a:lnTo>
                    <a:pt x="1179829" y="41911"/>
                  </a:lnTo>
                  <a:lnTo>
                    <a:pt x="2359660" y="41911"/>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3" name="object 5"/>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7CkAAFAoAAA6OAAAkigAAAAAAAAmAAAACAAAAP//////////"/>
                </a:ext>
              </a:extLst>
            </p:cNvSpPr>
            <p:nvPr/>
          </p:nvSpPr>
          <p:spPr>
            <a:xfrm>
              <a:off x="6814820" y="6553200"/>
              <a:ext cx="2325370" cy="41910"/>
            </a:xfrm>
            <a:custGeom>
              <a:avLst/>
              <a:gdLst/>
              <a:ahLst/>
              <a:cxnLst/>
              <a:rect l="0" t="0" r="2325370" b="41910"/>
              <a:pathLst>
                <a:path w="2325370" h="41910">
                  <a:moveTo>
                    <a:pt x="2325370" y="0"/>
                  </a:moveTo>
                  <a:lnTo>
                    <a:pt x="0" y="0"/>
                  </a:lnTo>
                  <a:lnTo>
                    <a:pt x="0" y="41911"/>
                  </a:lnTo>
                  <a:lnTo>
                    <a:pt x="1163320" y="41911"/>
                  </a:lnTo>
                  <a:lnTo>
                    <a:pt x="2325370" y="41911"/>
                  </a:lnTo>
                  <a:lnTo>
                    <a:pt x="2325370" y="0"/>
                  </a:lnTo>
                  <a:close/>
                </a:path>
              </a:pathLst>
            </a:custGeom>
            <a:solidFill>
              <a:srgbClr val="FF0000"/>
            </a:solidFill>
            <a:ln>
              <a:noFill/>
            </a:ln>
            <a:effectLst/>
          </p:spPr>
          <p:txBody>
            <a:bodyPr vert="horz" wrap="square" lIns="0" tIns="0" rIns="0" bIns="0" numCol="1" spcCol="215900" anchor="t"/>
            <a:lstStyle/>
            <a:p>
              <a:pPr>
                <a:defRPr lang="en-us"/>
              </a:pPr>
            </a:p>
          </p:txBody>
        </p:sp>
      </p:grpSp>
      <p:grpSp>
        <p:nvGrpSpPr>
          <p:cNvPr id="6" name="object 6"/>
          <p:cNvGrpSpPr>
            <a:extLst>
              <a:ext uri="smNativeData">
                <pr:smNativeData xmlns:pr="smNativeData" xmlns="smNativeData" val="SMDATA_6_kMSRaRMAAAAlAAAAAQAAAA8BAAAAkAAAAEgAAACQAAAASAAAAAAAAAAAAAAAAAAAABcAAAAUAAAAAAAAAAAAAAD/fwAA/38AAAAAAAAJAAAABAAAAAAAAAAfAAAAVAAAAAAAAAAAAAAAAAAAAAAAAAAAAAAAAAAAAAAAAAAAAAAAAAAAAAAAAAAAAAAAAAAAAAAAAAAAAAAAAAAAAAAAAAAAAAAAAAAAAAAAAAAAAAAAAAAAACEAAAAYAAAAFAAAAAAAAAD4BwAAxC0AADgRAAAQAAAAJgAAAAgAAAD/////AAAAAA=="/>
              </a:ext>
            </a:extLst>
          </p:cNvGrpSpPr>
          <p:nvPr/>
        </p:nvGrpSpPr>
        <p:grpSpPr>
          <a:xfrm>
            <a:off x="0" y="1295400"/>
            <a:ext cx="7439660" cy="1503680"/>
            <a:chOff x="0" y="1295400"/>
            <a:chExt cx="7439660" cy="1503680"/>
          </a:xfrm>
        </p:grpSpPr>
        <p:sp>
          <p:nvSpPr>
            <p:cNvPr id="13" name="object 7"/>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iA4AAPgHAADWHAAAOggAAAAAAAAmAAAACAAAAP//////////"/>
                </a:ext>
              </a:extLst>
            </p:cNvSpPr>
            <p:nvPr/>
          </p:nvSpPr>
          <p:spPr>
            <a:xfrm>
              <a:off x="2362200" y="1295400"/>
              <a:ext cx="2325370" cy="41910"/>
            </a:xfrm>
            <a:custGeom>
              <a:avLst/>
              <a:gdLst/>
              <a:ahLst/>
              <a:cxnLst/>
              <a:rect l="0" t="0" r="2325370" b="41910"/>
              <a:pathLst>
                <a:path w="2325370" h="41910">
                  <a:moveTo>
                    <a:pt x="2325370" y="0"/>
                  </a:moveTo>
                  <a:lnTo>
                    <a:pt x="0" y="0"/>
                  </a:lnTo>
                  <a:lnTo>
                    <a:pt x="0" y="41911"/>
                  </a:lnTo>
                  <a:lnTo>
                    <a:pt x="1163320" y="41911"/>
                  </a:lnTo>
                  <a:lnTo>
                    <a:pt x="2325370" y="41911"/>
                  </a:lnTo>
                  <a:lnTo>
                    <a:pt x="232537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12" name="object 8"/>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AAAAAPgHAACEDgAAOggAAAAAAAAmAAAACAAAAP//////////"/>
                </a:ext>
              </a:extLst>
            </p:cNvSpPr>
            <p:nvPr/>
          </p:nvSpPr>
          <p:spPr>
            <a:xfrm>
              <a:off x="0" y="1295400"/>
              <a:ext cx="2359660" cy="41910"/>
            </a:xfrm>
            <a:custGeom>
              <a:avLst/>
              <a:gdLst/>
              <a:ahLst/>
              <a:cxnLst/>
              <a:rect l="0" t="0" r="2359660" b="41910"/>
              <a:pathLst>
                <a:path w="2359660" h="41910">
                  <a:moveTo>
                    <a:pt x="2359660" y="0"/>
                  </a:moveTo>
                  <a:lnTo>
                    <a:pt x="0" y="0"/>
                  </a:lnTo>
                  <a:lnTo>
                    <a:pt x="0" y="41911"/>
                  </a:lnTo>
                  <a:lnTo>
                    <a:pt x="1179830" y="41911"/>
                  </a:lnTo>
                  <a:lnTo>
                    <a:pt x="2359660" y="41911"/>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1" name="object 9"/>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zBwAAPgHAAAaKwAAOggAAAAAAAAmAAAACAAAAP//////////"/>
                </a:ext>
              </a:extLst>
            </p:cNvSpPr>
            <p:nvPr/>
          </p:nvSpPr>
          <p:spPr>
            <a:xfrm>
              <a:off x="4681220" y="1295400"/>
              <a:ext cx="2325370" cy="41910"/>
            </a:xfrm>
            <a:custGeom>
              <a:avLst/>
              <a:gdLst/>
              <a:ahLst/>
              <a:cxnLst/>
              <a:rect l="0" t="0" r="2325370" b="41910"/>
              <a:pathLst>
                <a:path w="2325370" h="41910">
                  <a:moveTo>
                    <a:pt x="2325370" y="0"/>
                  </a:moveTo>
                  <a:lnTo>
                    <a:pt x="0" y="0"/>
                  </a:lnTo>
                  <a:lnTo>
                    <a:pt x="0" y="41911"/>
                  </a:lnTo>
                  <a:lnTo>
                    <a:pt x="1163319" y="41911"/>
                  </a:lnTo>
                  <a:lnTo>
                    <a:pt x="2325370" y="41911"/>
                  </a:lnTo>
                  <a:lnTo>
                    <a:pt x="2325370" y="0"/>
                  </a:lnTo>
                  <a:close/>
                </a:path>
              </a:pathLst>
            </a:custGeom>
            <a:solidFill>
              <a:srgbClr val="FF0000"/>
            </a:solidFill>
            <a:ln>
              <a:noFill/>
            </a:ln>
            <a:effectLst/>
          </p:spPr>
          <p:txBody>
            <a:bodyPr vert="horz" wrap="square" lIns="0" tIns="0" rIns="0" bIns="0" numCol="1" spcCol="215900" anchor="t"/>
            <a:lstStyle/>
            <a:p>
              <a:pPr>
                <a:defRPr lang="en-us"/>
              </a:pPr>
            </a:p>
          </p:txBody>
        </p:sp>
        <p:sp>
          <p:nvSpPr>
            <p:cNvPr id="10" name="object 10"/>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iA4AAPgHAADYHAAAPggAAAAAAAAmAAAACAAAAP//////////"/>
                </a:ext>
              </a:extLst>
            </p:cNvSpPr>
            <p:nvPr/>
          </p:nvSpPr>
          <p:spPr>
            <a:xfrm>
              <a:off x="2362200" y="1295400"/>
              <a:ext cx="2326640" cy="44450"/>
            </a:xfrm>
            <a:custGeom>
              <a:avLst/>
              <a:gdLst/>
              <a:ahLst/>
              <a:cxnLst/>
              <a:rect l="0" t="0" r="2326640" b="44450"/>
              <a:pathLst>
                <a:path w="2326640" h="44450">
                  <a:moveTo>
                    <a:pt x="2326640" y="0"/>
                  </a:moveTo>
                  <a:lnTo>
                    <a:pt x="0" y="0"/>
                  </a:lnTo>
                  <a:lnTo>
                    <a:pt x="0" y="44450"/>
                  </a:lnTo>
                  <a:lnTo>
                    <a:pt x="1163320" y="44450"/>
                  </a:lnTo>
                  <a:lnTo>
                    <a:pt x="2326640" y="44450"/>
                  </a:lnTo>
                  <a:lnTo>
                    <a:pt x="232664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9" name="object 11"/>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AAAAAPgHAACEDgAAPggAAAAAAAAmAAAACAAAAP//////////"/>
                </a:ext>
              </a:extLst>
            </p:cNvSpPr>
            <p:nvPr/>
          </p:nvSpPr>
          <p:spPr>
            <a:xfrm>
              <a:off x="0" y="1295400"/>
              <a:ext cx="2359660" cy="44450"/>
            </a:xfrm>
            <a:custGeom>
              <a:avLst/>
              <a:gdLst/>
              <a:ahLst/>
              <a:cxnLst/>
              <a:rect l="0" t="0" r="2359660" b="44450"/>
              <a:pathLst>
                <a:path w="2359660" h="44450">
                  <a:moveTo>
                    <a:pt x="2359660" y="0"/>
                  </a:moveTo>
                  <a:lnTo>
                    <a:pt x="0" y="0"/>
                  </a:lnTo>
                  <a:lnTo>
                    <a:pt x="0" y="44450"/>
                  </a:lnTo>
                  <a:lnTo>
                    <a:pt x="1179830" y="44450"/>
                  </a:lnTo>
                  <a:lnTo>
                    <a:pt x="2359660" y="44450"/>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8" name="object 12"/>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zBwAAPgHAAAcKwAAPggAAAAAAAAmAAAACAAAAP//////////"/>
                </a:ext>
              </a:extLst>
            </p:cNvSpPr>
            <p:nvPr/>
          </p:nvSpPr>
          <p:spPr>
            <a:xfrm>
              <a:off x="4681220" y="1295400"/>
              <a:ext cx="2326640" cy="44450"/>
            </a:xfrm>
            <a:custGeom>
              <a:avLst/>
              <a:gdLst/>
              <a:ahLst/>
              <a:cxnLst/>
              <a:rect l="0" t="0" r="2326640" b="44450"/>
              <a:pathLst>
                <a:path w="2326640" h="44450">
                  <a:moveTo>
                    <a:pt x="2326639" y="0"/>
                  </a:moveTo>
                  <a:lnTo>
                    <a:pt x="0" y="0"/>
                  </a:lnTo>
                  <a:lnTo>
                    <a:pt x="0" y="44450"/>
                  </a:lnTo>
                  <a:lnTo>
                    <a:pt x="1163319" y="44450"/>
                  </a:lnTo>
                  <a:lnTo>
                    <a:pt x="2326639" y="44450"/>
                  </a:lnTo>
                  <a:lnTo>
                    <a:pt x="2326639" y="0"/>
                  </a:lnTo>
                  <a:close/>
                </a:path>
              </a:pathLst>
            </a:custGeom>
            <a:solidFill>
              <a:srgbClr val="FF0000"/>
            </a:solidFill>
            <a:ln>
              <a:noFill/>
            </a:ln>
            <a:effectLst/>
          </p:spPr>
          <p:txBody>
            <a:bodyPr vert="horz" wrap="square" lIns="0" tIns="0" rIns="0" bIns="0" numCol="1" spcCol="215900" anchor="t"/>
            <a:lstStyle/>
            <a:p>
              <a:pPr>
                <a:defRPr lang="en-us"/>
              </a:pPr>
            </a:p>
          </p:txBody>
        </p:sp>
        <p:pic>
          <p:nvPicPr>
            <p:cNvPr id="7" name="object 1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IBAABMCAAAxC0AADgRAAAAAAAAJgAAAAgAAAD//////////w=="/>
                </a:ext>
              </a:extLst>
            </p:cNvPicPr>
            <p:nvPr/>
          </p:nvPicPr>
          <p:blipFill>
            <a:blip r:embed="rId2"/>
            <a:stretch>
              <a:fillRect/>
            </a:stretch>
          </p:blipFill>
          <p:spPr>
            <a:xfrm>
              <a:off x="184150" y="1348740"/>
              <a:ext cx="7255510" cy="1450340"/>
            </a:xfrm>
            <a:prstGeom prst="rect">
              <a:avLst/>
            </a:prstGeom>
            <a:noFill/>
            <a:ln>
              <a:noFill/>
            </a:ln>
            <a:effectLst/>
          </p:spPr>
        </p:pic>
      </p:grpSp>
      <p:pic>
        <p:nvPicPr>
          <p:cNvPr id="14" name="object 1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MgoAAACAAAARjYAAEQEAAAQAAAAJgAAAAgAAAD//////////w=="/>
              </a:ext>
            </a:extLst>
          </p:cNvPicPr>
          <p:nvPr/>
        </p:nvPicPr>
        <p:blipFill>
          <a:blip r:embed="rId3"/>
          <a:stretch>
            <a:fillRect/>
          </a:stretch>
        </p:blipFill>
        <p:spPr>
          <a:xfrm>
            <a:off x="6629400" y="1270"/>
            <a:ext cx="2193290" cy="692150"/>
          </a:xfrm>
          <a:prstGeom prst="rect">
            <a:avLst/>
          </a:prstGeom>
          <a:noFill/>
          <a:ln>
            <a:noFill/>
          </a:ln>
          <a:effectLst/>
        </p:spPr>
      </p:pic>
      <p:grpSp>
        <p:nvGrpSpPr>
          <p:cNvPr id="15" name="object 15"/>
          <p:cNvGrpSpPr>
            <a:extLst>
              <a:ext uri="smNativeData">
                <pr:smNativeData xmlns:pr="smNativeData" xmlns="smNativeData" val="SMDATA_6_kMSRaRMAAAAlAAAAAQAAAA8BAAAAkAAAAEgAAACQAAAASAAAAAAAAAAAAAAAAAAAABcAAAAUAAAAAAAAAAAAAAD/fwAA/38AAAAAAAAJAAAABAAAAAAAAAAfAAAAVAAAAAAAAAAAAAAAAAAAAAAAAAAAAAAAAAAAAAAAAAAAAAAAAAAAAAAAAAAAAAAAAAAAAAAAAAAAAAAAAAAAAAAAAAAAAAAAAAAAAAAAAAAAAAAAAAAAACEAAAAYAAAAFAAAANIMAABKKAAAPjgAAJYoAAAQAAAAJgAAAAgAAAD/////AAAAAA=="/>
              </a:ext>
            </a:extLst>
          </p:cNvGrpSpPr>
          <p:nvPr/>
        </p:nvGrpSpPr>
        <p:grpSpPr>
          <a:xfrm>
            <a:off x="2084070" y="6549390"/>
            <a:ext cx="7058660" cy="48260"/>
            <a:chOff x="2084070" y="6549390"/>
            <a:chExt cx="7058660" cy="48260"/>
          </a:xfrm>
        </p:grpSpPr>
        <p:sp>
          <p:nvSpPr>
            <p:cNvPr id="21" name="object 16"/>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fBwAAEwoAADOKgAAligAAAAAAAAmAAAACAAAAP//////////"/>
                </a:ext>
              </a:extLst>
            </p:cNvSpPr>
            <p:nvPr/>
          </p:nvSpPr>
          <p:spPr>
            <a:xfrm>
              <a:off x="4630420" y="6550660"/>
              <a:ext cx="2327910" cy="46990"/>
            </a:xfrm>
            <a:custGeom>
              <a:avLst/>
              <a:gdLst/>
              <a:ahLst/>
              <a:cxnLst/>
              <a:rect l="0" t="0" r="2327910" b="46990"/>
              <a:pathLst>
                <a:path w="2327910" h="46990">
                  <a:moveTo>
                    <a:pt x="2327910" y="0"/>
                  </a:moveTo>
                  <a:lnTo>
                    <a:pt x="0" y="0"/>
                  </a:lnTo>
                  <a:lnTo>
                    <a:pt x="0" y="46990"/>
                  </a:lnTo>
                  <a:lnTo>
                    <a:pt x="1163319" y="46990"/>
                  </a:lnTo>
                  <a:lnTo>
                    <a:pt x="2327910" y="46990"/>
                  </a:lnTo>
                  <a:lnTo>
                    <a:pt x="232791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20" name="object 17"/>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4hsj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4hsjAAAAAAEAAAAAAAAAAAAAAAAAAAAAAAAAAAAAAAAAAAAAAAAAAAAAAAJ/f38AAAAAA8zMzADAwP8Af39/AAAAAAAAAAAAAAAAAAAAAAAAAAAAIQAAABgAAAAUAAAAgCoAAEooAAA+OAAAkCgAAAAAAAAmAAAACAAAAP//////////"/>
                </a:ext>
              </a:extLst>
            </p:cNvSpPr>
            <p:nvPr/>
          </p:nvSpPr>
          <p:spPr>
            <a:xfrm>
              <a:off x="6908800" y="6549390"/>
              <a:ext cx="2233930" cy="44450"/>
            </a:xfrm>
            <a:custGeom>
              <a:avLst/>
              <a:gdLst/>
              <a:ahLst/>
              <a:cxnLst/>
              <a:rect l="0" t="0" r="2233930" b="44450"/>
              <a:pathLst>
                <a:path w="2233930" h="44450">
                  <a:moveTo>
                    <a:pt x="2233930" y="0"/>
                  </a:moveTo>
                  <a:lnTo>
                    <a:pt x="0" y="0"/>
                  </a:lnTo>
                  <a:lnTo>
                    <a:pt x="0" y="44449"/>
                  </a:lnTo>
                  <a:lnTo>
                    <a:pt x="1116329" y="44449"/>
                  </a:lnTo>
                  <a:lnTo>
                    <a:pt x="2233930" y="44449"/>
                  </a:lnTo>
                  <a:lnTo>
                    <a:pt x="2233930" y="0"/>
                  </a:lnTo>
                  <a:close/>
                </a:path>
              </a:pathLst>
            </a:custGeom>
            <a:solidFill>
              <a:srgbClr val="E21B23"/>
            </a:solidFill>
            <a:ln>
              <a:noFill/>
            </a:ln>
            <a:effectLst/>
          </p:spPr>
          <p:txBody>
            <a:bodyPr vert="horz" wrap="square" lIns="0" tIns="0" rIns="0" bIns="0" numCol="1" spcCol="215900" anchor="t"/>
            <a:lstStyle/>
            <a:p>
              <a:pPr>
                <a:defRPr lang="en-us"/>
              </a:pPr>
            </a:p>
          </p:txBody>
        </p:sp>
        <p:sp>
          <p:nvSpPr>
            <p:cNvPr id="19" name="object 18"/>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0gwAAEwoAACyHAAAligAAAAAAAAmAAAACAAAAP//////////"/>
                </a:ext>
              </a:extLst>
            </p:cNvSpPr>
            <p:nvPr/>
          </p:nvSpPr>
          <p:spPr>
            <a:xfrm>
              <a:off x="2084070" y="6550660"/>
              <a:ext cx="2580640" cy="46990"/>
            </a:xfrm>
            <a:custGeom>
              <a:avLst/>
              <a:gdLst/>
              <a:ahLst/>
              <a:cxnLst/>
              <a:rect l="0" t="0" r="2580640" b="46990"/>
              <a:pathLst>
                <a:path w="2580640" h="46990">
                  <a:moveTo>
                    <a:pt x="2580640" y="0"/>
                  </a:moveTo>
                  <a:lnTo>
                    <a:pt x="0" y="0"/>
                  </a:lnTo>
                  <a:lnTo>
                    <a:pt x="0" y="46990"/>
                  </a:lnTo>
                  <a:lnTo>
                    <a:pt x="1290320" y="46990"/>
                  </a:lnTo>
                  <a:lnTo>
                    <a:pt x="2580640" y="46990"/>
                  </a:lnTo>
                  <a:lnTo>
                    <a:pt x="258064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8" name="object 19"/>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qBsAAFAoAAD4KQAAligAAAAAAAAmAAAACAAAAP//////////"/>
                </a:ext>
              </a:extLst>
            </p:cNvSpPr>
            <p:nvPr/>
          </p:nvSpPr>
          <p:spPr>
            <a:xfrm>
              <a:off x="4495800" y="6553200"/>
              <a:ext cx="2326640" cy="44450"/>
            </a:xfrm>
            <a:custGeom>
              <a:avLst/>
              <a:gdLst/>
              <a:ahLst/>
              <a:cxnLst/>
              <a:rect l="0" t="0" r="2326640" b="44450"/>
              <a:pathLst>
                <a:path w="2326640" h="44450">
                  <a:moveTo>
                    <a:pt x="2326640" y="0"/>
                  </a:moveTo>
                  <a:lnTo>
                    <a:pt x="0" y="0"/>
                  </a:lnTo>
                  <a:lnTo>
                    <a:pt x="0" y="44450"/>
                  </a:lnTo>
                  <a:lnTo>
                    <a:pt x="1163320" y="44450"/>
                  </a:lnTo>
                  <a:lnTo>
                    <a:pt x="2326640" y="44450"/>
                  </a:lnTo>
                  <a:lnTo>
                    <a:pt x="232664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17" name="object 20"/>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IA0AAFAoAACkGwAAligAAAAAAAAmAAAACAAAAP//////////"/>
                </a:ext>
              </a:extLst>
            </p:cNvSpPr>
            <p:nvPr/>
          </p:nvSpPr>
          <p:spPr>
            <a:xfrm>
              <a:off x="2133600" y="6553200"/>
              <a:ext cx="2359660" cy="44450"/>
            </a:xfrm>
            <a:custGeom>
              <a:avLst/>
              <a:gdLst/>
              <a:ahLst/>
              <a:cxnLst/>
              <a:rect l="0" t="0" r="2359660" b="44450"/>
              <a:pathLst>
                <a:path w="2359660" h="44450">
                  <a:moveTo>
                    <a:pt x="2359660" y="0"/>
                  </a:moveTo>
                  <a:lnTo>
                    <a:pt x="0" y="0"/>
                  </a:lnTo>
                  <a:lnTo>
                    <a:pt x="0" y="44450"/>
                  </a:lnTo>
                  <a:lnTo>
                    <a:pt x="1179829" y="44450"/>
                  </a:lnTo>
                  <a:lnTo>
                    <a:pt x="2359660" y="44450"/>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6" name="object 21"/>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7CkAAFAoAAA+OAAAligAAAAAAAAmAAAACAAAAP//////////"/>
                </a:ext>
              </a:extLst>
            </p:cNvSpPr>
            <p:nvPr/>
          </p:nvSpPr>
          <p:spPr>
            <a:xfrm>
              <a:off x="6814820" y="6553200"/>
              <a:ext cx="2327910" cy="44450"/>
            </a:xfrm>
            <a:custGeom>
              <a:avLst/>
              <a:gdLst/>
              <a:ahLst/>
              <a:cxnLst/>
              <a:rect l="0" t="0" r="2327910" b="44450"/>
              <a:pathLst>
                <a:path w="2327910" h="44450">
                  <a:moveTo>
                    <a:pt x="2327910" y="0"/>
                  </a:moveTo>
                  <a:lnTo>
                    <a:pt x="0" y="0"/>
                  </a:lnTo>
                  <a:lnTo>
                    <a:pt x="0" y="44450"/>
                  </a:lnTo>
                  <a:lnTo>
                    <a:pt x="1163320" y="44450"/>
                  </a:lnTo>
                  <a:lnTo>
                    <a:pt x="2327910" y="44450"/>
                  </a:lnTo>
                  <a:lnTo>
                    <a:pt x="2327910" y="0"/>
                  </a:lnTo>
                  <a:close/>
                </a:path>
              </a:pathLst>
            </a:custGeom>
            <a:solidFill>
              <a:srgbClr val="FF0000"/>
            </a:solidFill>
            <a:ln>
              <a:noFill/>
            </a:ln>
            <a:effectLst/>
          </p:spPr>
          <p:txBody>
            <a:bodyPr vert="horz" wrap="square" lIns="0" tIns="0" rIns="0" bIns="0" numCol="1" spcCol="215900" anchor="t"/>
            <a:lstStyle/>
            <a:p>
              <a:pPr>
                <a:defRPr lang="en-us"/>
              </a:pPr>
            </a:p>
          </p:txBody>
        </p:sp>
      </p:grpSp>
      <p:pic>
        <p:nvPicPr>
          <p:cNvPr id="22" name="object 2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CMLtMh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MDAADBEQAAYDUAAMAmAAAQAAAAJgAAAAgAAAD//////////w=="/>
              </a:ext>
            </a:extLst>
          </p:cNvPicPr>
          <p:nvPr/>
        </p:nvPicPr>
        <p:blipFill>
          <a:blip r:embed="rId4"/>
          <a:stretch>
            <a:fillRect/>
          </a:stretch>
        </p:blipFill>
        <p:spPr>
          <a:xfrm>
            <a:off x="560705" y="2886075"/>
            <a:ext cx="8115935" cy="3413125"/>
          </a:xfrm>
          <a:prstGeom prst="rect">
            <a:avLst/>
          </a:prstGeom>
          <a:noFill/>
          <a:ln>
            <a:noFill/>
          </a:ln>
          <a:effectLst/>
        </p:spPr>
      </p:pic>
      <p:sp>
        <p:nvSpPr>
          <p:cNvPr id="23" name="object 23"/>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icAAJ4KAADkNAAAxBAAABAAAAAmAAAACAAAAP//////////"/>
              </a:ext>
            </a:extLst>
          </p:cNvSpPr>
          <p:nvPr/>
        </p:nvSpPr>
        <p:spPr>
          <a:xfrm>
            <a:off x="6407150" y="1725930"/>
            <a:ext cx="2190750" cy="999490"/>
          </a:xfrm>
          <a:prstGeom prst="rect">
            <a:avLst/>
          </a:prstGeom>
          <a:noFill/>
          <a:ln>
            <a:noFill/>
          </a:ln>
          <a:effectLst/>
        </p:spPr>
        <p:txBody>
          <a:bodyPr vert="horz" wrap="square" lIns="0" tIns="12700" rIns="0" bIns="0" numCol="1" spcCol="215900" anchor="t"/>
          <a:lstStyle/>
          <a:p>
            <a:pPr marL="12700" marR="5080">
              <a:lnSpc>
                <a:spcPct val="100000"/>
              </a:lnSpc>
              <a:spcBef>
                <a:spcPts val="100"/>
              </a:spcBef>
              <a:defRPr lang="en-us"/>
            </a:pPr>
            <a:r>
              <a:rPr lang="en-us" sz="1600" cap="none">
                <a:latin typeface="Arial MT" pitchFamily="0" charset="0"/>
                <a:ea typeface="Calibri" pitchFamily="2" charset="0"/>
                <a:cs typeface="Arial MT" pitchFamily="0" charset="0"/>
              </a:rPr>
              <a:t>Missile(M1)  Owns(Nono, M1)  American (West)  Enemy (Nono, America)</a:t>
            </a:r>
            <a:endParaRPr lang="en-us" sz="1600" cap="none">
              <a:latin typeface="Arial MT" pitchFamily="0" charset="0"/>
              <a:ea typeface="Calibri" pitchFamily="2" charset="0"/>
              <a:cs typeface="Arial MT" pitchFamily="0" charset="0"/>
            </a:endParaRPr>
          </a:p>
        </p:txBody>
      </p:sp>
      <p:sp>
        <p:nvSpPr>
          <p:cNvPr id="24" name="object 2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25"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OwBAADEJwAAJAYAABAAAAAmAAAACAAAAP//////////"/>
              </a:ext>
            </a:extLst>
          </p:cNvSpPr>
          <p:nvPr/>
        </p:nvSpPr>
        <p:spPr>
          <a:xfrm>
            <a:off x="685800" y="312420"/>
            <a:ext cx="577850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Forward Chaining Proof </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2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12"/>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3" name="object 4"/>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AQAAK4JAAD4NAAAMCEAABAAAAAmAAAACAAAAP//////////"/>
              </a:ext>
            </a:extLst>
          </p:cNvSpPr>
          <p:nvPr/>
        </p:nvSpPr>
        <p:spPr>
          <a:xfrm>
            <a:off x="764540" y="1573530"/>
            <a:ext cx="7846060" cy="3821430"/>
          </a:xfrm>
          <a:prstGeom prst="rect">
            <a:avLst/>
          </a:prstGeom>
          <a:noFill/>
          <a:ln>
            <a:noFill/>
          </a:ln>
          <a:effectLst/>
        </p:spPr>
        <p:txBody>
          <a:bodyPr vert="horz" wrap="square" lIns="0" tIns="12700" rIns="0" bIns="0" numCol="1" spcCol="215900" anchor="t"/>
          <a:lstStyle/>
          <a:p>
            <a:pPr marL="355600" indent="-342900">
              <a:lnSpc>
                <a:spcPct val="100000"/>
              </a:lnSpc>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Sound and complete for first-order definite clauses</a:t>
            </a:r>
            <a:endParaRPr lang="en-us" sz="2000" cap="none">
              <a:latin typeface="Arial MT" pitchFamily="0" charset="0"/>
              <a:ea typeface="Calibri" pitchFamily="2" charset="0"/>
              <a:cs typeface="Arial MT" pitchFamily="0" charset="0"/>
            </a:endParaRPr>
          </a:p>
          <a:p>
            <a:pPr marL="35560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indent="-342900">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Datalog = first-order definite clauses + no functions  FC terminates for Datalog in finite number of iterations</a:t>
            </a:r>
            <a:endParaRPr lang="en-us" sz="2000" cap="none">
              <a:latin typeface="Arial MT" pitchFamily="0" charset="0"/>
              <a:ea typeface="Calibri" pitchFamily="2" charset="0"/>
              <a:cs typeface="Arial MT" pitchFamily="0" charset="0"/>
            </a:endParaRPr>
          </a:p>
          <a:p>
            <a:pPr marL="355600" indent="-342900">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indent="-342900">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May not terminate in general if 'a' is not entailed</a:t>
            </a:r>
            <a:endParaRPr lang="en-us" sz="2000" cap="none">
              <a:latin typeface="Arial MT" pitchFamily="0" charset="0"/>
              <a:ea typeface="Calibri" pitchFamily="2" charset="0"/>
              <a:cs typeface="Arial MT" pitchFamily="0" charset="0"/>
            </a:endParaRPr>
          </a:p>
          <a:p>
            <a:pPr marL="355600" indent="-342900">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indent="-342900">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This is unavoidable: entailment with definite clauses is  semi-decidable</a:t>
            </a:r>
            <a:endParaRPr lang="en-us" sz="2000" cap="none">
              <a:latin typeface="Arial MT" pitchFamily="0" charset="0"/>
              <a:ea typeface="Calibri" pitchFamily="2" charset="0"/>
              <a:cs typeface="Arial MT" pitchFamily="0" charset="0"/>
            </a:endParaRPr>
          </a:p>
          <a:p>
            <a:pPr marL="355600" indent="-342900">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indent="-342900">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indent="-342900">
              <a:lnSpc>
                <a:spcPct val="100000"/>
              </a:lnSpc>
              <a:spcBef>
                <a:spcPts val="100"/>
              </a:spcBef>
              <a:buFont typeface="Arial" pitchFamily="1" charset="0"/>
              <a:buChar char="•"/>
              <a:defRPr lang="en-us"/>
            </a:pPr>
            <a:endParaRPr lang="en-us" sz="2000" cap="none">
              <a:latin typeface="Arial MT" pitchFamily="0" charset="0"/>
              <a:ea typeface="Calibri" pitchFamily="2" charset="0"/>
              <a:cs typeface="Arial MT" pitchFamily="0" charset="0"/>
            </a:endParaRP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IKAAACAcAABAAAAAmAAAACAAAAP//////////"/>
              </a:ext>
            </a:extLst>
          </p:cNvSpPr>
          <p:nvPr/>
        </p:nvSpPr>
        <p:spPr>
          <a:xfrm>
            <a:off x="228600" y="381000"/>
            <a:ext cx="6400800" cy="7620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Properties of Forward Chaining</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M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gIAAGIJAABMMwAA1yEAABAAAAAmAAAACAAAAP//////////"/>
              </a:ext>
            </a:extLst>
          </p:cNvSpPr>
          <p:nvPr/>
        </p:nvSpPr>
        <p:spPr>
          <a:xfrm>
            <a:off x="445770" y="1525270"/>
            <a:ext cx="7893050" cy="3975735"/>
          </a:xfrm>
          <a:prstGeom prst="rect">
            <a:avLst/>
          </a:prstGeom>
          <a:noFill/>
          <a:ln>
            <a:noFill/>
          </a:ln>
          <a:effectLst/>
        </p:spPr>
        <p:txBody>
          <a:bodyPr vert="horz" wrap="square" lIns="0" tIns="12065" rIns="0" bIns="0" numCol="1" spcCol="215900" anchor="t"/>
          <a:lstStyle/>
          <a:p>
            <a:pPr marL="355600" marR="5080" indent="-342900" defTabSz="914400">
              <a:lnSpc>
                <a:spcPct val="113000"/>
              </a:lnSpc>
              <a:spcBef>
                <a:spcPts val="95"/>
              </a:spcBef>
              <a:buFont typeface="Arial" pitchFamily="1" charset="0"/>
              <a:buChar char="•"/>
              <a:tabLst>
                <a:tab pos="5728335" algn="l"/>
              </a:tabLst>
              <a:defRPr lang="en-us"/>
            </a:pPr>
            <a:r>
              <a:rPr lang="en-us" sz="2000" cap="none">
                <a:latin typeface="Arial MT" pitchFamily="0" charset="0"/>
                <a:ea typeface="Calibri" pitchFamily="2" charset="0"/>
                <a:cs typeface="Arial MT" pitchFamily="0" charset="0"/>
              </a:rPr>
              <a:t>Incremental forward chaining: no need to match a	rule on iteration </a:t>
            </a:r>
            <a:r>
              <a:rPr lang="en-us" sz="2000" i="1" cap="none">
                <a:latin typeface="Arial" pitchFamily="1" charset="0"/>
                <a:ea typeface="Calibri" pitchFamily="2" charset="0"/>
                <a:cs typeface="Arial" pitchFamily="1" charset="0"/>
              </a:rPr>
              <a:t>k </a:t>
            </a:r>
            <a:r>
              <a:rPr lang="en-us" sz="2000" cap="none">
                <a:latin typeface="Arial MT" pitchFamily="0" charset="0"/>
                <a:ea typeface="Calibri" pitchFamily="2" charset="0"/>
                <a:cs typeface="Arial MT" pitchFamily="0" charset="0"/>
              </a:rPr>
              <a:t>if  a premise wasn't added on iteration </a:t>
            </a:r>
            <a:r>
              <a:rPr lang="en-us" sz="2000" i="1" cap="none">
                <a:latin typeface="Arial" pitchFamily="1" charset="0"/>
                <a:ea typeface="Calibri" pitchFamily="2" charset="0"/>
                <a:cs typeface="Arial" pitchFamily="1" charset="0"/>
              </a:rPr>
              <a:t>k-1</a:t>
            </a:r>
            <a:endParaRPr lang="en-us" sz="2000" i="1" cap="none">
              <a:latin typeface="Arial" pitchFamily="1" charset="0"/>
              <a:ea typeface="Calibri" pitchFamily="2" charset="0"/>
              <a:cs typeface="Arial" pitchFamily="1" charset="0"/>
            </a:endParaRPr>
          </a:p>
          <a:p>
            <a:pPr marL="12700" marR="5080" defTabSz="914400">
              <a:lnSpc>
                <a:spcPct val="113000"/>
              </a:lnSpc>
              <a:spcBef>
                <a:spcPts val="95"/>
              </a:spcBef>
              <a:tabLst>
                <a:tab pos="5728335" algn="l"/>
              </a:tabLst>
              <a:defRPr lang="en-us"/>
            </a:pPr>
            <a:r>
              <a:rPr lang="en-us" sz="2000" i="1" cap="none">
                <a:latin typeface="Arial" pitchFamily="1" charset="0"/>
                <a:ea typeface="Calibri" pitchFamily="2" charset="0"/>
                <a:cs typeface="Arial" pitchFamily="1" charset="0"/>
              </a:rPr>
              <a:t>	</a:t>
            </a:r>
            <a:endParaRPr lang="en-us" sz="2000" i="1" cap="none">
              <a:latin typeface="Arial" pitchFamily="1" charset="0"/>
              <a:ea typeface="Calibri" pitchFamily="2" charset="0"/>
              <a:cs typeface="Arial" pitchFamily="1" charset="0"/>
            </a:endParaRPr>
          </a:p>
          <a:p>
            <a:pPr marL="355600" marR="5080" indent="-342900" defTabSz="914400">
              <a:lnSpc>
                <a:spcPct val="113000"/>
              </a:lnSpc>
              <a:spcBef>
                <a:spcPts val="95"/>
              </a:spcBef>
              <a:buFont typeface="Arial" pitchFamily="1" charset="0"/>
              <a:buChar char="•"/>
              <a:tabLst>
                <a:tab pos="5728335" algn="l"/>
              </a:tabLst>
              <a:defRPr lang="en-us"/>
            </a:pPr>
            <a:r>
              <a:rPr lang="en-us" sz="2000" cap="none">
                <a:latin typeface="Arial MT" pitchFamily="0" charset="0"/>
                <a:ea typeface="Calibri" pitchFamily="2" charset="0"/>
                <a:cs typeface="Arial MT" pitchFamily="0" charset="0"/>
              </a:rPr>
              <a:t>Match each rule whose premise contains a newly added positive literal</a:t>
            </a:r>
            <a:endParaRPr lang="en-us" sz="2000" cap="none">
              <a:latin typeface="Arial MT" pitchFamily="0" charset="0"/>
              <a:ea typeface="Calibri" pitchFamily="2" charset="0"/>
              <a:cs typeface="Arial MT" pitchFamily="0" charset="0"/>
            </a:endParaRPr>
          </a:p>
          <a:p>
            <a:pPr marL="355600" marR="5080" indent="-342900" defTabSz="914400">
              <a:lnSpc>
                <a:spcPct val="113000"/>
              </a:lnSpc>
              <a:spcBef>
                <a:spcPts val="95"/>
              </a:spcBef>
              <a:buFont typeface="Arial" pitchFamily="1" charset="0"/>
              <a:buChar char="•"/>
              <a:tabLst>
                <a:tab pos="5728335" algn="l"/>
              </a:tabLst>
              <a:defRPr lang="en-us"/>
            </a:pPr>
            <a:endParaRPr lang="en-us" sz="2000" cap="none">
              <a:latin typeface="Arial MT" pitchFamily="0" charset="0"/>
              <a:ea typeface="Calibri" pitchFamily="2" charset="0"/>
              <a:cs typeface="Arial MT" pitchFamily="0" charset="0"/>
            </a:endParaRPr>
          </a:p>
          <a:p>
            <a:pPr marL="355600" marR="5080" indent="-342900" defTabSz="914400">
              <a:lnSpc>
                <a:spcPct val="113000"/>
              </a:lnSpc>
              <a:spcBef>
                <a:spcPts val="95"/>
              </a:spcBef>
              <a:buFont typeface="Arial" pitchFamily="1" charset="0"/>
              <a:buChar char="•"/>
              <a:tabLst>
                <a:tab pos="5728335" algn="l"/>
              </a:tabLst>
              <a:defRPr lang="en-us"/>
            </a:pPr>
            <a:r>
              <a:rPr lang="en-us" sz="2000" cap="none">
                <a:latin typeface="Arial MT" pitchFamily="0" charset="0"/>
                <a:ea typeface="Calibri" pitchFamily="2" charset="0"/>
                <a:cs typeface="Arial MT" pitchFamily="0" charset="0"/>
              </a:rPr>
              <a:t>Matching itself can be expensive:</a:t>
            </a:r>
            <a:endParaRPr lang="en-us" sz="2000" cap="none">
              <a:latin typeface="Arial MT" pitchFamily="0" charset="0"/>
              <a:ea typeface="Calibri" pitchFamily="2" charset="0"/>
              <a:cs typeface="Arial MT" pitchFamily="0" charset="0"/>
            </a:endParaRPr>
          </a:p>
          <a:p>
            <a:pPr marL="285750" indent="-285750">
              <a:lnSpc>
                <a:spcPct val="100000"/>
              </a:lnSpc>
              <a:spcBef>
                <a:spcPts val="55"/>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285750" indent="-285750">
              <a:lnSpc>
                <a:spcPct val="100000"/>
              </a:lnSpc>
              <a:spcBef>
                <a:spcPts val="55"/>
              </a:spcBef>
              <a:buFont typeface="Arial" pitchFamily="1" charset="0"/>
              <a:buChar char="•"/>
              <a:defRPr lang="en-us"/>
            </a:pPr>
            <a:r>
              <a:rPr lang="en-us" sz="2000" cap="none">
                <a:latin typeface="Arial MT" pitchFamily="0" charset="0"/>
                <a:ea typeface="Calibri" pitchFamily="2" charset="0"/>
                <a:cs typeface="Arial MT" pitchFamily="0" charset="0"/>
              </a:rPr>
              <a:t>Database indexing allows O(1) retrieval of known facts  e.g., query </a:t>
            </a:r>
            <a:r>
              <a:rPr lang="en-us" sz="2000" i="1" cap="none">
                <a:latin typeface="Arial" pitchFamily="1" charset="0"/>
                <a:ea typeface="Calibri" pitchFamily="2" charset="0"/>
                <a:cs typeface="Arial" pitchFamily="1" charset="0"/>
              </a:rPr>
              <a:t>Missile(x) </a:t>
            </a:r>
            <a:r>
              <a:rPr lang="en-us" sz="2000" cap="none">
                <a:latin typeface="Arial MT" pitchFamily="0" charset="0"/>
                <a:ea typeface="Calibri" pitchFamily="2" charset="0"/>
                <a:cs typeface="Arial MT" pitchFamily="0" charset="0"/>
              </a:rPr>
              <a:t>retrieves </a:t>
            </a:r>
            <a:r>
              <a:rPr lang="en-us" sz="2000" i="1" cap="none">
                <a:latin typeface="Arial" pitchFamily="1" charset="0"/>
                <a:ea typeface="Calibri" pitchFamily="2" charset="0"/>
                <a:cs typeface="Arial" pitchFamily="1" charset="0"/>
              </a:rPr>
              <a:t>Missile(M1)</a:t>
            </a:r>
            <a:endParaRPr lang="en-us" sz="2000" cap="none">
              <a:latin typeface="Arial" pitchFamily="1" charset="0"/>
              <a:ea typeface="Calibri" pitchFamily="2" charset="0"/>
              <a:cs typeface="Arial" pitchFamily="1" charset="0"/>
            </a:endParaRPr>
          </a:p>
          <a:p>
            <a:pPr marL="342900" indent="-342900">
              <a:lnSpc>
                <a:spcPct val="100000"/>
              </a:lnSpc>
              <a:spcBef>
                <a:spcPts val="15"/>
              </a:spcBef>
              <a:buFont typeface="Arial" pitchFamily="1" charset="0"/>
              <a:buChar char="•"/>
              <a:defRPr lang="en-us"/>
            </a:pPr>
            <a:endParaRPr lang="en-us" sz="2100" cap="none">
              <a:latin typeface="Arial" pitchFamily="1" charset="0"/>
              <a:ea typeface="Calibri" pitchFamily="2" charset="0"/>
              <a:cs typeface="Arial" pitchFamily="1" charset="0"/>
            </a:endParaRPr>
          </a:p>
          <a:p>
            <a:pPr marL="355600" indent="-342900">
              <a:lnSpc>
                <a:spcPct val="100000"/>
              </a:lnSpc>
              <a:buFont typeface="Arial" pitchFamily="1" charset="0"/>
              <a:buChar char="•"/>
              <a:defRPr lang="en-us"/>
            </a:pPr>
            <a:r>
              <a:rPr lang="en-us" sz="2000" cap="none">
                <a:latin typeface="Arial MT" pitchFamily="0" charset="0"/>
                <a:ea typeface="Calibri" pitchFamily="2" charset="0"/>
                <a:cs typeface="Arial MT" pitchFamily="0" charset="0"/>
              </a:rPr>
              <a:t>Forward chaining is widely used in deductive databases</a:t>
            </a:r>
            <a:endParaRPr lang="en-us" sz="2000" cap="none">
              <a:latin typeface="Arial MT" pitchFamily="0" charset="0"/>
              <a:ea typeface="Calibri" pitchFamily="2" charset="0"/>
              <a:cs typeface="Arial MT" pitchFamily="0" charset="0"/>
            </a:endParaRPr>
          </a:p>
          <a:p>
            <a:pPr marL="355600" marR="5080" indent="-342900" defTabSz="914400">
              <a:lnSpc>
                <a:spcPct val="113000"/>
              </a:lnSpc>
              <a:spcBef>
                <a:spcPts val="95"/>
              </a:spcBef>
              <a:buFont typeface="Arial" pitchFamily="1" charset="0"/>
              <a:buChar char="•"/>
              <a:tabLst>
                <a:tab pos="5728335" algn="l"/>
              </a:tabLst>
              <a:defRPr lang="en-us"/>
            </a:pPr>
            <a:endParaRPr lang="en-us" sz="2000" cap="none">
              <a:latin typeface="Arial" pitchFamily="1" charset="0"/>
              <a:ea typeface="Calibri" pitchFamily="2" charset="0"/>
              <a:cs typeface="Arial" pitchFamily="1" charset="0"/>
            </a:endParaRPr>
          </a:p>
        </p:txBody>
      </p:sp>
      <p:sp>
        <p:nvSpPr>
          <p:cNvPr id="3" name="object 7"/>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QIAAEICAACxKAAAegYAABAAAAAmAAAACAAAAP//////////"/>
              </a:ext>
            </a:extLst>
          </p:cNvSpPr>
          <p:nvPr/>
        </p:nvSpPr>
        <p:spPr>
          <a:xfrm>
            <a:off x="442595" y="367030"/>
            <a:ext cx="617220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Efficiency of Forward Chaining</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CNZIL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3" name="object 3"/>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gQAALgLAAD4NAAAXx0AABAAAAAmAAAACAAAAP//////////"/>
              </a:ext>
            </a:extLst>
          </p:cNvSpPr>
          <p:nvPr/>
        </p:nvSpPr>
        <p:spPr>
          <a:xfrm>
            <a:off x="763270" y="1905000"/>
            <a:ext cx="7847330" cy="2869565"/>
          </a:xfrm>
          <a:prstGeom prst="rect">
            <a:avLst/>
          </a:prstGeom>
          <a:noFill/>
          <a:ln>
            <a:noFill/>
          </a:ln>
          <a:effectLst/>
        </p:spPr>
        <p:txBody>
          <a:bodyPr vert="horz" wrap="square" lIns="0" tIns="12700" rIns="0" bIns="0" numCol="1" spcCol="215900" anchor="t"/>
          <a:lstStyle/>
          <a:p>
            <a:pPr marL="120650">
              <a:lnSpc>
                <a:spcPct val="100000"/>
              </a:lnSpc>
              <a:spcBef>
                <a:spcPts val="100"/>
              </a:spcBef>
              <a:defRPr lang="en-us"/>
            </a:pPr>
            <a:r>
              <a:rPr lang="en-us" sz="2200" b="1" cap="none">
                <a:solidFill>
                  <a:srgbClr val="990000"/>
                </a:solidFill>
                <a:latin typeface="Arial" pitchFamily="1" charset="0"/>
                <a:ea typeface="Calibri" pitchFamily="2" charset="0"/>
                <a:cs typeface="Arial" pitchFamily="1" charset="0"/>
              </a:rPr>
              <a:t>Algorithm</a:t>
            </a:r>
            <a:r>
              <a:rPr lang="en-us" sz="2200" b="1" cap="none">
                <a:latin typeface="Arial" pitchFamily="1" charset="0"/>
                <a:ea typeface="Calibri" pitchFamily="2" charset="0"/>
                <a:cs typeface="Arial" pitchFamily="1" charset="0"/>
              </a:rPr>
              <a:t>:</a:t>
            </a:r>
            <a:r>
              <a:rPr lang="en-us" sz="1000" cap="none">
                <a:latin typeface="Arial MT" pitchFamily="0" charset="0"/>
                <a:ea typeface="Calibri" pitchFamily="2" charset="0"/>
                <a:cs typeface="Arial MT" pitchFamily="0" charset="0"/>
              </a:rPr>
              <a:t>	</a:t>
            </a:r>
            <a:endParaRPr lang="en-us" sz="1000" cap="none">
              <a:latin typeface="Arial MT" pitchFamily="0" charset="0"/>
              <a:ea typeface="Calibri" pitchFamily="2" charset="0"/>
              <a:cs typeface="Arial MT" pitchFamily="0" charset="0"/>
            </a:endParaRPr>
          </a:p>
          <a:p>
            <a:pPr marL="120650">
              <a:lnSpc>
                <a:spcPct val="100000"/>
              </a:lnSpc>
              <a:spcBef>
                <a:spcPts val="100"/>
              </a:spcBef>
              <a:defRPr lang="en-us"/>
            </a:pPr>
            <a:endParaRPr lang="en-us" sz="1000" cap="none">
              <a:latin typeface="Arial MT" pitchFamily="0" charset="0"/>
              <a:ea typeface="Calibri" pitchFamily="2" charset="0"/>
              <a:cs typeface="Arial MT" pitchFamily="0" charset="0"/>
            </a:endParaRPr>
          </a:p>
          <a:p>
            <a:pPr marL="463550" indent="-342900">
              <a:lnSpc>
                <a:spcPct val="100000"/>
              </a:lnSpc>
              <a:spcBef>
                <a:spcPts val="100"/>
              </a:spcBef>
              <a:buFont typeface="Arial" pitchFamily="1" charset="0"/>
              <a:buChar char="•"/>
              <a:defRPr lang="en-us"/>
            </a:pPr>
            <a:r>
              <a:rPr lang="en-us" sz="2200" cap="none">
                <a:latin typeface="Arial MT" pitchFamily="0" charset="0"/>
                <a:ea typeface="Calibri" pitchFamily="2" charset="0"/>
                <a:cs typeface="Arial MT" pitchFamily="0" charset="0"/>
              </a:rPr>
              <a:t>Form Definite Clause</a:t>
            </a:r>
            <a:endParaRPr lang="en-us" sz="2200" cap="none">
              <a:latin typeface="Arial MT" pitchFamily="0" charset="0"/>
              <a:ea typeface="Calibri" pitchFamily="2" charset="0"/>
              <a:cs typeface="Arial MT" pitchFamily="0" charset="0"/>
            </a:endParaRPr>
          </a:p>
          <a:p>
            <a:pPr marL="463550" indent="-342900" defTabSz="914400">
              <a:lnSpc>
                <a:spcPts val="2635"/>
              </a:lnSpc>
              <a:buFont typeface="Arial" pitchFamily="1" charset="0"/>
              <a:buChar char="•"/>
              <a:tabLst>
                <a:tab pos="443865" algn="l"/>
              </a:tabLst>
              <a:defRPr lang="en-us"/>
            </a:pPr>
            <a:r>
              <a:rPr lang="en-us" sz="2200" cap="none">
                <a:latin typeface="Arial MT" pitchFamily="0" charset="0"/>
                <a:ea typeface="Calibri" pitchFamily="2" charset="0"/>
                <a:cs typeface="Arial MT" pitchFamily="0" charset="0"/>
              </a:rPr>
              <a:t>Start from the Goals</a:t>
            </a:r>
            <a:endParaRPr lang="en-us" sz="2200" cap="none">
              <a:latin typeface="Arial MT" pitchFamily="0" charset="0"/>
              <a:ea typeface="Calibri" pitchFamily="2" charset="0"/>
              <a:cs typeface="Arial MT" pitchFamily="0" charset="0"/>
            </a:endParaRPr>
          </a:p>
          <a:p>
            <a:pPr marL="463550" indent="-342900" defTabSz="914400">
              <a:lnSpc>
                <a:spcPts val="2635"/>
              </a:lnSpc>
              <a:buFont typeface="Arial" pitchFamily="1" charset="0"/>
              <a:buChar char="•"/>
              <a:tabLst>
                <a:tab pos="443865" algn="l"/>
              </a:tabLst>
              <a:defRPr lang="en-us"/>
            </a:pPr>
            <a:r>
              <a:rPr lang="en-us" sz="2200" cap="none">
                <a:latin typeface="Arial MT" pitchFamily="0" charset="0"/>
                <a:ea typeface="Calibri" pitchFamily="2" charset="0"/>
                <a:cs typeface="Arial MT" pitchFamily="0" charset="0"/>
              </a:rPr>
              <a:t>Search through rules to find the fact that support the proof</a:t>
            </a:r>
            <a:endParaRPr lang="en-us" sz="2200" cap="none">
              <a:latin typeface="Arial MT" pitchFamily="0" charset="0"/>
              <a:ea typeface="Calibri" pitchFamily="2" charset="0"/>
              <a:cs typeface="Arial MT" pitchFamily="0" charset="0"/>
            </a:endParaRPr>
          </a:p>
          <a:p>
            <a:pPr marL="463550" indent="-342900" defTabSz="914400">
              <a:lnSpc>
                <a:spcPct val="100000"/>
              </a:lnSpc>
              <a:buFont typeface="Arial" pitchFamily="1" charset="0"/>
              <a:buChar char="•"/>
              <a:tabLst>
                <a:tab pos="443865" algn="l"/>
              </a:tabLst>
              <a:defRPr lang="en-us"/>
            </a:pPr>
            <a:r>
              <a:rPr lang="en-us" sz="2200" cap="none">
                <a:latin typeface="Arial MT" pitchFamily="0" charset="0"/>
                <a:ea typeface="Calibri" pitchFamily="2" charset="0"/>
                <a:cs typeface="Arial MT" pitchFamily="0" charset="0"/>
              </a:rPr>
              <a:t>If it stops in the fact which is to be proved </a:t>
            </a:r>
            <a:r>
              <a:rPr lang="en-us" sz="2200" cap="none">
                <a:latin typeface="Wingdings" pitchFamily="0" charset="2"/>
                <a:ea typeface="Calibri" pitchFamily="2" charset="0"/>
                <a:cs typeface="Wingdings" pitchFamily="0" charset="2"/>
              </a:rPr>
              <a:t></a:t>
            </a:r>
            <a:r>
              <a:rPr lang="en-us" sz="2200" cap="none">
                <a:latin typeface="Times New Roman" pitchFamily="1" charset="0"/>
                <a:ea typeface="Calibri" pitchFamily="2" charset="0"/>
                <a:cs typeface="Times New Roman" pitchFamily="1" charset="0"/>
              </a:rPr>
              <a:t> </a:t>
            </a:r>
            <a:r>
              <a:rPr lang="en-us" sz="2200" cap="none">
                <a:latin typeface="Arial MT" pitchFamily="0" charset="0"/>
                <a:ea typeface="Calibri" pitchFamily="2" charset="0"/>
                <a:cs typeface="Arial MT" pitchFamily="0" charset="0"/>
              </a:rPr>
              <a:t>Empty Set- LHS</a:t>
            </a:r>
            <a:endParaRPr lang="en-us" sz="2400" cap="none">
              <a:latin typeface="Arial MT" pitchFamily="0" charset="0"/>
              <a:ea typeface="Calibri" pitchFamily="2" charset="0"/>
              <a:cs typeface="Arial MT" pitchFamily="0" charset="0"/>
            </a:endParaRPr>
          </a:p>
          <a:p>
            <a:pPr>
              <a:lnSpc>
                <a:spcPct val="100000"/>
              </a:lnSpc>
              <a:spcBef>
                <a:spcPts val="45"/>
              </a:spcBef>
              <a:defRPr lang="en-us"/>
            </a:pPr>
            <a:endParaRPr lang="en-us" sz="2150" cap="none">
              <a:latin typeface="Arial MT" pitchFamily="0" charset="0"/>
              <a:ea typeface="Calibri" pitchFamily="2" charset="0"/>
              <a:cs typeface="Arial MT" pitchFamily="0" charset="0"/>
            </a:endParaRPr>
          </a:p>
          <a:p>
            <a:pPr marL="12700" marR="4669155">
              <a:lnSpc>
                <a:spcPct val="100000"/>
              </a:lnSpc>
              <a:defRPr lang="en-us"/>
            </a:pPr>
            <a:r>
              <a:rPr lang="en-us" sz="2200" cap="none">
                <a:latin typeface="Arial MT" pitchFamily="0" charset="0"/>
                <a:ea typeface="Calibri" pitchFamily="2" charset="0"/>
                <a:cs typeface="Arial MT" pitchFamily="0" charset="0"/>
              </a:rPr>
              <a:t>Divide &amp; Conquer Strategy  Substitution by Unification</a:t>
            </a:r>
            <a:endParaRPr lang="en-us" sz="2200" cap="none">
              <a:latin typeface="Arial MT" pitchFamily="0" charset="0"/>
              <a:ea typeface="Calibri" pitchFamily="2" charset="0"/>
              <a:cs typeface="Arial MT" pitchFamily="0" charset="0"/>
            </a:endParaRP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EgDAAC4KQAAgAcAABAAAAAmAAAACAAAAP//////////"/>
              </a:ext>
            </a:extLst>
          </p:cNvSpPr>
          <p:nvPr/>
        </p:nvSpPr>
        <p:spPr>
          <a:xfrm>
            <a:off x="685800" y="533400"/>
            <a:ext cx="609600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gAMAANYkAAAINAAAzyYAABAAAAAmAAAACAAAAP//////////"/>
              </a:ext>
            </a:extLst>
          </p:cNvSpPr>
          <p:nvPr/>
        </p:nvSpPr>
        <p:spPr>
          <a:xfrm>
            <a:off x="568960" y="5988050"/>
            <a:ext cx="7889240" cy="320675"/>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SUBST(COMPOSE(θ1, θ2), p) = SUBST(θ2, SUBST(θ1, p))</a:t>
            </a:r>
            <a:endParaRPr lang="en-us" sz="2000" cap="none">
              <a:latin typeface="Arial MT" pitchFamily="0" charset="0"/>
              <a:ea typeface="Calibri" pitchFamily="2" charset="0"/>
              <a:cs typeface="Arial MT" pitchFamily="0" charset="0"/>
            </a:endParaRPr>
          </a:p>
        </p:txBody>
      </p:sp>
      <p:pic>
        <p:nvPicPr>
          <p:cNvPr id="3" name="object 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FIDAAAMCQAAajUAABUiAAAQAAAAJgAAAAgAAAD//////////w=="/>
              </a:ext>
            </a:extLst>
          </p:cNvPicPr>
          <p:nvPr/>
        </p:nvPicPr>
        <p:blipFill>
          <a:blip r:embed="rId2"/>
          <a:stretch>
            <a:fillRect/>
          </a:stretch>
        </p:blipFill>
        <p:spPr>
          <a:xfrm>
            <a:off x="539750" y="1470660"/>
            <a:ext cx="8143240" cy="4069715"/>
          </a:xfrm>
          <a:prstGeom prst="rect">
            <a:avLst/>
          </a:prstGeom>
          <a:noFill/>
          <a:ln>
            <a:noFill/>
          </a:ln>
          <a:effectLst/>
        </p:spPr>
      </p:pic>
      <p:sp>
        <p:nvSpPr>
          <p:cNvPr id="4" name="object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5"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3ODg4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LMVAACmCQAAhR4AAAUNAAAQAAAAJgAAAAgAAAD//////////w=="/>
              </a:ext>
            </a:extLst>
          </p:cNvPicPr>
          <p:nvPr/>
        </p:nvPicPr>
        <p:blipFill>
          <a:blip r:embed="rId2"/>
          <a:stretch>
            <a:fillRect/>
          </a:stretch>
        </p:blipFill>
        <p:spPr>
          <a:xfrm>
            <a:off x="3527425" y="1568450"/>
            <a:ext cx="1433830" cy="548005"/>
          </a:xfrm>
          <a:prstGeom prst="rect">
            <a:avLst/>
          </a:prstGeom>
          <a:noFill/>
          <a:ln>
            <a:noFill/>
          </a:ln>
          <a:effectLst/>
        </p:spPr>
      </p:pic>
      <p:pic>
        <p:nvPicPr>
          <p:cNvPr id="3"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DgCAAAoEgAAei8AAMYcAAAQAAAAJgAAAAgAAAD//////////w=="/>
              </a:ext>
            </a:extLst>
          </p:cNvPicPr>
          <p:nvPr/>
        </p:nvPicPr>
        <p:blipFill>
          <a:blip r:embed="rId3"/>
          <a:stretch>
            <a:fillRect/>
          </a:stretch>
        </p:blipFill>
        <p:spPr>
          <a:xfrm>
            <a:off x="360680" y="2951480"/>
            <a:ext cx="7357110" cy="1725930"/>
          </a:xfrm>
          <a:prstGeom prst="rect">
            <a:avLst/>
          </a:prstGeom>
          <a:noFill/>
          <a:ln>
            <a:noFill/>
          </a:ln>
          <a:effectLst/>
        </p:spPr>
      </p:pic>
      <p:sp>
        <p:nvSpPr>
          <p:cNvPr id="4" name="object 4"/>
          <p:cNvSpPr>
            <a:extLst>
              <a:ext uri="smNativeData">
                <pr:smNativeData xmlns:pr="smNativeData" xmlns="smNativeData" val="SMDATA_15_kMSRaRMAAAAlAAAAZAAAAA0AAAAAAAAAABU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GiQAAGIXAAAINgAAlBwAABAAAAAmAAAACAAAAP//////////"/>
              </a:ext>
            </a:extLst>
          </p:cNvSpPr>
          <p:nvPr/>
        </p:nvSpPr>
        <p:spPr>
          <a:xfrm>
            <a:off x="5868670" y="3801110"/>
            <a:ext cx="2914650" cy="844550"/>
          </a:xfrm>
          <a:prstGeom prst="rect">
            <a:avLst/>
          </a:prstGeom>
          <a:noFill/>
          <a:ln>
            <a:noFill/>
          </a:ln>
          <a:effectLst/>
        </p:spPr>
        <p:txBody>
          <a:bodyPr vert="horz" wrap="square" lIns="0" tIns="13335" rIns="0" bIns="0" numCol="1" spcCol="215900" anchor="t"/>
          <a:lstStyle/>
          <a:p>
            <a:pPr marL="12700" marR="5080">
              <a:lnSpc>
                <a:spcPct val="99000"/>
              </a:lnSpc>
              <a:spcBef>
                <a:spcPts val="105"/>
              </a:spcBef>
              <a:defRPr lang="en-us"/>
            </a:pPr>
            <a:r>
              <a:rPr lang="en-us" cap="none">
                <a:latin typeface="Arial MT" pitchFamily="0" charset="0"/>
                <a:ea typeface="Calibri" pitchFamily="2" charset="0"/>
                <a:cs typeface="Arial MT" pitchFamily="0" charset="0"/>
              </a:rPr>
              <a:t>Missile(M1)  Owns(Nono, M1)  American (West)  Enemy (Nono, America)</a:t>
            </a:r>
            <a:endParaRPr lang="en-us" cap="none">
              <a:latin typeface="Arial MT" pitchFamily="0" charset="0"/>
              <a:ea typeface="Calibri" pitchFamily="2" charset="0"/>
              <a:cs typeface="Arial MT" pitchFamily="0" charset="0"/>
            </a:endParaRPr>
          </a:p>
        </p:txBody>
      </p:sp>
      <p:sp>
        <p:nvSpPr>
          <p:cNvPr id="5" name="object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hFab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jDUc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NQCAAClCgAAVDIAAPAXAAAQAAAAJgAAAAgAAAD//////////w=="/>
              </a:ext>
            </a:extLst>
          </p:cNvPicPr>
          <p:nvPr/>
        </p:nvPicPr>
        <p:blipFill>
          <a:blip r:embed="rId2"/>
          <a:stretch>
            <a:fillRect/>
          </a:stretch>
        </p:blipFill>
        <p:spPr>
          <a:xfrm>
            <a:off x="459740" y="1730375"/>
            <a:ext cx="7721600" cy="2160905"/>
          </a:xfrm>
          <a:prstGeom prst="rect">
            <a:avLst/>
          </a:prstGeom>
          <a:noFill/>
          <a:ln>
            <a:noFill/>
          </a:ln>
          <a:effectLst/>
        </p:spPr>
      </p:pic>
      <p:pic>
        <p:nvPicPr>
          <p:cNvPr id="3"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BIBAABuGgAAtC0AAGQjAAAQAAAAJgAAAAgAAAD//////////w=="/>
              </a:ext>
            </a:extLst>
          </p:cNvPicPr>
          <p:nvPr/>
        </p:nvPicPr>
        <p:blipFill>
          <a:blip r:embed="rId3"/>
          <a:stretch>
            <a:fillRect/>
          </a:stretch>
        </p:blipFill>
        <p:spPr>
          <a:xfrm>
            <a:off x="173990" y="4296410"/>
            <a:ext cx="7255510" cy="1456690"/>
          </a:xfrm>
          <a:prstGeom prst="rect">
            <a:avLst/>
          </a:prstGeom>
          <a:noFill/>
          <a:ln>
            <a:noFill/>
          </a:ln>
          <a:effectLst/>
        </p:spPr>
      </p:pic>
      <p:sp>
        <p:nvSpPr>
          <p:cNvPr id="4" name="object 4"/>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iQAABofAADYNgAA6SYAABAAAAAmAAAACAAAAP//////////"/>
              </a:ext>
            </a:extLst>
          </p:cNvSpPr>
          <p:nvPr/>
        </p:nvSpPr>
        <p:spPr>
          <a:xfrm>
            <a:off x="6010910" y="5055870"/>
            <a:ext cx="2904490" cy="1269365"/>
          </a:xfrm>
          <a:prstGeom prst="rect">
            <a:avLst/>
          </a:prstGeom>
          <a:noFill/>
          <a:ln>
            <a:noFill/>
          </a:ln>
          <a:effectLst/>
        </p:spPr>
        <p:txBody>
          <a:bodyPr vert="horz" wrap="square" lIns="0" tIns="12700" rIns="0" bIns="0" numCol="1" spcCol="215900" anchor="t"/>
          <a:lstStyle/>
          <a:p>
            <a:pPr marL="12700" marR="5080">
              <a:lnSpc>
                <a:spcPct val="99000"/>
              </a:lnSpc>
              <a:spcBef>
                <a:spcPts val="100"/>
              </a:spcBef>
              <a:defRPr lang="en-us"/>
            </a:pPr>
            <a:r>
              <a:rPr lang="en-us" sz="2000" cap="none">
                <a:latin typeface="Arial MT" pitchFamily="0" charset="0"/>
                <a:ea typeface="Calibri" pitchFamily="2" charset="0"/>
                <a:cs typeface="Arial MT" pitchFamily="0" charset="0"/>
              </a:rPr>
              <a:t>Missile(M1)  </a:t>
            </a:r>
            <a:endParaRPr lang="en-us" sz="2000" cap="none">
              <a:latin typeface="Arial MT" pitchFamily="0" charset="0"/>
              <a:ea typeface="Calibri" pitchFamily="2" charset="0"/>
              <a:cs typeface="Arial MT" pitchFamily="0" charset="0"/>
            </a:endParaRPr>
          </a:p>
          <a:p>
            <a:pPr marL="12700" marR="5080">
              <a:lnSpc>
                <a:spcPct val="99000"/>
              </a:lnSpc>
              <a:spcBef>
                <a:spcPts val="100"/>
              </a:spcBef>
              <a:defRPr lang="en-us"/>
            </a:pPr>
            <a:r>
              <a:rPr lang="en-us" sz="2000" cap="none">
                <a:latin typeface="Arial MT" pitchFamily="0" charset="0"/>
                <a:ea typeface="Calibri" pitchFamily="2" charset="0"/>
                <a:cs typeface="Arial MT" pitchFamily="0" charset="0"/>
              </a:rPr>
              <a:t>Owns(Nono, M1)  American (West)  </a:t>
            </a:r>
            <a:endParaRPr lang="en-us" sz="2000" cap="none">
              <a:latin typeface="Arial MT" pitchFamily="0" charset="0"/>
              <a:ea typeface="Calibri" pitchFamily="2" charset="0"/>
              <a:cs typeface="Arial MT" pitchFamily="0" charset="0"/>
            </a:endParaRPr>
          </a:p>
          <a:p>
            <a:pPr marL="12700" marR="5080">
              <a:lnSpc>
                <a:spcPct val="99000"/>
              </a:lnSpc>
              <a:spcBef>
                <a:spcPts val="100"/>
              </a:spcBef>
              <a:defRPr lang="en-us"/>
            </a:pPr>
            <a:r>
              <a:rPr lang="en-us" sz="2000" cap="none">
                <a:latin typeface="Arial MT" pitchFamily="0" charset="0"/>
                <a:ea typeface="Calibri" pitchFamily="2" charset="0"/>
                <a:cs typeface="Arial MT" pitchFamily="0" charset="0"/>
              </a:rPr>
              <a:t>Enemy (Nono, America)</a:t>
            </a:r>
            <a:endParaRPr lang="en-us" sz="2000" cap="none">
              <a:latin typeface="Arial MT" pitchFamily="0" charset="0"/>
              <a:ea typeface="Calibri" pitchFamily="2" charset="0"/>
              <a:cs typeface="Arial MT" pitchFamily="0" charset="0"/>
            </a:endParaRPr>
          </a:p>
        </p:txBody>
      </p:sp>
      <p:sp>
        <p:nvSpPr>
          <p:cNvPr id="5" name="object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wDAABKCwAAlTIAAJsYAAAQAAAAJgAAAAgAAAD//////////w=="/>
              </a:ext>
            </a:extLst>
          </p:cNvPicPr>
          <p:nvPr/>
        </p:nvPicPr>
        <p:blipFill>
          <a:blip r:embed="rId2"/>
          <a:stretch>
            <a:fillRect/>
          </a:stretch>
        </p:blipFill>
        <p:spPr>
          <a:xfrm>
            <a:off x="566420" y="1835150"/>
            <a:ext cx="7656195" cy="2164715"/>
          </a:xfrm>
          <a:prstGeom prst="rect">
            <a:avLst/>
          </a:prstGeom>
          <a:noFill/>
          <a:ln>
            <a:noFill/>
          </a:ln>
          <a:effectLst/>
        </p:spPr>
      </p:pic>
      <p:pic>
        <p:nvPicPr>
          <p:cNvPr id="3" name="object 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IIDAADeHAAAJDAAANQlAAAQAAAAJgAAAAgAAAD//////////w=="/>
              </a:ext>
            </a:extLst>
          </p:cNvPicPr>
          <p:nvPr/>
        </p:nvPicPr>
        <p:blipFill>
          <a:blip r:embed="rId3"/>
          <a:stretch>
            <a:fillRect/>
          </a:stretch>
        </p:blipFill>
        <p:spPr>
          <a:xfrm>
            <a:off x="570230" y="4692650"/>
            <a:ext cx="7255510" cy="1456690"/>
          </a:xfrm>
          <a:prstGeom prst="rect">
            <a:avLst/>
          </a:prstGeom>
          <a:noFill/>
          <a:ln>
            <a:noFill/>
          </a:ln>
          <a:effectLst/>
        </p:spPr>
      </p:pic>
      <p:sp>
        <p:nvSpPr>
          <p:cNvPr id="4" name="object 5"/>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5"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6Nms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BQEAACLCwAAQzMAAEwhAAAQAAAAJgAAAAgAAAD//////////w=="/>
              </a:ext>
            </a:extLst>
          </p:cNvPicPr>
          <p:nvPr/>
        </p:nvPicPr>
        <p:blipFill>
          <a:blip r:embed="rId2"/>
          <a:stretch>
            <a:fillRect/>
          </a:stretch>
        </p:blipFill>
        <p:spPr>
          <a:xfrm>
            <a:off x="662940" y="1876425"/>
            <a:ext cx="7670165" cy="3536315"/>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grpSp>
        <p:nvGrpSpPr>
          <p:cNvPr id="2" name="object 2"/>
          <p:cNvGrpSpPr>
            <a:extLst>
              <a:ext uri="smNativeData">
                <pr:smNativeData xmlns:pr="smNativeData" xmlns="smNativeData" val="SMDATA_6_kMSRaRMAAAAlAAAAAQAAAA8BAAAAkAAAAEgAAACQAAAASAAAAAAAAAAAAAAAAAAAABcAAAAUAAAAAAAAAAAAAAD/fwAA/38AAAAAAAAJAAAABAAAAAAAAAAfAAAAVAAAAAAAAAAAAAAAAAAAAAAAAAAAAAAAAAAAAAAAAAAAAAAAAAAAAAAAAAAAAAAAAAAAAAAAAAAAAAAAAAAAAAAAAAAAAAAAAAAAAAAAAAAAAAAAAAAAACEAAAAYAAAAFAAAAOgCAAB+CwAAZjYAAFYjAAAQAAAAJgAAAAgAAAD/////AAAAAA=="/>
              </a:ext>
            </a:extLst>
          </p:cNvGrpSpPr>
          <p:nvPr/>
        </p:nvGrpSpPr>
        <p:grpSpPr>
          <a:xfrm>
            <a:off x="472440" y="1868170"/>
            <a:ext cx="8370570" cy="3876040"/>
            <a:chOff x="472440" y="1868170"/>
            <a:chExt cx="8370570" cy="3876040"/>
          </a:xfrm>
        </p:grpSpPr>
        <p:pic>
          <p:nvPicPr>
            <p:cNvPr id="4"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EsWAACrCwAAwx4AAIwOAAAAAAAAJgAAAAgAAAD//////////w=="/>
                </a:ext>
              </a:extLst>
            </p:cNvPicPr>
            <p:nvPr/>
          </p:nvPicPr>
          <p:blipFill>
            <a:blip r:embed="rId2"/>
            <a:stretch>
              <a:fillRect/>
            </a:stretch>
          </p:blipFill>
          <p:spPr>
            <a:xfrm>
              <a:off x="3623945" y="1896745"/>
              <a:ext cx="1376680" cy="467995"/>
            </a:xfrm>
            <a:prstGeom prst="rect">
              <a:avLst/>
            </a:prstGeom>
            <a:noFill/>
            <a:ln>
              <a:noFill/>
            </a:ln>
            <a:effectLst/>
          </p:spPr>
        </p:pic>
        <p:pic>
          <p:nvPicPr>
            <p:cNvPr id="3" name="object 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OgCAAB+CwAAZjYAAFYjAAAAAAAAJgAAAAgAAAD//////////w=="/>
                </a:ext>
              </a:extLst>
            </p:cNvPicPr>
            <p:nvPr/>
          </p:nvPicPr>
          <p:blipFill>
            <a:blip r:embed="rId3"/>
            <a:stretch>
              <a:fillRect/>
            </a:stretch>
          </p:blipFill>
          <p:spPr>
            <a:xfrm>
              <a:off x="472440" y="1868170"/>
              <a:ext cx="8370570" cy="3876040"/>
            </a:xfrm>
            <a:prstGeom prst="rect">
              <a:avLst/>
            </a:prstGeom>
            <a:noFill/>
            <a:ln>
              <a:noFill/>
            </a:ln>
            <a:effectLst/>
          </p:spPr>
        </p:pic>
      </p:grpSp>
      <p:sp>
        <p:nvSpPr>
          <p:cNvPr id="5" name="object 6"/>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6"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CXACsC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NwCAADzCgAA8jMAAHIhAAAQAAAAJgAAAAgAAAD//////////w=="/>
              </a:ext>
            </a:extLst>
          </p:cNvPicPr>
          <p:nvPr/>
        </p:nvPicPr>
        <p:blipFill>
          <a:blip r:embed="rId2"/>
          <a:stretch>
            <a:fillRect/>
          </a:stretch>
        </p:blipFill>
        <p:spPr>
          <a:xfrm>
            <a:off x="464820" y="1779905"/>
            <a:ext cx="7979410" cy="3656965"/>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FgnFS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3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2"/>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EDAABMCwAA2jQAAKwhAAAQAAAAJgAAAAgAAAD//////////w=="/>
              </a:ext>
            </a:extLst>
          </p:cNvPicPr>
          <p:nvPr/>
        </p:nvPicPr>
        <p:blipFill>
          <a:blip r:embed="rId2"/>
          <a:stretch>
            <a:fillRect/>
          </a:stretch>
        </p:blipFill>
        <p:spPr>
          <a:xfrm>
            <a:off x="640715" y="1836420"/>
            <a:ext cx="7950835" cy="3637280"/>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YJwAAAAcAABAAAAAmAAAACAAAAP//////////"/>
              </a:ext>
            </a:extLst>
          </p:cNvSpPr>
          <p:nvPr/>
        </p:nvSpPr>
        <p:spPr>
          <a:xfrm>
            <a:off x="228600" y="381000"/>
            <a:ext cx="6248400" cy="75692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Backward Chaining Algorithm</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4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11"/>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3" name="object 4"/>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ggUAAFQKAAC8NAAABiAAABAAAAAmAAAACAAAAP//////////"/>
              </a:ext>
            </a:extLst>
          </p:cNvSpPr>
          <p:nvPr/>
        </p:nvSpPr>
        <p:spPr>
          <a:xfrm>
            <a:off x="895350" y="1678940"/>
            <a:ext cx="7677150" cy="3526790"/>
          </a:xfrm>
          <a:prstGeom prst="rect">
            <a:avLst/>
          </a:prstGeom>
          <a:noFill/>
          <a:ln>
            <a:noFill/>
          </a:ln>
          <a:effectLst/>
        </p:spPr>
        <p:txBody>
          <a:bodyPr vert="horz" wrap="square" lIns="0" tIns="12700" rIns="0" bIns="0" numCol="1" spcCol="215900" anchor="t"/>
          <a:lstStyle/>
          <a:p>
            <a:pPr marL="355600" marR="5080" indent="-342900" defTabSz="914400">
              <a:lnSpc>
                <a:spcPct val="100000"/>
              </a:lnSpc>
              <a:spcBef>
                <a:spcPts val="100"/>
              </a:spcBef>
              <a:buFont typeface="Arial" pitchFamily="1" charset="0"/>
              <a:buChar char="•"/>
              <a:tabLst>
                <a:tab pos="7121525" algn="l"/>
              </a:tabLst>
              <a:defRPr lang="en-us"/>
            </a:pPr>
            <a:r>
              <a:rPr lang="en-us" sz="2000" cap="none">
                <a:latin typeface="Arial MT" pitchFamily="0" charset="0"/>
                <a:ea typeface="Calibri" pitchFamily="2" charset="0"/>
                <a:cs typeface="Arial MT" pitchFamily="0" charset="0"/>
              </a:rPr>
              <a:t>Depth-first recursive proof search: space is linear in size of proof</a:t>
            </a:r>
            <a:endParaRPr lang="en-us" sz="2000" cap="none">
              <a:latin typeface="Arial MT" pitchFamily="0" charset="0"/>
              <a:ea typeface="Calibri" pitchFamily="2" charset="0"/>
              <a:cs typeface="Arial MT" pitchFamily="0" charset="0"/>
            </a:endParaRPr>
          </a:p>
          <a:p>
            <a:pPr marL="469900" indent="-457200">
              <a:lnSpc>
                <a:spcPct val="100000"/>
              </a:lnSpc>
              <a:spcBef>
                <a:spcPts val="580"/>
              </a:spcBef>
              <a:buFont typeface="Arial" pitchFamily="1" charset="0"/>
              <a:buChar char="•"/>
              <a:defRPr lang="en-us"/>
            </a:pPr>
            <a:r>
              <a:rPr lang="en-us" sz="2000" cap="none">
                <a:latin typeface="Arial MT" pitchFamily="0" charset="0"/>
                <a:ea typeface="Calibri" pitchFamily="2" charset="0"/>
                <a:cs typeface="Arial MT" pitchFamily="0" charset="0"/>
              </a:rPr>
              <a:t>Incomplete due to infinite loops</a:t>
            </a:r>
            <a:endParaRPr lang="en-us" sz="2000" cap="none">
              <a:latin typeface="Arial MT" pitchFamily="0" charset="0"/>
              <a:ea typeface="Calibri" pitchFamily="2" charset="0"/>
              <a:cs typeface="Arial MT" pitchFamily="0" charset="0"/>
            </a:endParaRPr>
          </a:p>
          <a:p>
            <a:pPr lvl="1" marL="927100" indent="-457200">
              <a:spcBef>
                <a:spcPts val="580"/>
              </a:spcBef>
              <a:buFont typeface="Arial" pitchFamily="1" charset="0"/>
              <a:buChar char="•"/>
              <a:defRPr lang="en-us"/>
            </a:pPr>
            <a:r>
              <a:rPr lang="en-us" sz="2000" cap="none">
                <a:latin typeface="Arial MT" pitchFamily="0" charset="0"/>
                <a:ea typeface="Calibri" pitchFamily="2" charset="0"/>
                <a:cs typeface="Arial MT" pitchFamily="0" charset="0"/>
              </a:rPr>
              <a:t>fix by checking current goal against every goal on stack</a:t>
            </a:r>
            <a:endParaRPr lang="en-us" sz="2000" cap="none">
              <a:latin typeface="Arial MT" pitchFamily="0" charset="0"/>
              <a:ea typeface="Calibri" pitchFamily="2" charset="0"/>
              <a:cs typeface="Arial MT" pitchFamily="0" charset="0"/>
            </a:endParaRPr>
          </a:p>
          <a:p>
            <a:pPr marL="736600" indent="-342900">
              <a:lnSpc>
                <a:spcPct val="100000"/>
              </a:lnSpc>
              <a:spcBef>
                <a:spcPts val="4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355600" marR="5080" indent="-342900">
              <a:lnSpc>
                <a:spcPct val="100000"/>
              </a:lnSpc>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Inefficient due to repeated sub goals (both success and  failure)</a:t>
            </a:r>
            <a:endParaRPr lang="en-us" sz="2000" cap="none">
              <a:latin typeface="Arial MT" pitchFamily="0" charset="0"/>
              <a:ea typeface="Calibri" pitchFamily="2" charset="0"/>
              <a:cs typeface="Arial MT" pitchFamily="0" charset="0"/>
            </a:endParaRPr>
          </a:p>
          <a:p>
            <a:pPr lvl="1" marL="812800" marR="5080" indent="-342900">
              <a:spcBef>
                <a:spcPts val="100"/>
              </a:spcBef>
              <a:buFont typeface="Arial" pitchFamily="1" charset="0"/>
              <a:buChar char="•"/>
              <a:defRPr lang="en-us"/>
            </a:pPr>
            <a:r>
              <a:rPr lang="en-us" sz="2000" cap="none">
                <a:latin typeface="Arial MT" pitchFamily="0" charset="0"/>
                <a:ea typeface="Calibri" pitchFamily="2" charset="0"/>
                <a:cs typeface="Arial MT" pitchFamily="0" charset="0"/>
              </a:rPr>
              <a:t>fix using caching of previous results (extra space)</a:t>
            </a:r>
            <a:endParaRPr lang="en-us" sz="2000" cap="none">
              <a:latin typeface="Arial MT" pitchFamily="0" charset="0"/>
              <a:ea typeface="Calibri" pitchFamily="2" charset="0"/>
              <a:cs typeface="Arial MT" pitchFamily="0" charset="0"/>
            </a:endParaRPr>
          </a:p>
          <a:p>
            <a:pPr marL="736600" indent="-342900">
              <a:lnSpc>
                <a:spcPct val="100000"/>
              </a:lnSpc>
              <a:spcBef>
                <a:spcPts val="4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736600" indent="-342900">
              <a:spcBef>
                <a:spcPts val="400"/>
              </a:spcBef>
              <a:buFont typeface="Arial" pitchFamily="1" charset="0"/>
              <a:buChar char="•"/>
              <a:defRPr lang="en-us"/>
            </a:pPr>
            <a:r>
              <a:rPr lang="en-us" sz="2000" cap="none">
                <a:latin typeface="Arial MT" pitchFamily="0" charset="0"/>
                <a:ea typeface="Calibri" pitchFamily="2" charset="0"/>
                <a:cs typeface="Arial MT" pitchFamily="0" charset="0"/>
              </a:rPr>
              <a:t>Widely used for logic programming</a:t>
            </a:r>
            <a:endParaRPr lang="en-us" sz="2000" cap="none">
              <a:latin typeface="Arial MT" pitchFamily="0" charset="0"/>
              <a:ea typeface="Calibri" pitchFamily="2" charset="0"/>
              <a:cs typeface="Arial MT" pitchFamily="0" charset="0"/>
            </a:endParaRPr>
          </a:p>
          <a:p>
            <a:pPr marL="736600" indent="-342900">
              <a:lnSpc>
                <a:spcPct val="100000"/>
              </a:lnSpc>
              <a:spcBef>
                <a:spcPts val="400"/>
              </a:spcBef>
              <a:buFont typeface="Arial" pitchFamily="1" charset="0"/>
              <a:buChar char="•"/>
              <a:defRPr lang="en-us"/>
            </a:pPr>
            <a:endParaRPr lang="en-us" sz="2000" cap="none">
              <a:latin typeface="Arial MT" pitchFamily="0" charset="0"/>
              <a:ea typeface="Calibri" pitchFamily="2" charset="0"/>
              <a:cs typeface="Arial MT" pitchFamily="0" charset="0"/>
            </a:endParaRPr>
          </a:p>
          <a:p>
            <a:pPr marL="736600" indent="-342900">
              <a:lnSpc>
                <a:spcPct val="100000"/>
              </a:lnSpc>
              <a:spcBef>
                <a:spcPts val="400"/>
              </a:spcBef>
              <a:buFont typeface="Arial" pitchFamily="1" charset="0"/>
              <a:buChar char="•"/>
              <a:defRPr lang="en-us"/>
            </a:pPr>
            <a:endParaRPr lang="en-us" sz="2000" cap="none">
              <a:latin typeface="Arial MT" pitchFamily="0" charset="0"/>
              <a:ea typeface="Calibri" pitchFamily="2" charset="0"/>
              <a:cs typeface="Arial MT" pitchFamily="0" charset="0"/>
            </a:endParaRP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NgEAAFIDAAAOKQAAigcAABAAAAAmAAAACAAAAP//////////"/>
              </a:ext>
            </a:extLst>
          </p:cNvSpPr>
          <p:nvPr/>
        </p:nvSpPr>
        <p:spPr>
          <a:xfrm>
            <a:off x="196850" y="539750"/>
            <a:ext cx="647700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Properties of Backward Chaining</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4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Sp="0">
  <p:cSld>
    <p:spTree>
      <p:nvGrpSpPr>
        <p:cNvPr id="1" name=""/>
        <p:cNvGrpSpPr/>
        <p:nvPr/>
      </p:nvGrpSpPr>
      <p:grpSpPr>
        <a:xfrm>
          <a:off x="0" y="0"/>
          <a:ext cx="0" cy="0"/>
          <a:chOff x="0" y="0"/>
          <a:chExt cx="0" cy="0"/>
        </a:xfrm>
      </p:grpSpPr>
      <p:grpSp>
        <p:nvGrpSpPr>
          <p:cNvPr id="2" name="object 2"/>
          <p:cNvGrpSpPr>
            <a:extLst>
              <a:ext uri="smNativeData">
                <pr:smNativeData xmlns:pr="smNativeData" xmlns="smNativeData" val="SMDATA_6_kMSRaRMAAAAlAAAAAQAAAA8BAAAAkAAAAEgAAACQAAAASAAAAAAAAAAAAAAAAAAAABcAAAAUAAAAAAAAAAAAAAD/fwAA/38AAAAAAAAJAAAABAAAAFcAAQAfAAAAVAAAAAAAAAAAAAAAAAAAAAAAAAAAAAAAAAAAAAAAAAAAAAAAAAAAAAAAAAAAAAAAAAAAAAAAAAAAAAAAAAAAAAAAAAAAAAAAAAAAAAAAAAAAAAAAAAAAACEAAAAYAAAAFAAAACANAABQKAAAOjgAAJIoAAAQAAAAJgAAAAgAAAD/////AAAAAA=="/>
              </a:ext>
            </a:extLst>
          </p:cNvGrpSpPr>
          <p:nvPr/>
        </p:nvGrpSpPr>
        <p:grpSpPr>
          <a:xfrm>
            <a:off x="2133600" y="6553200"/>
            <a:ext cx="7006590" cy="41910"/>
            <a:chOff x="2133600" y="6553200"/>
            <a:chExt cx="7006590" cy="41910"/>
          </a:xfrm>
        </p:grpSpPr>
        <p:sp>
          <p:nvSpPr>
            <p:cNvPr id="5" name="object 3"/>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qBsAAFAoAAD2KQAAkigAAAAAAAAmAAAACAAAAP//////////"/>
                </a:ext>
              </a:extLst>
            </p:cNvSpPr>
            <p:nvPr/>
          </p:nvSpPr>
          <p:spPr>
            <a:xfrm>
              <a:off x="4495800" y="6553200"/>
              <a:ext cx="2325370" cy="41910"/>
            </a:xfrm>
            <a:custGeom>
              <a:avLst/>
              <a:gdLst/>
              <a:ahLst/>
              <a:cxnLst/>
              <a:rect l="0" t="0" r="2325370" b="41910"/>
              <a:pathLst>
                <a:path w="2325370" h="41910">
                  <a:moveTo>
                    <a:pt x="2325370" y="0"/>
                  </a:moveTo>
                  <a:lnTo>
                    <a:pt x="0" y="0"/>
                  </a:lnTo>
                  <a:lnTo>
                    <a:pt x="0" y="41911"/>
                  </a:lnTo>
                  <a:lnTo>
                    <a:pt x="1162050" y="41911"/>
                  </a:lnTo>
                  <a:lnTo>
                    <a:pt x="2325370" y="41911"/>
                  </a:lnTo>
                  <a:lnTo>
                    <a:pt x="232537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4" name="object 4"/>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IA0AAFAoAACkGwAAkigAAAAAAAAmAAAACAAAAP//////////"/>
                </a:ext>
              </a:extLst>
            </p:cNvSpPr>
            <p:nvPr/>
          </p:nvSpPr>
          <p:spPr>
            <a:xfrm>
              <a:off x="2133600" y="6553200"/>
              <a:ext cx="2359660" cy="41910"/>
            </a:xfrm>
            <a:custGeom>
              <a:avLst/>
              <a:gdLst/>
              <a:ahLst/>
              <a:cxnLst/>
              <a:rect l="0" t="0" r="2359660" b="41910"/>
              <a:pathLst>
                <a:path w="2359660" h="41910">
                  <a:moveTo>
                    <a:pt x="2359660" y="0"/>
                  </a:moveTo>
                  <a:lnTo>
                    <a:pt x="0" y="0"/>
                  </a:lnTo>
                  <a:lnTo>
                    <a:pt x="0" y="41911"/>
                  </a:lnTo>
                  <a:lnTo>
                    <a:pt x="1179829" y="41911"/>
                  </a:lnTo>
                  <a:lnTo>
                    <a:pt x="2359660" y="41911"/>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3" name="object 5"/>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7CkAAFAoAAA6OAAAkigAAAAAAAAmAAAACAAAAP//////////"/>
                </a:ext>
              </a:extLst>
            </p:cNvSpPr>
            <p:nvPr/>
          </p:nvSpPr>
          <p:spPr>
            <a:xfrm>
              <a:off x="6814820" y="6553200"/>
              <a:ext cx="2325370" cy="41910"/>
            </a:xfrm>
            <a:custGeom>
              <a:avLst/>
              <a:gdLst/>
              <a:ahLst/>
              <a:cxnLst/>
              <a:rect l="0" t="0" r="2325370" b="41910"/>
              <a:pathLst>
                <a:path w="2325370" h="41910">
                  <a:moveTo>
                    <a:pt x="2325370" y="0"/>
                  </a:moveTo>
                  <a:lnTo>
                    <a:pt x="0" y="0"/>
                  </a:lnTo>
                  <a:lnTo>
                    <a:pt x="0" y="41911"/>
                  </a:lnTo>
                  <a:lnTo>
                    <a:pt x="1163320" y="41911"/>
                  </a:lnTo>
                  <a:lnTo>
                    <a:pt x="2325370" y="41911"/>
                  </a:lnTo>
                  <a:lnTo>
                    <a:pt x="2325370" y="0"/>
                  </a:lnTo>
                  <a:close/>
                </a:path>
              </a:pathLst>
            </a:custGeom>
            <a:solidFill>
              <a:srgbClr val="FF0000"/>
            </a:solidFill>
            <a:ln>
              <a:noFill/>
            </a:ln>
            <a:effectLst/>
          </p:spPr>
          <p:txBody>
            <a:bodyPr vert="horz" wrap="square" lIns="0" tIns="0" rIns="0" bIns="0" numCol="1" spcCol="215900" anchor="t"/>
            <a:lstStyle/>
            <a:p>
              <a:pPr>
                <a:defRPr lang="en-us"/>
              </a:pPr>
            </a:p>
          </p:txBody>
        </p:sp>
      </p:grpSp>
      <p:grpSp>
        <p:nvGrpSpPr>
          <p:cNvPr id="6" name="object 6"/>
          <p:cNvGrpSpPr>
            <a:extLst>
              <a:ext uri="smNativeData">
                <pr:smNativeData xmlns:pr="smNativeData" xmlns="smNativeData" val="SMDATA_6_kMSRaRMAAAAlAAAAAQAAAA8BAAAAkAAAAEgAAACQAAAASAAAAAAAAAAAAAAAAAAAABcAAAAUAAAAAAAAAAAAAAD/fwAA/38AAAAAAAAJAAAABAAAAAAAAAAfAAAAVAAAAAAAAAAAAAAAAAAAAAAAAAAAAAAAAAAAAAAAAAAAAAAAAAAAAAAAAAAAAAAAAAAAAAAAAAAAAAAAAAAAAAAAAAAAAAAAAAAAAAAAAAAAAAAAAAAAACEAAAAYAAAAFAAAAAAAAAD4BwAAHCsAAD4IAAAQAAAAJgAAAAgAAAD/////AAAAAA=="/>
              </a:ext>
            </a:extLst>
          </p:cNvGrpSpPr>
          <p:nvPr/>
        </p:nvGrpSpPr>
        <p:grpSpPr>
          <a:xfrm>
            <a:off x="0" y="1295400"/>
            <a:ext cx="7007860" cy="44450"/>
            <a:chOff x="0" y="1295400"/>
            <a:chExt cx="7007860" cy="44450"/>
          </a:xfrm>
        </p:grpSpPr>
        <p:sp>
          <p:nvSpPr>
            <p:cNvPr id="12" name="object 7"/>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iA4AAPgHAADWHAAAOggAAAAAAAAmAAAACAAAAP//////////"/>
                </a:ext>
              </a:extLst>
            </p:cNvSpPr>
            <p:nvPr/>
          </p:nvSpPr>
          <p:spPr>
            <a:xfrm>
              <a:off x="2362200" y="1295400"/>
              <a:ext cx="2325370" cy="41910"/>
            </a:xfrm>
            <a:custGeom>
              <a:avLst/>
              <a:gdLst/>
              <a:ahLst/>
              <a:cxnLst/>
              <a:rect l="0" t="0" r="2325370" b="41910"/>
              <a:pathLst>
                <a:path w="2325370" h="41910">
                  <a:moveTo>
                    <a:pt x="2325370" y="0"/>
                  </a:moveTo>
                  <a:lnTo>
                    <a:pt x="0" y="0"/>
                  </a:lnTo>
                  <a:lnTo>
                    <a:pt x="0" y="41911"/>
                  </a:lnTo>
                  <a:lnTo>
                    <a:pt x="1163320" y="41911"/>
                  </a:lnTo>
                  <a:lnTo>
                    <a:pt x="2325370" y="41911"/>
                  </a:lnTo>
                  <a:lnTo>
                    <a:pt x="232537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11" name="object 8"/>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AAAAAPgHAACEDgAAOggAAAAAAAAmAAAACAAAAP//////////"/>
                </a:ext>
              </a:extLst>
            </p:cNvSpPr>
            <p:nvPr/>
          </p:nvSpPr>
          <p:spPr>
            <a:xfrm>
              <a:off x="0" y="1295400"/>
              <a:ext cx="2359660" cy="41910"/>
            </a:xfrm>
            <a:custGeom>
              <a:avLst/>
              <a:gdLst/>
              <a:ahLst/>
              <a:cxnLst/>
              <a:rect l="0" t="0" r="2359660" b="41910"/>
              <a:pathLst>
                <a:path w="2359660" h="41910">
                  <a:moveTo>
                    <a:pt x="2359660" y="0"/>
                  </a:moveTo>
                  <a:lnTo>
                    <a:pt x="0" y="0"/>
                  </a:lnTo>
                  <a:lnTo>
                    <a:pt x="0" y="41911"/>
                  </a:lnTo>
                  <a:lnTo>
                    <a:pt x="1179830" y="41911"/>
                  </a:lnTo>
                  <a:lnTo>
                    <a:pt x="2359660" y="41911"/>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0" name="object 9"/>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zBwAAPgHAAAaKwAAOggAAAAAAAAmAAAACAAAAP//////////"/>
                </a:ext>
              </a:extLst>
            </p:cNvSpPr>
            <p:nvPr/>
          </p:nvSpPr>
          <p:spPr>
            <a:xfrm>
              <a:off x="4681220" y="1295400"/>
              <a:ext cx="2325370" cy="41910"/>
            </a:xfrm>
            <a:custGeom>
              <a:avLst/>
              <a:gdLst/>
              <a:ahLst/>
              <a:cxnLst/>
              <a:rect l="0" t="0" r="2325370" b="41910"/>
              <a:pathLst>
                <a:path w="2325370" h="41910">
                  <a:moveTo>
                    <a:pt x="2325370" y="0"/>
                  </a:moveTo>
                  <a:lnTo>
                    <a:pt x="0" y="0"/>
                  </a:lnTo>
                  <a:lnTo>
                    <a:pt x="0" y="41911"/>
                  </a:lnTo>
                  <a:lnTo>
                    <a:pt x="1163319" y="41911"/>
                  </a:lnTo>
                  <a:lnTo>
                    <a:pt x="2325370" y="41911"/>
                  </a:lnTo>
                  <a:lnTo>
                    <a:pt x="2325370" y="0"/>
                  </a:lnTo>
                  <a:close/>
                </a:path>
              </a:pathLst>
            </a:custGeom>
            <a:solidFill>
              <a:srgbClr val="FF0000"/>
            </a:solidFill>
            <a:ln>
              <a:noFill/>
            </a:ln>
            <a:effectLst/>
          </p:spPr>
          <p:txBody>
            <a:bodyPr vert="horz" wrap="square" lIns="0" tIns="0" rIns="0" bIns="0" numCol="1" spcCol="215900" anchor="t"/>
            <a:lstStyle/>
            <a:p>
              <a:pPr>
                <a:defRPr lang="en-us"/>
              </a:pPr>
            </a:p>
          </p:txBody>
        </p:sp>
        <p:sp>
          <p:nvSpPr>
            <p:cNvPr id="9" name="object 10"/>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iA4AAPgHAADYHAAAPggAAAAAAAAmAAAACAAAAP//////////"/>
                </a:ext>
              </a:extLst>
            </p:cNvSpPr>
            <p:nvPr/>
          </p:nvSpPr>
          <p:spPr>
            <a:xfrm>
              <a:off x="2362200" y="1295400"/>
              <a:ext cx="2326640" cy="44450"/>
            </a:xfrm>
            <a:custGeom>
              <a:avLst/>
              <a:gdLst/>
              <a:ahLst/>
              <a:cxnLst/>
              <a:rect l="0" t="0" r="2326640" b="44450"/>
              <a:pathLst>
                <a:path w="2326640" h="44450">
                  <a:moveTo>
                    <a:pt x="2326640" y="0"/>
                  </a:moveTo>
                  <a:lnTo>
                    <a:pt x="0" y="0"/>
                  </a:lnTo>
                  <a:lnTo>
                    <a:pt x="0" y="44450"/>
                  </a:lnTo>
                  <a:lnTo>
                    <a:pt x="1163320" y="44450"/>
                  </a:lnTo>
                  <a:lnTo>
                    <a:pt x="2326640" y="44450"/>
                  </a:lnTo>
                  <a:lnTo>
                    <a:pt x="232664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8" name="object 11"/>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AAAAAPgHAACEDgAAPggAAAAAAAAmAAAACAAAAP//////////"/>
                </a:ext>
              </a:extLst>
            </p:cNvSpPr>
            <p:nvPr/>
          </p:nvSpPr>
          <p:spPr>
            <a:xfrm>
              <a:off x="0" y="1295400"/>
              <a:ext cx="2359660" cy="44450"/>
            </a:xfrm>
            <a:custGeom>
              <a:avLst/>
              <a:gdLst/>
              <a:ahLst/>
              <a:cxnLst/>
              <a:rect l="0" t="0" r="2359660" b="44450"/>
              <a:pathLst>
                <a:path w="2359660" h="44450">
                  <a:moveTo>
                    <a:pt x="2359660" y="0"/>
                  </a:moveTo>
                  <a:lnTo>
                    <a:pt x="0" y="0"/>
                  </a:lnTo>
                  <a:lnTo>
                    <a:pt x="0" y="44450"/>
                  </a:lnTo>
                  <a:lnTo>
                    <a:pt x="1179830" y="44450"/>
                  </a:lnTo>
                  <a:lnTo>
                    <a:pt x="2359660" y="44450"/>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7" name="object 12"/>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zBwAAPgHAAAcKwAAPggAAAAAAAAmAAAACAAAAP//////////"/>
                </a:ext>
              </a:extLst>
            </p:cNvSpPr>
            <p:nvPr/>
          </p:nvSpPr>
          <p:spPr>
            <a:xfrm>
              <a:off x="4681220" y="1295400"/>
              <a:ext cx="2326640" cy="44450"/>
            </a:xfrm>
            <a:custGeom>
              <a:avLst/>
              <a:gdLst/>
              <a:ahLst/>
              <a:cxnLst/>
              <a:rect l="0" t="0" r="2326640" b="44450"/>
              <a:pathLst>
                <a:path w="2326640" h="44450">
                  <a:moveTo>
                    <a:pt x="2326639" y="0"/>
                  </a:moveTo>
                  <a:lnTo>
                    <a:pt x="0" y="0"/>
                  </a:lnTo>
                  <a:lnTo>
                    <a:pt x="0" y="44450"/>
                  </a:lnTo>
                  <a:lnTo>
                    <a:pt x="1163319" y="44450"/>
                  </a:lnTo>
                  <a:lnTo>
                    <a:pt x="2326639" y="44450"/>
                  </a:lnTo>
                  <a:lnTo>
                    <a:pt x="2326639" y="0"/>
                  </a:lnTo>
                  <a:close/>
                </a:path>
              </a:pathLst>
            </a:custGeom>
            <a:solidFill>
              <a:srgbClr val="FF0000"/>
            </a:solidFill>
            <a:ln>
              <a:noFill/>
            </a:ln>
            <a:effectLst/>
          </p:spPr>
          <p:txBody>
            <a:bodyPr vert="horz" wrap="square" lIns="0" tIns="0" rIns="0" bIns="0" numCol="1" spcCol="215900" anchor="t"/>
            <a:lstStyle/>
            <a:p>
              <a:pPr>
                <a:defRPr lang="en-us"/>
              </a:pPr>
            </a:p>
          </p:txBody>
        </p:sp>
      </p:grpSp>
      <p:sp>
        <p:nvSpPr>
          <p:cNvPr id="13" name="object 13"/>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i0AAMYoAADGNwAA9ikAABAAAAAmAAAACAAAAP//////////"/>
              </a:ext>
            </a:extLst>
          </p:cNvSpPr>
          <p:nvPr/>
        </p:nvSpPr>
        <p:spPr>
          <a:xfrm>
            <a:off x="7364730" y="6628130"/>
            <a:ext cx="1701800" cy="19304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1100" b="1" cap="none">
                <a:latin typeface="Arial" pitchFamily="1" charset="0"/>
                <a:ea typeface="Calibri" pitchFamily="2" charset="0"/>
                <a:cs typeface="Arial" pitchFamily="1" charset="0"/>
              </a:rPr>
              <a:t>BITS </a:t>
            </a:r>
            <a:r>
              <a:rPr lang="en-us" sz="1100" cap="none">
                <a:latin typeface="Arial MT" pitchFamily="0" charset="0"/>
                <a:ea typeface="Calibri" pitchFamily="2" charset="0"/>
                <a:cs typeface="Arial MT" pitchFamily="0" charset="0"/>
              </a:rPr>
              <a:t>Pilani, Pilani Campus</a:t>
            </a:r>
            <a:endParaRPr lang="en-us" sz="1100" cap="none">
              <a:latin typeface="Arial MT" pitchFamily="0" charset="0"/>
              <a:ea typeface="Calibri" pitchFamily="2" charset="0"/>
              <a:cs typeface="Arial MT" pitchFamily="0" charset="0"/>
            </a:endParaRPr>
          </a:p>
        </p:txBody>
      </p:sp>
      <p:pic>
        <p:nvPicPr>
          <p:cNvPr id="14" name="object 14"/>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MgoAAACAAAARjYAAEQEAAAQAAAAJgAAAAgAAAD//////////w=="/>
              </a:ext>
            </a:extLst>
          </p:cNvPicPr>
          <p:nvPr/>
        </p:nvPicPr>
        <p:blipFill>
          <a:blip r:embed="rId2"/>
          <a:stretch>
            <a:fillRect/>
          </a:stretch>
        </p:blipFill>
        <p:spPr>
          <a:xfrm>
            <a:off x="6629400" y="1270"/>
            <a:ext cx="2193290" cy="692150"/>
          </a:xfrm>
          <a:prstGeom prst="rect">
            <a:avLst/>
          </a:prstGeom>
          <a:noFill/>
          <a:ln>
            <a:noFill/>
          </a:ln>
          <a:effectLst/>
        </p:spPr>
      </p:pic>
      <p:grpSp>
        <p:nvGrpSpPr>
          <p:cNvPr id="15" name="object 15"/>
          <p:cNvGrpSpPr>
            <a:extLst>
              <a:ext uri="smNativeData">
                <pr:smNativeData xmlns:pr="smNativeData" xmlns="smNativeData" val="SMDATA_6_kMSRaRMAAAAlAAAAAQAAAA8BAAAAkAAAAEgAAACQAAAASAAAAAAAAAAAAAAAAAAAABcAAAAUAAAAAAAAAAAAAAD/fwAA/38AAAAAAAAJAAAABAAAAAAAAAAfAAAAVAAAAAAAAAAAAAAAAAAAAAAAAAAAAAAAAAAAAAAAAAAAAAAAAAAAAAAAAAAAAAAAAAAAAAAAAAAAAAAAAAAAAAAAAAAAAAAAAAAAAAAAAAAAAAAAAAAAACEAAAAYAAAAFAAAANIMAABKKAAAPjgAAJYoAAAQAAAAJgAAAAgAAAD/////AAAAAA=="/>
              </a:ext>
            </a:extLst>
          </p:cNvGrpSpPr>
          <p:nvPr/>
        </p:nvGrpSpPr>
        <p:grpSpPr>
          <a:xfrm>
            <a:off x="2084070" y="6549390"/>
            <a:ext cx="7058660" cy="48260"/>
            <a:chOff x="2084070" y="6549390"/>
            <a:chExt cx="7058660" cy="48260"/>
          </a:xfrm>
        </p:grpSpPr>
        <p:sp>
          <p:nvSpPr>
            <p:cNvPr id="21" name="object 16"/>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fBwAAEwoAADOKgAAligAAAAAAAAmAAAACAAAAP//////////"/>
                </a:ext>
              </a:extLst>
            </p:cNvSpPr>
            <p:nvPr/>
          </p:nvSpPr>
          <p:spPr>
            <a:xfrm>
              <a:off x="4630420" y="6550660"/>
              <a:ext cx="2327910" cy="46990"/>
            </a:xfrm>
            <a:custGeom>
              <a:avLst/>
              <a:gdLst/>
              <a:ahLst/>
              <a:cxnLst/>
              <a:rect l="0" t="0" r="2327910" b="46990"/>
              <a:pathLst>
                <a:path w="2327910" h="46990">
                  <a:moveTo>
                    <a:pt x="2327910" y="0"/>
                  </a:moveTo>
                  <a:lnTo>
                    <a:pt x="0" y="0"/>
                  </a:lnTo>
                  <a:lnTo>
                    <a:pt x="0" y="46990"/>
                  </a:lnTo>
                  <a:lnTo>
                    <a:pt x="1163319" y="46990"/>
                  </a:lnTo>
                  <a:lnTo>
                    <a:pt x="2327910" y="46990"/>
                  </a:lnTo>
                  <a:lnTo>
                    <a:pt x="232791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20" name="object 17"/>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4hsj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4hsjAAAAAAEAAAAAAAAAAAAAAAAAAAAAAAAAAAAAAAAAAAAAAAAAAAAAAAJ/f38AAAAAA8zMzADAwP8Af39/AAAAAAAAAAAAAAAAAAAAAAAAAAAAIQAAABgAAAAUAAAAgCoAAEooAAA+OAAAkCgAAAAAAAAmAAAACAAAAP//////////"/>
                </a:ext>
              </a:extLst>
            </p:cNvSpPr>
            <p:nvPr/>
          </p:nvSpPr>
          <p:spPr>
            <a:xfrm>
              <a:off x="6908800" y="6549390"/>
              <a:ext cx="2233930" cy="44450"/>
            </a:xfrm>
            <a:custGeom>
              <a:avLst/>
              <a:gdLst/>
              <a:ahLst/>
              <a:cxnLst/>
              <a:rect l="0" t="0" r="2233930" b="44450"/>
              <a:pathLst>
                <a:path w="2233930" h="44450">
                  <a:moveTo>
                    <a:pt x="2233930" y="0"/>
                  </a:moveTo>
                  <a:lnTo>
                    <a:pt x="0" y="0"/>
                  </a:lnTo>
                  <a:lnTo>
                    <a:pt x="0" y="44449"/>
                  </a:lnTo>
                  <a:lnTo>
                    <a:pt x="1116329" y="44449"/>
                  </a:lnTo>
                  <a:lnTo>
                    <a:pt x="2233930" y="44449"/>
                  </a:lnTo>
                  <a:lnTo>
                    <a:pt x="2233930" y="0"/>
                  </a:lnTo>
                  <a:close/>
                </a:path>
              </a:pathLst>
            </a:custGeom>
            <a:solidFill>
              <a:srgbClr val="E21B23"/>
            </a:solidFill>
            <a:ln>
              <a:noFill/>
            </a:ln>
            <a:effectLst/>
          </p:spPr>
          <p:txBody>
            <a:bodyPr vert="horz" wrap="square" lIns="0" tIns="0" rIns="0" bIns="0" numCol="1" spcCol="215900" anchor="t"/>
            <a:lstStyle/>
            <a:p>
              <a:pPr>
                <a:defRPr lang="en-us"/>
              </a:pPr>
            </a:p>
          </p:txBody>
        </p:sp>
        <p:sp>
          <p:nvSpPr>
            <p:cNvPr id="19" name="object 18"/>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0gwAAEwoAACyHAAAligAAAAAAAAmAAAACAAAAP//////////"/>
                </a:ext>
              </a:extLst>
            </p:cNvSpPr>
            <p:nvPr/>
          </p:nvSpPr>
          <p:spPr>
            <a:xfrm>
              <a:off x="2084070" y="6550660"/>
              <a:ext cx="2580640" cy="46990"/>
            </a:xfrm>
            <a:custGeom>
              <a:avLst/>
              <a:gdLst/>
              <a:ahLst/>
              <a:cxnLst/>
              <a:rect l="0" t="0" r="2580640" b="46990"/>
              <a:pathLst>
                <a:path w="2580640" h="46990">
                  <a:moveTo>
                    <a:pt x="2580640" y="0"/>
                  </a:moveTo>
                  <a:lnTo>
                    <a:pt x="0" y="0"/>
                  </a:lnTo>
                  <a:lnTo>
                    <a:pt x="0" y="46990"/>
                  </a:lnTo>
                  <a:lnTo>
                    <a:pt x="1290320" y="46990"/>
                  </a:lnTo>
                  <a:lnTo>
                    <a:pt x="2580640" y="46990"/>
                  </a:lnTo>
                  <a:lnTo>
                    <a:pt x="258064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8" name="object 19"/>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dcHk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cHkAAAAAAEAAAAAAAAAAAAAAAAAAAAAAAAAAAAAAAAAAAAAAAAAAAAAAAJ/f38AAAAAA8zMzADAwP8Af39/AAAAAAAAAAAAAAAAAAAAAAAAAAAAIQAAABgAAAAUAAAAqBsAAFAoAAD4KQAAligAAAAAAAAmAAAACAAAAP//////////"/>
                </a:ext>
              </a:extLst>
            </p:cNvSpPr>
            <p:nvPr/>
          </p:nvSpPr>
          <p:spPr>
            <a:xfrm>
              <a:off x="4495800" y="6553200"/>
              <a:ext cx="2326640" cy="44450"/>
            </a:xfrm>
            <a:custGeom>
              <a:avLst/>
              <a:gdLst/>
              <a:ahLst/>
              <a:cxnLst/>
              <a:rect l="0" t="0" r="2326640" b="44450"/>
              <a:pathLst>
                <a:path w="2326640" h="44450">
                  <a:moveTo>
                    <a:pt x="2326640" y="0"/>
                  </a:moveTo>
                  <a:lnTo>
                    <a:pt x="0" y="0"/>
                  </a:lnTo>
                  <a:lnTo>
                    <a:pt x="0" y="44450"/>
                  </a:lnTo>
                  <a:lnTo>
                    <a:pt x="1163320" y="44450"/>
                  </a:lnTo>
                  <a:lnTo>
                    <a:pt x="2326640" y="44450"/>
                  </a:lnTo>
                  <a:lnTo>
                    <a:pt x="2326640" y="0"/>
                  </a:lnTo>
                  <a:close/>
                </a:path>
              </a:pathLst>
            </a:custGeom>
            <a:solidFill>
              <a:srgbClr val="75C1E4"/>
            </a:solidFill>
            <a:ln>
              <a:noFill/>
            </a:ln>
            <a:effectLst/>
          </p:spPr>
          <p:txBody>
            <a:bodyPr vert="horz" wrap="square" lIns="0" tIns="0" rIns="0" bIns="0" numCol="1" spcCol="215900" anchor="t"/>
            <a:lstStyle/>
            <a:p>
              <a:pPr>
                <a:defRPr lang="en-us"/>
              </a:pPr>
            </a:p>
          </p:txBody>
        </p:sp>
        <p:sp>
          <p:nvSpPr>
            <p:cNvPr id="17" name="object 20"/>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68W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68WAAAAAAEAAAAAAAAAAAAAAAAAAAAAAAAAAAAAAAAAAAAAAAAAAAAAAAJ/f38AAAAAA8zMzADAwP8Af39/AAAAAAAAAAAAAAAAAAAAAAAAAAAAIQAAABgAAAAUAAAAIA0AAFAoAACkGwAAligAAAAAAAAmAAAACAAAAP//////////"/>
                </a:ext>
              </a:extLst>
            </p:cNvSpPr>
            <p:nvPr/>
          </p:nvSpPr>
          <p:spPr>
            <a:xfrm>
              <a:off x="2133600" y="6553200"/>
              <a:ext cx="2359660" cy="44450"/>
            </a:xfrm>
            <a:custGeom>
              <a:avLst/>
              <a:gdLst/>
              <a:ahLst/>
              <a:cxnLst/>
              <a:rect l="0" t="0" r="2359660" b="44450"/>
              <a:pathLst>
                <a:path w="2359660" h="44450">
                  <a:moveTo>
                    <a:pt x="2359660" y="0"/>
                  </a:moveTo>
                  <a:lnTo>
                    <a:pt x="0" y="0"/>
                  </a:lnTo>
                  <a:lnTo>
                    <a:pt x="0" y="44450"/>
                  </a:lnTo>
                  <a:lnTo>
                    <a:pt x="1179829" y="44450"/>
                  </a:lnTo>
                  <a:lnTo>
                    <a:pt x="2359660" y="44450"/>
                  </a:lnTo>
                  <a:lnTo>
                    <a:pt x="2359660" y="0"/>
                  </a:lnTo>
                  <a:close/>
                </a:path>
              </a:pathLst>
            </a:custGeom>
            <a:solidFill>
              <a:srgbClr val="FBAF16"/>
            </a:solidFill>
            <a:ln>
              <a:noFill/>
            </a:ln>
            <a:effectLst/>
          </p:spPr>
          <p:txBody>
            <a:bodyPr vert="horz" wrap="square" lIns="0" tIns="0" rIns="0" bIns="0" numCol="1" spcCol="215900" anchor="t"/>
            <a:lstStyle/>
            <a:p>
              <a:pPr>
                <a:defRPr lang="en-us"/>
              </a:pPr>
            </a:p>
          </p:txBody>
        </p:sp>
        <p:sp>
          <p:nvSpPr>
            <p:cNvPr id="16" name="object 21"/>
            <p:cNvSpPr>
              <a:extLst>
                <a:ext uri="smNativeData">
                  <pr:smNativeData xmlns:pr="smNativeData" xmlns="smNativeData" val="SMDATA_15_kMSRaRMAAAAlAAAACwAAAA0AAAAAAAAAAAAAAAAAAAAAA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AAAAAEAAAAAAAAAAAAAAAAAAAAAAAAAAAAAAAAAAAAAAAAAAAAAAAJ/f38AAAAAA8zMzADAwP8Af39/AAAAAAAAAAAAAAAAAAAAAAAAAAAAIQAAABgAAAAUAAAA7CkAAFAoAAA+OAAAligAAAAAAAAmAAAACAAAAP//////////"/>
                </a:ext>
              </a:extLst>
            </p:cNvSpPr>
            <p:nvPr/>
          </p:nvSpPr>
          <p:spPr>
            <a:xfrm>
              <a:off x="6814820" y="6553200"/>
              <a:ext cx="2327910" cy="44450"/>
            </a:xfrm>
            <a:custGeom>
              <a:avLst/>
              <a:gdLst/>
              <a:ahLst/>
              <a:cxnLst/>
              <a:rect l="0" t="0" r="2327910" b="44450"/>
              <a:pathLst>
                <a:path w="2327910" h="44450">
                  <a:moveTo>
                    <a:pt x="2327910" y="0"/>
                  </a:moveTo>
                  <a:lnTo>
                    <a:pt x="0" y="0"/>
                  </a:lnTo>
                  <a:lnTo>
                    <a:pt x="0" y="44450"/>
                  </a:lnTo>
                  <a:lnTo>
                    <a:pt x="1163320" y="44450"/>
                  </a:lnTo>
                  <a:lnTo>
                    <a:pt x="2327910" y="44450"/>
                  </a:lnTo>
                  <a:lnTo>
                    <a:pt x="2327910" y="0"/>
                  </a:lnTo>
                  <a:close/>
                </a:path>
              </a:pathLst>
            </a:custGeom>
            <a:solidFill>
              <a:srgbClr val="FF0000"/>
            </a:solidFill>
            <a:ln>
              <a:noFill/>
            </a:ln>
            <a:effectLst/>
          </p:spPr>
          <p:txBody>
            <a:bodyPr vert="horz" wrap="square" lIns="0" tIns="0" rIns="0" bIns="0" numCol="1" spcCol="215900" anchor="t"/>
            <a:lstStyle/>
            <a:p>
              <a:pPr>
                <a:defRPr lang="en-us"/>
              </a:pPr>
            </a:p>
          </p:txBody>
        </p:sp>
      </p:grpSp>
      <p:sp>
        <p:nvSpPr>
          <p:cNvPr id="22" name="object 24"/>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yIAAKkIAAAYLQAA5w0AABAAAAAmAAAACAAAAP//////////"/>
              </a:ext>
            </a:extLst>
          </p:cNvSpPr>
          <p:nvPr/>
        </p:nvSpPr>
        <p:spPr>
          <a:xfrm>
            <a:off x="5658485" y="1407795"/>
            <a:ext cx="1671955" cy="85217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O(Z) </a:t>
            </a:r>
            <a:r>
              <a:rPr lang="en-us" sz="2000" cap="none">
                <a:latin typeface="Wingdings" pitchFamily="0" charset="2"/>
                <a:ea typeface="Calibri" pitchFamily="2" charset="0"/>
                <a:cs typeface="Wingdings" pitchFamily="0" charset="2"/>
              </a:rPr>
              <a:t></a:t>
            </a:r>
            <a:r>
              <a:rPr lang="en-us" sz="2000" cap="none">
                <a:latin typeface="Arial MT" pitchFamily="0" charset="0"/>
                <a:ea typeface="Calibri" pitchFamily="2" charset="0"/>
                <a:cs typeface="Arial MT" pitchFamily="0" charset="0"/>
              </a:rPr>
              <a:t>I(Z)</a:t>
            </a:r>
            <a:endParaRPr lang="en-us" sz="2000" cap="none">
              <a:latin typeface="Arial MT" pitchFamily="0" charset="0"/>
              <a:ea typeface="Calibri" pitchFamily="2" charset="0"/>
              <a:cs typeface="Arial MT" pitchFamily="0" charset="0"/>
            </a:endParaRPr>
          </a:p>
          <a:p>
            <a:pPr marL="12700">
              <a:lnSpc>
                <a:spcPct val="100000"/>
              </a:lnSpc>
              <a:spcBef>
                <a:spcPts val="1710"/>
              </a:spcBef>
              <a:defRPr lang="en-us"/>
            </a:pPr>
            <a:r>
              <a:rPr lang="en-us" sz="2000" cap="none">
                <a:latin typeface="Arial MT" pitchFamily="0" charset="0"/>
                <a:ea typeface="Calibri" pitchFamily="2" charset="0"/>
                <a:cs typeface="Arial MT" pitchFamily="0" charset="0"/>
              </a:rPr>
              <a:t>E(A) </a:t>
            </a:r>
            <a:r>
              <a:rPr lang="en-us" sz="2000" cap="none">
                <a:latin typeface="Wingdings" pitchFamily="0" charset="2"/>
                <a:ea typeface="Calibri" pitchFamily="2" charset="0"/>
                <a:cs typeface="Wingdings" pitchFamily="0" charset="2"/>
              </a:rPr>
              <a:t></a:t>
            </a:r>
            <a:r>
              <a:rPr lang="en-us" sz="2000" cap="none">
                <a:latin typeface="Times New Roman" pitchFamily="1" charset="0"/>
                <a:ea typeface="Calibri" pitchFamily="2" charset="0"/>
                <a:cs typeface="Times New Roman" pitchFamily="1" charset="0"/>
              </a:rPr>
              <a:t> </a:t>
            </a:r>
            <a:r>
              <a:rPr lang="en-us" sz="2000" cap="none">
                <a:latin typeface="Arial MT" pitchFamily="0" charset="0"/>
                <a:ea typeface="Calibri" pitchFamily="2" charset="0"/>
                <a:cs typeface="Arial MT" pitchFamily="0" charset="0"/>
              </a:rPr>
              <a:t>L(s, A)</a:t>
            </a:r>
            <a:endParaRPr lang="en-us" sz="2000" cap="none">
              <a:latin typeface="Arial MT" pitchFamily="0" charset="0"/>
              <a:ea typeface="Calibri" pitchFamily="2" charset="0"/>
              <a:cs typeface="Arial MT" pitchFamily="0" charset="0"/>
            </a:endParaRPr>
          </a:p>
        </p:txBody>
      </p:sp>
      <p:sp>
        <p:nvSpPr>
          <p:cNvPr id="23" name="object 26"/>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IAAMAOAACqKQAAyBAAABAAAAAmAAAACAAAAP//////////"/>
              </a:ext>
            </a:extLst>
          </p:cNvSpPr>
          <p:nvPr/>
        </p:nvSpPr>
        <p:spPr>
          <a:xfrm>
            <a:off x="5647690" y="2397760"/>
            <a:ext cx="1125220" cy="33020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C(dm, cs)</a:t>
            </a:r>
            <a:endParaRPr lang="en-us" sz="2000" cap="none">
              <a:latin typeface="Arial MT" pitchFamily="0" charset="0"/>
              <a:ea typeface="Calibri" pitchFamily="2" charset="0"/>
              <a:cs typeface="Arial MT" pitchFamily="0" charset="0"/>
            </a:endParaRPr>
          </a:p>
        </p:txBody>
      </p:sp>
      <p:sp>
        <p:nvSpPr>
          <p:cNvPr id="24" name="object 27"/>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AMAAAEIAADpIgAAOSgAABAAAAAmAAAACAAAAP//////////"/>
              </a:ext>
            </a:extLst>
          </p:cNvSpPr>
          <p:nvPr/>
        </p:nvSpPr>
        <p:spPr>
          <a:xfrm>
            <a:off x="495300" y="1301115"/>
            <a:ext cx="5179695" cy="523748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All courses offered are interesting</a:t>
            </a:r>
            <a:endParaRPr lang="en-us" sz="2000" cap="none">
              <a:latin typeface="Arial MT" pitchFamily="0" charset="0"/>
              <a:ea typeface="Calibri" pitchFamily="2" charset="0"/>
              <a:cs typeface="Arial MT" pitchFamily="0" charset="0"/>
            </a:endParaRPr>
          </a:p>
          <a:p>
            <a:pPr marL="12700">
              <a:lnSpc>
                <a:spcPct val="100000"/>
              </a:lnSpc>
              <a:spcBef>
                <a:spcPts val="1710"/>
              </a:spcBef>
              <a:defRPr lang="en-us"/>
            </a:pPr>
            <a:r>
              <a:rPr lang="en-us" sz="2000" cap="none">
                <a:latin typeface="Arial MT" pitchFamily="0" charset="0"/>
                <a:ea typeface="Calibri" pitchFamily="2" charset="0"/>
                <a:cs typeface="Arial MT" pitchFamily="0" charset="0"/>
              </a:rPr>
              <a:t>Students like easy to score courses</a:t>
            </a:r>
            <a:endParaRPr lang="en-us" sz="2000" cap="none">
              <a:latin typeface="Arial MT" pitchFamily="0" charset="0"/>
              <a:ea typeface="Calibri" pitchFamily="2" charset="0"/>
              <a:cs typeface="Arial MT" pitchFamily="0" charset="0"/>
            </a:endParaRPr>
          </a:p>
          <a:p>
            <a:pPr marL="12700">
              <a:spcBef>
                <a:spcPts val="100"/>
              </a:spcBef>
              <a:defRPr lang="en-us"/>
            </a:pPr>
            <a:endParaRPr lang="en-us" sz="2000" cap="none">
              <a:latin typeface="Arial MT" pitchFamily="0" charset="0"/>
              <a:ea typeface="Calibri" pitchFamily="2" charset="0"/>
              <a:cs typeface="Arial MT" pitchFamily="0" charset="0"/>
            </a:endParaRPr>
          </a:p>
          <a:p>
            <a:pPr marL="12700">
              <a:spcBef>
                <a:spcPts val="100"/>
              </a:spcBef>
              <a:defRPr lang="en-us"/>
            </a:pPr>
            <a:r>
              <a:rPr lang="en-us" sz="2000" cap="none">
                <a:latin typeface="Arial MT" pitchFamily="0" charset="0"/>
                <a:ea typeface="Calibri" pitchFamily="2" charset="0"/>
                <a:cs typeface="Arial MT" pitchFamily="0" charset="0"/>
              </a:rPr>
              <a:t>Data Mining is a Compute Science course</a:t>
            </a:r>
            <a:endParaRPr lang="en-us" sz="2000" cap="none">
              <a:latin typeface="Arial MT" pitchFamily="0" charset="0"/>
              <a:ea typeface="Calibri" pitchFamily="2" charset="0"/>
              <a:cs typeface="Arial MT" pitchFamily="0" charset="0"/>
            </a:endParaRPr>
          </a:p>
          <a:p>
            <a:pPr marL="12700">
              <a:lnSpc>
                <a:spcPct val="100000"/>
              </a:lnSpc>
              <a:spcBef>
                <a:spcPts val="100"/>
              </a:spcBef>
              <a:defRPr lang="en-us"/>
            </a:pPr>
            <a:endParaRPr lang="en-us" sz="2000" cap="none">
              <a:latin typeface="Arial MT" pitchFamily="0" charset="0"/>
              <a:ea typeface="Calibri" pitchFamily="2" charset="0"/>
              <a:cs typeface="Arial MT" pitchFamily="0" charset="0"/>
            </a:endParaRPr>
          </a:p>
          <a:p>
            <a:pPr marL="12700">
              <a:lnSpc>
                <a:spcPct val="100000"/>
              </a:lnSpc>
              <a:spcBef>
                <a:spcPts val="100"/>
              </a:spcBef>
              <a:defRPr lang="en-us"/>
            </a:pPr>
            <a:r>
              <a:rPr lang="en-us" sz="2000" cap="none">
                <a:latin typeface="Arial MT" pitchFamily="0" charset="0"/>
                <a:ea typeface="Calibri" pitchFamily="2" charset="0"/>
                <a:cs typeface="Arial MT" pitchFamily="0" charset="0"/>
              </a:rPr>
              <a:t>Some of the easy courses are interesting</a:t>
            </a:r>
            <a:endParaRPr lang="en-us" sz="2000" cap="none">
              <a:latin typeface="Arial MT" pitchFamily="0" charset="0"/>
              <a:ea typeface="Calibri" pitchFamily="2" charset="0"/>
              <a:cs typeface="Arial MT" pitchFamily="0" charset="0"/>
            </a:endParaRPr>
          </a:p>
          <a:p>
            <a:pPr marL="12700">
              <a:lnSpc>
                <a:spcPct val="100000"/>
              </a:lnSpc>
              <a:spcBef>
                <a:spcPts val="100"/>
              </a:spcBef>
              <a:defRPr lang="en-us"/>
            </a:pPr>
            <a:endParaRPr lang="en-us" sz="2000" cap="none">
              <a:latin typeface="Arial MT" pitchFamily="0" charset="0"/>
              <a:ea typeface="Calibri" pitchFamily="2" charset="0"/>
              <a:cs typeface="Arial MT" pitchFamily="0" charset="0"/>
            </a:endParaRPr>
          </a:p>
          <a:p>
            <a:pPr marL="12700" marR="795655">
              <a:lnSpc>
                <a:spcPct val="100000"/>
              </a:lnSpc>
              <a:spcBef>
                <a:spcPts val="100"/>
              </a:spcBef>
              <a:defRPr lang="en-us"/>
            </a:pPr>
            <a:r>
              <a:rPr lang="en-us" sz="2000" cap="none">
                <a:latin typeface="Arial MT" pitchFamily="0" charset="0"/>
                <a:ea typeface="Calibri" pitchFamily="2" charset="0"/>
                <a:cs typeface="Arial MT" pitchFamily="0" charset="0"/>
              </a:rPr>
              <a:t>All Math are interesting course</a:t>
            </a:r>
            <a:endParaRPr lang="en-us" sz="2000" cap="none">
              <a:latin typeface="Arial MT" pitchFamily="0" charset="0"/>
              <a:ea typeface="Calibri" pitchFamily="2" charset="0"/>
              <a:cs typeface="Arial MT" pitchFamily="0" charset="0"/>
            </a:endParaRPr>
          </a:p>
          <a:p>
            <a:pPr marL="12700" marR="1275080">
              <a:lnSpc>
                <a:spcPct val="100000"/>
              </a:lnSpc>
              <a:spcBef>
                <a:spcPts val="1710"/>
              </a:spcBef>
              <a:defRPr lang="en-us"/>
            </a:pPr>
            <a:r>
              <a:rPr lang="en-us" sz="2000" cap="none">
                <a:latin typeface="Arial MT" pitchFamily="0" charset="0"/>
                <a:ea typeface="Calibri" pitchFamily="2" charset="0"/>
                <a:cs typeface="Arial MT" pitchFamily="0" charset="0"/>
              </a:rPr>
              <a:t>Statistics is a math course  </a:t>
            </a:r>
            <a:endParaRPr lang="en-us" sz="2000" cap="none">
              <a:latin typeface="Arial MT" pitchFamily="0" charset="0"/>
              <a:ea typeface="Calibri" pitchFamily="2" charset="0"/>
              <a:cs typeface="Arial MT" pitchFamily="0" charset="0"/>
            </a:endParaRPr>
          </a:p>
          <a:p>
            <a:pPr marL="12700">
              <a:lnSpc>
                <a:spcPct val="100000"/>
              </a:lnSpc>
              <a:spcBef>
                <a:spcPts val="1710"/>
              </a:spcBef>
              <a:defRPr lang="en-us"/>
            </a:pPr>
            <a:r>
              <a:rPr lang="en-us" sz="2000" cap="none">
                <a:latin typeface="Arial MT" pitchFamily="0" charset="0"/>
                <a:ea typeface="Calibri" pitchFamily="2" charset="0"/>
                <a:cs typeface="Arial MT" pitchFamily="0" charset="0"/>
              </a:rPr>
              <a:t>All computer science course are easy</a:t>
            </a:r>
            <a:endParaRPr lang="en-us" sz="1400" cap="none">
              <a:latin typeface="Arial MT" pitchFamily="0" charset="0"/>
              <a:ea typeface="Calibri" pitchFamily="2" charset="0"/>
              <a:cs typeface="Arial MT" pitchFamily="0" charset="0"/>
            </a:endParaRPr>
          </a:p>
          <a:p>
            <a:pPr marL="12700">
              <a:lnSpc>
                <a:spcPct val="100000"/>
              </a:lnSpc>
              <a:spcBef>
                <a:spcPts val="1710"/>
              </a:spcBef>
              <a:defRPr lang="en-us"/>
            </a:pPr>
            <a:endParaRPr lang="en-us" sz="2000" cap="none">
              <a:latin typeface="Arial MT" pitchFamily="0" charset="0"/>
              <a:ea typeface="Calibri" pitchFamily="2" charset="0"/>
              <a:cs typeface="Arial MT" pitchFamily="0" charset="0"/>
            </a:endParaRPr>
          </a:p>
          <a:p>
            <a:pPr marL="12700">
              <a:lnSpc>
                <a:spcPct val="100000"/>
              </a:lnSpc>
              <a:spcBef>
                <a:spcPts val="100"/>
              </a:spcBef>
              <a:defRPr lang="en-us"/>
            </a:pPr>
            <a:r>
              <a:rPr lang="en-us" sz="2000" u="heavy" cap="none">
                <a:uFill>
                  <a:solidFill>
                    <a:srgbClr val="000000"/>
                  </a:solidFill>
                </a:uFill>
                <a:latin typeface="Arial MT" pitchFamily="0" charset="0"/>
                <a:ea typeface="Calibri" pitchFamily="2" charset="0"/>
                <a:cs typeface="Arial MT" pitchFamily="0" charset="0"/>
              </a:rPr>
              <a:t>Apply chaining for below : </a:t>
            </a:r>
            <a:endParaRPr lang="en-us" sz="2000" cap="none">
              <a:latin typeface="Arial MT" pitchFamily="0" charset="0"/>
              <a:ea typeface="Calibri" pitchFamily="2" charset="0"/>
              <a:cs typeface="Arial MT" pitchFamily="0" charset="0"/>
            </a:endParaRPr>
          </a:p>
          <a:p>
            <a:pPr marL="12700">
              <a:lnSpc>
                <a:spcPct val="100000"/>
              </a:lnSpc>
              <a:defRPr lang="en-us"/>
            </a:pPr>
            <a:r>
              <a:rPr lang="en-us" sz="2000" b="1" cap="none">
                <a:latin typeface="Arial" pitchFamily="1" charset="0"/>
                <a:ea typeface="Calibri" pitchFamily="2" charset="0"/>
                <a:cs typeface="Arial" pitchFamily="1" charset="0"/>
              </a:rPr>
              <a:t>Q1: Do students like statistics?</a:t>
            </a:r>
            <a:endParaRPr lang="en-us" sz="2000" b="1" cap="none">
              <a:latin typeface="Arial" pitchFamily="1" charset="0"/>
              <a:ea typeface="Calibri" pitchFamily="2" charset="0"/>
              <a:cs typeface="Arial" pitchFamily="1" charset="0"/>
            </a:endParaRPr>
          </a:p>
          <a:p>
            <a:pPr marL="12700">
              <a:defRPr lang="en-us"/>
            </a:pPr>
            <a:r>
              <a:rPr lang="en-us" sz="2000" b="1" cap="none">
                <a:latin typeface="Arial" pitchFamily="1" charset="0"/>
                <a:ea typeface="Calibri" pitchFamily="2" charset="0"/>
                <a:cs typeface="Arial" pitchFamily="1" charset="0"/>
              </a:rPr>
              <a:t>Q2: What course does students like?</a:t>
            </a:r>
            <a:endParaRPr lang="en-us" sz="2000" cap="none">
              <a:latin typeface="Arial" pitchFamily="1" charset="0"/>
              <a:ea typeface="Calibri" pitchFamily="2" charset="0"/>
              <a:cs typeface="Arial" pitchFamily="1" charset="0"/>
            </a:endParaRPr>
          </a:p>
        </p:txBody>
      </p:sp>
      <p:sp>
        <p:nvSpPr>
          <p:cNvPr id="25" name="object 28"/>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6SIAAM4RAAAaKwAA1hMAABAAAAAmAAAACAAAAP//////////"/>
              </a:ext>
            </a:extLst>
          </p:cNvSpPr>
          <p:nvPr/>
        </p:nvSpPr>
        <p:spPr>
          <a:xfrm>
            <a:off x="5674995" y="2894330"/>
            <a:ext cx="1331595" cy="33020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E(B) </a:t>
            </a:r>
            <a:r>
              <a:rPr lang="en-us" sz="2000" cap="none">
                <a:latin typeface="Wingdings" pitchFamily="0" charset="2"/>
                <a:ea typeface="Calibri" pitchFamily="2" charset="0"/>
                <a:cs typeface="Wingdings" pitchFamily="0" charset="2"/>
              </a:rPr>
              <a:t></a:t>
            </a:r>
            <a:r>
              <a:rPr lang="en-us" sz="2000" cap="none">
                <a:latin typeface="Times New Roman" pitchFamily="1" charset="0"/>
                <a:ea typeface="Calibri" pitchFamily="2" charset="0"/>
                <a:cs typeface="Times New Roman" pitchFamily="1" charset="0"/>
              </a:rPr>
              <a:t> </a:t>
            </a:r>
            <a:r>
              <a:rPr lang="en-us" sz="2000" cap="none">
                <a:latin typeface="Arial MT" pitchFamily="0" charset="0"/>
                <a:ea typeface="Calibri" pitchFamily="2" charset="0"/>
                <a:cs typeface="Arial MT" pitchFamily="0" charset="0"/>
              </a:rPr>
              <a:t>I(B)</a:t>
            </a:r>
            <a:endParaRPr lang="en-us" sz="2000" cap="none">
              <a:latin typeface="Arial MT" pitchFamily="0" charset="0"/>
              <a:ea typeface="Calibri" pitchFamily="2" charset="0"/>
              <a:cs typeface="Arial MT" pitchFamily="0" charset="0"/>
            </a:endParaRPr>
          </a:p>
        </p:txBody>
      </p:sp>
      <p:sp>
        <p:nvSpPr>
          <p:cNvPr id="26" name="object 30"/>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IAAIEVAABYLwAA6BcAABAAAAAmAAAACAAAAP//////////"/>
              </a:ext>
            </a:extLst>
          </p:cNvSpPr>
          <p:nvPr/>
        </p:nvSpPr>
        <p:spPr>
          <a:xfrm>
            <a:off x="5647690" y="3495675"/>
            <a:ext cx="2048510" cy="390525"/>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C(E,math) </a:t>
            </a:r>
            <a:r>
              <a:rPr lang="en-us" sz="2000" cap="none">
                <a:latin typeface="Wingdings" pitchFamily="0" charset="2"/>
                <a:ea typeface="Calibri" pitchFamily="2" charset="0"/>
                <a:cs typeface="Wingdings" pitchFamily="0" charset="2"/>
              </a:rPr>
              <a:t></a:t>
            </a:r>
            <a:r>
              <a:rPr lang="en-us" sz="2000" cap="none">
                <a:latin typeface="Arial MT" pitchFamily="0" charset="0"/>
                <a:ea typeface="Calibri" pitchFamily="2" charset="0"/>
                <a:cs typeface="Arial MT" pitchFamily="0" charset="0"/>
              </a:rPr>
              <a:t>  I(E)</a:t>
            </a:r>
            <a:endParaRPr lang="en-us" sz="2000" cap="none">
              <a:latin typeface="Arial MT" pitchFamily="0" charset="0"/>
              <a:ea typeface="Calibri" pitchFamily="2" charset="0"/>
              <a:cs typeface="Arial MT" pitchFamily="0" charset="0"/>
            </a:endParaRPr>
          </a:p>
        </p:txBody>
      </p:sp>
      <p:sp>
        <p:nvSpPr>
          <p:cNvPr id="27" name="object 31"/>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nCIAAOYZAAA4MQAAmBwAABAAAAAmAAAACAAAAP//////////"/>
              </a:ext>
            </a:extLst>
          </p:cNvSpPr>
          <p:nvPr/>
        </p:nvSpPr>
        <p:spPr>
          <a:xfrm>
            <a:off x="5626100" y="4210050"/>
            <a:ext cx="2374900" cy="43815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C(stat, math)</a:t>
            </a:r>
            <a:endParaRPr lang="en-us" sz="2000" cap="none">
              <a:latin typeface="Arial MT" pitchFamily="0" charset="0"/>
              <a:ea typeface="Calibri" pitchFamily="2" charset="0"/>
              <a:cs typeface="Arial MT" pitchFamily="0" charset="0"/>
            </a:endParaRPr>
          </a:p>
        </p:txBody>
      </p:sp>
      <p:sp>
        <p:nvSpPr>
          <p:cNvPr id="28" name="object 3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LSIAAEoeAAA8LQAAUiAAABAAAAAmAAAACAAAAP//////////"/>
              </a:ext>
            </a:extLst>
          </p:cNvSpPr>
          <p:nvPr/>
        </p:nvSpPr>
        <p:spPr>
          <a:xfrm>
            <a:off x="5555615" y="4923790"/>
            <a:ext cx="1797685" cy="33020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2000" cap="none">
                <a:latin typeface="Arial MT" pitchFamily="0" charset="0"/>
                <a:ea typeface="Calibri" pitchFamily="2" charset="0"/>
                <a:cs typeface="Arial MT" pitchFamily="0" charset="0"/>
              </a:rPr>
              <a:t>C(D,cs) </a:t>
            </a:r>
            <a:r>
              <a:rPr lang="en-us" sz="2000" cap="none">
                <a:latin typeface="Wingdings" pitchFamily="0" charset="2"/>
                <a:ea typeface="Calibri" pitchFamily="2" charset="0"/>
                <a:cs typeface="Wingdings" pitchFamily="0" charset="2"/>
              </a:rPr>
              <a:t></a:t>
            </a:r>
            <a:r>
              <a:rPr lang="en-us" sz="2000" cap="none">
                <a:latin typeface="Times New Roman" pitchFamily="1" charset="0"/>
                <a:ea typeface="Calibri" pitchFamily="2" charset="0"/>
                <a:cs typeface="Times New Roman" pitchFamily="1" charset="0"/>
              </a:rPr>
              <a:t> </a:t>
            </a:r>
            <a:r>
              <a:rPr lang="en-us" sz="2000" cap="none">
                <a:latin typeface="Arial MT" pitchFamily="0" charset="0"/>
                <a:ea typeface="Calibri" pitchFamily="2" charset="0"/>
                <a:cs typeface="Arial MT" pitchFamily="0" charset="0"/>
              </a:rPr>
              <a:t>E(D)</a:t>
            </a:r>
            <a:endParaRPr lang="en-us" sz="2000" cap="none">
              <a:latin typeface="Arial MT" pitchFamily="0" charset="0"/>
              <a:ea typeface="Calibri" pitchFamily="2" charset="0"/>
              <a:cs typeface="Arial MT" pitchFamily="0" charset="0"/>
            </a:endParaRPr>
          </a:p>
        </p:txBody>
      </p:sp>
      <p:sp>
        <p:nvSpPr>
          <p:cNvPr id="29"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BAAAHMCAADQIAAAjwUAABAAAAAmAAAACAAAAP//////////"/>
              </a:ext>
            </a:extLst>
          </p:cNvSpPr>
          <p:nvPr/>
        </p:nvSpPr>
        <p:spPr>
          <a:xfrm>
            <a:off x="2667000" y="398145"/>
            <a:ext cx="2667000" cy="50546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Exercise: </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4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object 3"/>
          <p:cNvPicPr>
            <a:extLst>
              <a:ext uri="smNativeData">
                <pr:smNativeData xmlns:pr="smNativeData" xmlns="smNativeData" val="SMDATA_17_kMSR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N4DAAD+CQAAmDUAAF4nAAAQAAAAJgAAAAgAAAD//////////w=="/>
              </a:ext>
            </a:extLst>
          </p:cNvPicPr>
          <p:nvPr/>
        </p:nvPicPr>
        <p:blipFill>
          <a:blip r:embed="rId2"/>
          <a:stretch>
            <a:fillRect/>
          </a:stretch>
        </p:blipFill>
        <p:spPr>
          <a:xfrm>
            <a:off x="628650" y="1624330"/>
            <a:ext cx="8083550" cy="4775200"/>
          </a:xfrm>
          <a:prstGeom prst="rect">
            <a:avLst/>
          </a:prstGeom>
          <a:noFill/>
          <a:ln>
            <a:noFill/>
          </a:ln>
          <a:effectLst/>
        </p:spPr>
      </p:pic>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2"/>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EAAFgCAADwLQAAkAYAABAAAAAmAAAACAAAAP//////////"/>
              </a:ext>
            </a:extLst>
          </p:cNvSpPr>
          <p:nvPr/>
        </p:nvSpPr>
        <p:spPr>
          <a:xfrm>
            <a:off x="228600" y="381000"/>
            <a:ext cx="7239000" cy="685800"/>
          </a:xfrm>
          <a:prstGeom prst="rect">
            <a:avLst/>
          </a:prstGeom>
          <a:noFill/>
          <a:ln>
            <a:noFill/>
          </a:ln>
          <a:effectLst/>
        </p:spPr>
        <p:txBody>
          <a:bodyPr vert="horz" wrap="square" lIns="0" tIns="12700" rIns="0" bIns="0" numCol="1" spcCol="215900" anchor="t"/>
          <a:lstStyle>
            <a:lvl1pPr>
              <a:defRPr lang="en-us" sz="2000" b="0" i="0" cap="none">
                <a:solidFill>
                  <a:schemeClr val="tx1"/>
                </a:solidFill>
                <a:latin typeface="Arial MT" pitchFamily="0" charset="0"/>
                <a:ea typeface="Calibri" pitchFamily="2" charset="0"/>
                <a:cs typeface="Calibri" pitchFamily="2" charset="0"/>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marL="12700" algn="ctr">
              <a:spcBef>
                <a:spcPts val="100"/>
              </a:spcBef>
              <a:defRPr lang="en-us"/>
            </a:pPr>
            <a:r>
              <a:rPr lang="en-us" sz="3200" b="1" cap="none">
                <a:solidFill>
                  <a:srgbClr val="17375E"/>
                </a:solidFill>
                <a:latin typeface="Arial" pitchFamily="1" charset="0"/>
                <a:ea typeface="Calibri" pitchFamily="2" charset="0"/>
                <a:cs typeface="Arial" pitchFamily="1" charset="0"/>
              </a:rPr>
              <a:t>Resolution proof: definite clauses</a:t>
            </a:r>
            <a:endParaRPr lang="en-us" sz="3200" b="1" cap="none">
              <a:solidFill>
                <a:srgbClr val="17375E"/>
              </a:solidFill>
              <a:latin typeface="Arial" pitchFamily="1" charset="0"/>
              <a:ea typeface="Calibri" pitchFamily="2" charset="0"/>
              <a:cs typeface="Arial" pitchFamily="1" charset="0"/>
            </a:endParaRPr>
          </a:p>
        </p:txBody>
      </p:sp>
    </p:spTree>
  </p:cSld>
  <p:clrMapOvr>
    <a:masterClrMapping/>
  </p:clrMapOvr>
  <p:timing>
    <p:tnLst>
      <p:par>
        <p:cTn id="1" dur="indefinite" restart="never" nodeType="tmRoot"/>
      </p:par>
    </p:tnLst>
  </p:timing>
</p:sld>
</file>

<file path=ppt/slides/slide4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bject 2"/>
          <p:cNvSpPr>
            <a:spLocks noGrp="1" noChangeArrowheads="1"/>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KAUAACANAABAKwAAXBIAABAAAAAmAAAACAAAAD0QAAAAAAAA"/>
              </a:ext>
            </a:extLst>
          </p:cNvSpPr>
          <p:nvPr>
            <p:ph type="ctrTitle"/>
          </p:nvPr>
        </p:nvSpPr>
        <p:spPr>
          <a:xfrm>
            <a:off x="838200" y="2133600"/>
            <a:ext cx="6192520" cy="850900"/>
          </a:xfrm>
        </p:spPr>
        <p:txBody>
          <a:bodyPr vert="horz" wrap="square" lIns="0" tIns="12700" rIns="0" bIns="0" numCol="1" spcCol="215900" anchor="t">
            <a:prstTxWarp prst="textNoShape">
              <a:avLst/>
            </a:prstTxWarp>
          </a:bodyPr>
          <a:lstStyle/>
          <a:p>
            <a:pPr marL="2601595">
              <a:lnSpc>
                <a:spcPct val="100000"/>
              </a:lnSpc>
              <a:spcBef>
                <a:spcPts val="100"/>
              </a:spcBef>
              <a:defRPr lang="en-us"/>
            </a:pPr>
            <a:r>
              <a:t>Thank you</a:t>
            </a:r>
          </a:p>
        </p:txBody>
      </p:sp>
      <p:sp>
        <p:nvSpPr>
          <p:cNvPr id="3" name="object 4"/>
          <p:cNvSpPr>
            <a:spLocks noGrp="1" noChangeArrowheads="1"/>
            <a:extLst>
              <a:ext uri="smNativeData">
                <pr:smNativeData xmlns:pr="smNativeData" xmlns="smNativeData" val="SMDATA_15_kMSR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Ti0AANsoAADGNwAA+SkAABAAAAAmAAAACAAAADwQAAAAAAAA"/>
              </a:ext>
            </a:extLst>
          </p:cNvSpPr>
          <p:nvPr>
            <p:ph type="ftr" sz="quarter" idx="5"/>
          </p:nvPr>
        </p:nvSpPr>
        <p:spPr/>
        <p:txBody>
          <a:bodyPr vert="horz" wrap="square" lIns="0" tIns="0" rIns="0" bIns="0" numCol="1" spcCol="215900" anchor="t">
            <a:prstTxWarp prst="textNoShape">
              <a:avLst/>
            </a:prstTxWarp>
          </a:bodyPr>
          <a:lstStyle/>
          <a:p>
            <a:pPr marL="12700">
              <a:lnSpc>
                <a:spcPts val="1315"/>
              </a:lnSpc>
              <a:defRPr lang="en-us"/>
            </a:pPr>
            <a:r>
              <a:rPr lang="en-us" b="1" cap="none">
                <a:latin typeface="Arial" pitchFamily="1" charset="0"/>
                <a:ea typeface="Calibri" pitchFamily="2" charset="0"/>
                <a:cs typeface="Arial" pitchFamily="1" charset="0"/>
              </a:rPr>
              <a:t>BITS </a:t>
            </a:r>
            <a:r>
              <a:t>Pilani, Pilani Campus</a:t>
            </a:r>
          </a:p>
        </p:txBody>
      </p:sp>
      <p:sp>
        <p:nvSpPr>
          <p:cNvPr id="4" name="object 3"/>
          <p:cNvSpPr>
            <a:extLst>
              <a:ext uri="smNativeData">
                <pr:smNativeData xmlns:pr="smNativeData" xmlns="smNativeData" val="SMDATA_15_kMSRaRMAAAAlAAAAZAAAAA0AAAAAAAAAABQ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BIAAKAUAAB9KAAAiBgAABAAAAAmAAAACAAAAP//////////"/>
              </a:ext>
            </a:extLst>
          </p:cNvSpPr>
          <p:nvPr/>
        </p:nvSpPr>
        <p:spPr>
          <a:xfrm>
            <a:off x="2971800" y="3352800"/>
            <a:ext cx="3609975" cy="635000"/>
          </a:xfrm>
          <a:prstGeom prst="rect">
            <a:avLst/>
          </a:prstGeom>
          <a:noFill/>
          <a:ln>
            <a:noFill/>
          </a:ln>
          <a:effectLst/>
        </p:spPr>
        <p:txBody>
          <a:bodyPr vert="horz" wrap="square" lIns="0" tIns="12700" rIns="0" bIns="0" numCol="1" spcCol="215900" anchor="t"/>
          <a:lstStyle/>
          <a:p>
            <a:pPr marL="12700">
              <a:lnSpc>
                <a:spcPct val="100000"/>
              </a:lnSpc>
              <a:spcBef>
                <a:spcPts val="100"/>
              </a:spcBef>
              <a:defRPr lang="en-us"/>
            </a:pPr>
            <a:r>
              <a:rPr lang="en-us" sz="4000" cap="none">
                <a:solidFill>
                  <a:srgbClr val="990000"/>
                </a:solidFill>
                <a:latin typeface="Arial MT" pitchFamily="0" charset="0"/>
                <a:ea typeface="Calibri" pitchFamily="2" charset="0"/>
                <a:cs typeface="Arial MT" pitchFamily="0" charset="0"/>
              </a:rPr>
              <a:t>Any Questions?</a:t>
            </a:r>
            <a:endParaRPr lang="en-us" sz="4000" cap="none">
              <a:latin typeface="Arial MT" pitchFamily="0" charset="0"/>
              <a:ea typeface="Calibri" pitchFamily="2" charset="0"/>
              <a:cs typeface="Arial MT" pitchFamily="0" charset="0"/>
            </a:endParaRPr>
          </a:p>
        </p:txBody>
      </p:sp>
    </p:spTree>
  </p:cSld>
  <p:clrMapOvr>
    <a:masterClrMapping/>
  </p:clrMapOvr>
  <p:timing>
    <p:tnLst>
      <p:par>
        <p:cTn id="1" dur="indefinite" restart="never" nodeType="tmRoot"/>
      </p:par>
    </p:tnLst>
  </p:timing>
</p:sld>
</file>

<file path=ppt/slides/slide4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pic>
        <p:nvPicPr>
          <p:cNvPr id="2" name="Picture 4"/>
          <p:cNvPicPr>
            <a:picLocks noChangeAspect="1"/>
            <a:extLst>
              <a:ext uri="smNativeData">
                <pr:smNativeData xmlns:pr="smNativeData" xmlns="smNativeData" val="SMDATA_17_kMSR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u7OEKAAAAACgAAAAoAAAAZAAAAGQAAAAAAAAAzMzMAAAAAABQAAAAUAAAAGQAAABkAAAAAAAAAAcAAAA4AAAAAAAAAAAAAAAAAAAA////AAAAAAAAAAAAAAAAAAAAAAAAAAAAAAAAAAAAAABkAAAAZAAAAAAAAAAjAAAABAAAAGQAAAAXAAAAFAAAAAAAAAAAAAAA/38AAP9/AAAAAAAACQAAAAQAAAA9B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NUPAAB1DAAAwScAAGMhAAAQAAAAJgAAAAgAAAD//////////w=="/>
              </a:ext>
            </a:extLst>
          </p:cNvPicPr>
          <p:nvPr/>
        </p:nvPicPr>
        <p:blipFill>
          <a:blip r:embed="rId2"/>
          <a:stretch>
            <a:fillRect/>
          </a:stretch>
        </p:blipFill>
        <p:spPr>
          <a:xfrm>
            <a:off x="2573655" y="2025015"/>
            <a:ext cx="3888740" cy="3402330"/>
          </a:xfrm>
          <a:prstGeom prst="rect">
            <a:avLst/>
          </a:prstGeom>
          <a:noFill/>
          <a:ln>
            <a:noFill/>
          </a:ln>
          <a:effectLst/>
        </p:spPr>
      </p:pic>
    </p:spTree>
  </p:cSld>
  <p:clrMapOvr>
    <a:masterClrMapping/>
  </p:clrMapOvr>
  <p:transition spd="med" p14:dur="1200">
    <p14:prism/>
    <p:extLst>
      <p:ext uri="smNativeData">
        <pr:smNativeData xmlns:pr="smNativeData" xmlns="smNativeData" val="kMSRaQAAAACwBAAAAAAAAE8AAAAAAAAAAAAAAAAAAAAAAAAAAQAAAAAAAAAAAAAAAAAAAAAAAAAAAAAA"/>
      </p:ext>
    </p:extLst>
  </p:transition>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A38222816C124A8A594EC8EF066948" ma:contentTypeVersion="3" ma:contentTypeDescription="Create a new document." ma:contentTypeScope="" ma:versionID="ead1c72bd066d25c313387ff589a99a7">
  <xsd:schema xmlns:xsd="http://www.w3.org/2001/XMLSchema" xmlns:xs="http://www.w3.org/2001/XMLSchema" xmlns:p="http://schemas.microsoft.com/office/2006/metadata/properties" xmlns:ns2="732978cb-f1a4-43ed-a511-9445200b0bef" targetNamespace="http://schemas.microsoft.com/office/2006/metadata/properties" ma:root="true" ma:fieldsID="60d0dfccf03380fcbf4c73e9cf11bdf7" ns2:_="">
    <xsd:import namespace="732978cb-f1a4-43ed-a511-9445200b0be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2978cb-f1a4-43ed-a511-9445200b0b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9265B6-9719-4D20-AD8F-D8BB7F31B671}"/>
</file>

<file path=customXml/itemProps2.xml><?xml version="1.0" encoding="utf-8"?>
<ds:datastoreItem xmlns:ds="http://schemas.openxmlformats.org/officeDocument/2006/customXml" ds:itemID="{53A12CFE-BAC5-41C5-BA95-0E976F739737}"/>
</file>

<file path=customXml/itemProps3.xml><?xml version="1.0" encoding="utf-8"?>
<ds:datastoreItem xmlns:ds="http://schemas.openxmlformats.org/officeDocument/2006/customXml" ds:itemID="{F215D63E-B000-42C2-8118-9F2D5C33CF1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Knowledge Representation: Logic</dc:title>
  <dc:subject/>
  <dc:creator/>
  <cp:keywords/>
  <dc:description/>
  <cp:lastModifiedBy>brahmanaidu</cp:lastModifiedBy>
  <cp:revision>0</cp:revision>
  <dcterms:created xsi:type="dcterms:W3CDTF">2023-10-11T19:06:41Z</dcterms:created>
  <dcterms:modified xsi:type="dcterms:W3CDTF">2026-02-15T13:05:20Z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0x010100E6A38222816C124A8A594EC8EF066948</vt:lpwstr>
  </property>
</Properties>
</file>