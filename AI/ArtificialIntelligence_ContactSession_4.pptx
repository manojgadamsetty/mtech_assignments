
<file path=[Content_Types].xml><?xml version="1.0" encoding="utf-8"?>
<Types xmlns="http://schemas.openxmlformats.org/package/2006/content-types">
  <Default Extension="avi" ContentType="video/avi"/>
  <Default Extension="bin" ContentType="application/vnd.openxmlformats-officedocument.oleObject"/>
  <Default Extension="bmp" ContentType="image/bmp"/>
  <Default Extension="emf" ContentType="image/x-emf"/>
  <Default Extension="fntdata" ContentType="application/x-fontdata"/>
  <Default Extension="gif" ContentType="image/gif"/>
  <Default Extension="jpeg" ContentType="image/jpeg"/>
  <Default Extension="mid" ContentType="audio/unknown"/>
  <Default Extension="midi" ContentType="audio/unknown"/>
  <Default Extension="mp2" ContentType="video/mpeg"/>
  <Default Extension="mp3" ContentType="audio/unknown"/>
  <Default Extension="mp4" ContentType="video/mpeg"/>
  <Default Extension="mpeg" ContentType="video/mpeg"/>
  <Default Extension="mpg" ContentType="video/mpeg"/>
  <Default Extension="pct" ContentType="image/pct"/>
  <Default Extension="pcx" ContentType="image/pcx"/>
  <Default Extension="png" ContentType="image/png"/>
  <Default Extension="rels" ContentType="application/vnd.openxmlformats-package.relationships+xml"/>
  <Default Extension="rmi" ContentType="audio/unknown"/>
  <Default Extension="svg" ContentType="image/svg+xml"/>
  <Default Extension="tga" ContentType="image/tga"/>
  <Default Extension="tif" ContentType="image/tif"/>
  <Default Extension="vml" ContentType="application/vnd.openxmlformats-officedocument.vmlDrawing"/>
  <Default Extension="wav" ContentType="audio/wav"/>
  <Default Extension="wma" ContentType="audio/x-ms-wma"/>
  <Default Extension="wmf" ContentType="image/x-wmf"/>
  <Default Extension="wmv" ContentType="video/wmv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1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  <p:sldMasterId id="2147483664" r:id="rId6"/>
  </p:sldMasterIdLst>
  <p:notesMasterIdLst>
    <p:notesMasterId r:id="rId7"/>
  </p:notesMasterIdLst>
  <p:sldIdLst>
    <p:sldId id="274" r:id="rId8"/>
    <p:sldId id="256" r:id="rId9"/>
    <p:sldId id="257" r:id="rId10"/>
    <p:sldId id="258" r:id="rId11"/>
    <p:sldId id="259" r:id="rId12"/>
    <p:sldId id="260" r:id="rId13"/>
    <p:sldId id="261" r:id="rId14"/>
    <p:sldId id="262" r:id="rId15"/>
    <p:sldId id="329" r:id="rId16"/>
    <p:sldId id="263" r:id="rId17"/>
    <p:sldId id="265" r:id="rId18"/>
    <p:sldId id="266" r:id="rId19"/>
    <p:sldId id="330" r:id="rId20"/>
    <p:sldId id="268" r:id="rId21"/>
    <p:sldId id="269" r:id="rId22"/>
    <p:sldId id="270" r:id="rId23"/>
    <p:sldId id="271" r:id="rId24"/>
    <p:sldId id="326" r:id="rId25"/>
    <p:sldId id="327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8" r:id="rId78"/>
  </p:sldIdLst>
  <p:sldSz cx="12192000" cy="6858000"/>
  <p:notesSz cx="68580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70550105" val="1062" rev64="64" revOS="1"/>
      <pr:smFileRevision xmlns:pr="smNativeData" xmlns="smNativeData" dt="1770550105" val="101"/>
      <pr:guideOptions xmlns:pr="smNativeData" xmlns="smNativeData" dt="1770550105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>
      <p:cViewPr varScale="1">
        <p:scale>
          <a:sx n="60" d="100"/>
          <a:sy n="60" d="100"/>
        </p:scale>
        <p:origin x="381" y="491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1" d="100"/>
        <a:sy n="11" d="100"/>
      </p:scale>
      <p:origin x="0" y="0"/>
    </p:cViewPr>
  </p:sorterViewPr>
  <p:notesViewPr>
    <p:cSldViewPr snapToGrid="0">
      <p:cViewPr>
        <p:scale>
          <a:sx n="60" d="100"/>
          <a:sy n="60" d="100"/>
        </p:scale>
        <p:origin x="381" y="491"/>
      </p:cViewPr>
    </p:cSldViewPr>
  </p:notesViewPr>
  <p:gridSpacing cx="73477120" cy="7347712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customXml" Target="../customXml/item1.xml"/><Relationship Id="rId5" Type="http://schemas.openxmlformats.org/officeDocument/2006/relationships/slideMaster" Target="slideMasters/slideMaster1.xml"/><Relationship Id="rId61" Type="http://schemas.openxmlformats.org/officeDocument/2006/relationships/slide" Target="slides/slide54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slide" Target="slides/slide70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customXml" Target="../customXml/item2.xml"/><Relationship Id="rId3" Type="http://schemas.openxmlformats.org/officeDocument/2006/relationships/presProps" Target="presProps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1" Type="http://schemas.openxmlformats.org/officeDocument/2006/relationships/theme" Target="theme/theme1.xml"/><Relationship Id="rId6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7" Type="http://schemas.openxmlformats.org/officeDocument/2006/relationships/notesMaster" Target="notesMasters/notesMaster1.xml"/><Relationship Id="rId71" Type="http://schemas.openxmlformats.org/officeDocument/2006/relationships/slide" Target="slides/slide64.xml"/><Relationship Id="rId2" Type="http://schemas.openxmlformats.org/officeDocument/2006/relationships/tableStyles" Target="tableStyles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IEgAA0wIAABAAAAAmAAAACAAAAD+PAAAAAAAA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en-us" sz="1200" cap="none"/>
            </a:lvl1pPr>
            <a:lvl2pPr>
              <a:defRPr lang="en-us" cap="none"/>
            </a:lvl2pPr>
            <a:lvl3pPr>
              <a:defRPr lang="en-us" cap="none"/>
            </a:lvl3pPr>
            <a:lvl4pPr>
              <a:defRPr lang="en-us" cap="none"/>
            </a:lvl4pPr>
            <a:lvl5pPr>
              <a:defRPr lang="en-us" cap="none"/>
            </a:lvl5pPr>
            <a:lvl6pPr>
              <a:defRPr lang="en-us" cap="none"/>
            </a:lvl6pPr>
            <a:lvl7pPr>
              <a:defRPr lang="en-us" cap="none"/>
            </a:lvl7pPr>
            <a:lvl8pPr>
              <a:defRPr lang="en-us" cap="none"/>
            </a:lvl8pPr>
            <a:lvl9pPr>
              <a:defRPr lang="en-us" cap="none"/>
            </a:lvl9pPr>
          </a:lstStyle>
          <a:p>
            <a:pPr>
              <a:defRPr lang="en-us"/>
            </a:pPr>
            <a:endParaRPr lang="en-in" cap="none"/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AAAAAAuKgAA0wIAABAAAAAmAAAACAAAAD+PAAAAAAAA"/>
              </a:ext>
            </a:extLst>
          </p:cNvSpPr>
          <p:nvPr>
            <p:ph type="dt" idx="1"/>
          </p:nvPr>
        </p:nvSpPr>
        <p:spPr>
          <a:xfrm>
            <a:off x="388493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lang="en-us" sz="1200" cap="none"/>
            </a:lvl1pPr>
            <a:lvl2pPr>
              <a:defRPr lang="en-us" cap="none"/>
            </a:lvl2pPr>
            <a:lvl3pPr>
              <a:defRPr lang="en-us" cap="none"/>
            </a:lvl3pPr>
            <a:lvl4pPr>
              <a:defRPr lang="en-us" cap="none"/>
            </a:lvl4pPr>
            <a:lvl5pPr>
              <a:defRPr lang="en-us" cap="none"/>
            </a:lvl5pPr>
            <a:lvl6pPr>
              <a:defRPr lang="en-us" cap="none"/>
            </a:lvl6pPr>
            <a:lvl7pPr>
              <a:defRPr lang="en-us" cap="none"/>
            </a:lvl7pPr>
            <a:lvl8pPr>
              <a:defRPr lang="en-us" cap="none"/>
            </a:lvl8pPr>
            <a:lvl9pPr>
              <a:defRPr lang="en-us" cap="none"/>
            </a:lvl9pPr>
          </a:lstStyle>
          <a:p>
            <a:pPr>
              <a:defRPr lang="en-us"/>
            </a:pPr>
            <a:fld id="{3FE360D1-9FD2-B696-9C5B-69C32E156A3C}" type="datetime1">
              <a:rPr lang="en-in" cap="none"/>
              <a:t>22-10-2024</a:t>
            </a:fld>
            <a:endParaRPr lang="en-in" cap="none"/>
          </a:p>
        </p:txBody>
      </p:sp>
      <p:sp>
        <p:nvSpPr>
          <p:cNvPr id="4" name="Slide Image Placeholder 3"/>
          <p:cNvSpPr>
            <a:spLocks noGrp="1" noChangeArrowheads="1"/>
            <a:extLst>
              <a:ext uri="smNativeData">
                <pr:smNativeData xmlns:pr="smNativeData" xmlns="smNativeData" val="SMDATA_15_WXOIaRMAAAAlAAAAZAAAAC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OAQAAAgHAAD4JQAABBoAABAAAAAmAAAACAAAAL8PAAD/HwAA"/>
              </a:ext>
            </a:extLst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endParaRPr lang="en-in" cap="none"/>
          </a:p>
        </p:txBody>
      </p:sp>
      <p:sp>
        <p:nvSpPr>
          <p:cNvPr id="5" name="Notes Placeholder 4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AQAABIbAAD4JQAAODEAABAAAAAmAAAACAAAAD8PAAD/HwAA"/>
              </a:ext>
            </a:extLst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  <a:endParaRPr lang="en-in" cap="none"/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G41AABIEgAAQDgAABAAAAAmAAAACAAAAL+PAAD/HwAA"/>
              </a:ext>
            </a:extLst>
          </p:cNvSpPr>
          <p:nvPr>
            <p:ph type="ftr" sz="quarter" idx="4"/>
          </p:nvPr>
        </p:nvSpPr>
        <p:spPr>
          <a:xfrm>
            <a:off x="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en-us" sz="1200" cap="none"/>
            </a:lvl1pPr>
            <a:lvl2pPr>
              <a:defRPr lang="en-us" cap="none"/>
            </a:lvl2pPr>
            <a:lvl3pPr>
              <a:defRPr lang="en-us" cap="none"/>
            </a:lvl3pPr>
            <a:lvl4pPr>
              <a:defRPr lang="en-us" cap="none"/>
            </a:lvl4pPr>
            <a:lvl5pPr>
              <a:defRPr lang="en-us" cap="none"/>
            </a:lvl5pPr>
            <a:lvl6pPr>
              <a:defRPr lang="en-us" cap="none"/>
            </a:lvl6pPr>
            <a:lvl7pPr>
              <a:defRPr lang="en-us" cap="none"/>
            </a:lvl7pPr>
            <a:lvl8pPr>
              <a:defRPr lang="en-us" cap="none"/>
            </a:lvl8pPr>
            <a:lvl9pPr>
              <a:defRPr lang="en-us" cap="none"/>
            </a:lvl9pPr>
          </a:lstStyle>
          <a:p>
            <a:pPr>
              <a:defRPr lang="en-us"/>
            </a:pPr>
            <a:endParaRPr lang="en-in" cap="none"/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G41AAAuKgAAQDgAABAAAAAmAAAACAAAAL+PAAD/HwAA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lang="en-us" sz="1200" cap="none"/>
            </a:lvl1pPr>
            <a:lvl2pPr>
              <a:defRPr lang="en-us" cap="none"/>
            </a:lvl2pPr>
            <a:lvl3pPr>
              <a:defRPr lang="en-us" cap="none"/>
            </a:lvl3pPr>
            <a:lvl4pPr>
              <a:defRPr lang="en-us" cap="none"/>
            </a:lvl4pPr>
            <a:lvl5pPr>
              <a:defRPr lang="en-us" cap="none"/>
            </a:lvl5pPr>
            <a:lvl6pPr>
              <a:defRPr lang="en-us" cap="none"/>
            </a:lvl6pPr>
            <a:lvl7pPr>
              <a:defRPr lang="en-us" cap="none"/>
            </a:lvl7pPr>
            <a:lvl8pPr>
              <a:defRPr lang="en-us" cap="none"/>
            </a:lvl8pPr>
            <a:lvl9pPr>
              <a:defRPr lang="en-us" cap="none"/>
            </a:lvl9pPr>
          </a:lstStyle>
          <a:p>
            <a:pPr>
              <a:defRPr lang="en-us"/>
            </a:pPr>
            <a:fld id="{47CB9A24-6AAA-9E6C-E473-9C39D43D12C9}" type="slidenum">
              <a:rPr lang="en-in" cap="none"/>
              <a:t>‹#›</a:t>
            </a:fld>
            <a:endParaRPr lang="en-in" cap="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" cap="none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6;p1:notes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8fAAD/Hw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/>
            </a:pPr>
          </a:p>
        </p:txBody>
      </p:sp>
      <p:sp>
        <p:nvSpPr>
          <p:cNvPr id="3" name="Google Shape;197;p1:notes"/>
          <p:cNvSpPr>
            <a:spLocks noGrp="1" noChangeArrowheads="1"/>
            <a:extLst>
              <a:ext uri="smNativeData">
                <pr:smNativeData xmlns:pr="smNativeData" xmlns="smNativeData" val="SMDATA_15_WXOIaRMAAAAlAAAACw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wEAAAAFAAArLQAAqR0AABAAAAAmAAAACAAAAAEPAAD/HwAA"/>
              </a:ext>
            </a:extLst>
          </p:cNvSpPr>
          <p:nvPr>
            <p:ph type="sldImg" idx="2"/>
          </p:nvPr>
        </p:nvSpPr>
        <p:spPr>
          <a:xfrm>
            <a:off x="217805" y="812800"/>
            <a:ext cx="7124700" cy="4008755"/>
          </a:xfrm>
          <a:custGeom>
            <a:avLst/>
            <a:gdLst/>
            <a:ahLst/>
            <a:cxnLst/>
            <a:rect l="0" t="0" r="7124700" b="4008755"/>
            <a:pathLst>
              <a:path w="7124700" h="4008755" fill="none" extrusionOk="0">
                <a:moveTo>
                  <a:pt x="0" y="0"/>
                </a:moveTo>
                <a:lnTo>
                  <a:pt x="7124700" y="0"/>
                </a:lnTo>
                <a:lnTo>
                  <a:pt x="7124700" y="4008755"/>
                </a:lnTo>
                <a:lnTo>
                  <a:pt x="0" y="4008755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9;p8:notes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en-us"/>
            </a:pPr>
          </a:p>
        </p:txBody>
      </p:sp>
      <p:sp>
        <p:nvSpPr>
          <p:cNvPr id="3" name="Google Shape;340;p8:notes"/>
          <p:cNvSpPr>
            <a:spLocks noGrp="1" noChangeArrowheads="1"/>
            <a:extLst>
              <a:ext uri="smNativeData">
                <pr:smNativeData xmlns:pr="smNativeData" xmlns="smNativeData" val="SMDATA_15_WXOIaRMAAAAlAAAACwAAAC0AAAAA0QYAAAAFAACwJwAAqR0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0QYAAAAFAACwJwAAqR0AABAAAAAmAAAACAAAAAEPAAAAAA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6;p9:notes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en-us"/>
            </a:pPr>
          </a:p>
        </p:txBody>
      </p:sp>
      <p:sp>
        <p:nvSpPr>
          <p:cNvPr id="3" name="Google Shape;347;p9:notes"/>
          <p:cNvSpPr>
            <a:spLocks noGrp="1" noChangeArrowheads="1"/>
            <a:extLst>
              <a:ext uri="smNativeData">
                <pr:smNativeData xmlns:pr="smNativeData" xmlns="smNativeData" val="SMDATA_15_WXOIaRMAAAAlAAAACwAAAC0AAAAA0QYAAAAFAACwJwAAqR0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0QYAAAAFAACwJwAAqR0AABAAAAAmAAAACAAAAAEPAAAAAA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52;p11:notes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en-us"/>
            </a:pPr>
          </a:p>
        </p:txBody>
      </p:sp>
      <p:sp>
        <p:nvSpPr>
          <p:cNvPr id="3" name="Google Shape;353;p11:notes"/>
          <p:cNvSpPr>
            <a:spLocks noGrp="1" noChangeArrowheads="1"/>
            <a:extLst>
              <a:ext uri="smNativeData">
                <pr:smNativeData xmlns:pr="smNativeData" xmlns="smNativeData" val="SMDATA_15_WXOIaRMAAAAlAAAACwAAAC0AAAAA0QYAAAAFAACwJwAAqR0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0QYAAAAFAACwJwAAqR0AABAAAAAmAAAACAAAAAEPAAAAAA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4;p16:notes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en-us"/>
            </a:pPr>
          </a:p>
        </p:txBody>
      </p:sp>
      <p:sp>
        <p:nvSpPr>
          <p:cNvPr id="3" name="Google Shape;365;p16:notes"/>
          <p:cNvSpPr>
            <a:spLocks noGrp="1" noChangeArrowheads="1"/>
            <a:extLst>
              <a:ext uri="smNativeData">
                <pr:smNativeData xmlns:pr="smNativeData" xmlns="smNativeData" val="SMDATA_15_WXOIaRMAAAAlAAAACwAAAC0AAAAA0QYAAAAFAACwJwAAqR0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GS5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0QYAAAAFAACwJwAAqR0AABAAAAAmAAAACAAAAAEPAAAAAA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1;p17:notes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k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en-us"/>
            </a:pPr>
          </a:p>
        </p:txBody>
      </p:sp>
      <p:sp>
        <p:nvSpPr>
          <p:cNvPr id="3" name="Google Shape;372;p17:notes"/>
          <p:cNvSpPr>
            <a:spLocks noGrp="1" noChangeArrowheads="1"/>
            <a:extLst>
              <a:ext uri="smNativeData">
                <pr:smNativeData xmlns:pr="smNativeData" xmlns="smNativeData" val="SMDATA_15_WXOIaRMAAAAlAAAACwAAAC0AAAAA0QYAAAAFAACwJwAAqR0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4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0QYAAAAFAACwJwAAqR0AABAAAAAmAAAACAAAAAEPAAAAAA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8;p42:notes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RqI0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en-us"/>
            </a:pPr>
          </a:p>
        </p:txBody>
      </p:sp>
      <p:sp>
        <p:nvSpPr>
          <p:cNvPr id="3" name="Google Shape;379;p42:notes"/>
          <p:cNvSpPr>
            <a:spLocks noGrp="1" noChangeArrowheads="1"/>
            <a:extLst>
              <a:ext uri="smNativeData">
                <pr:smNativeData xmlns:pr="smNativeData" xmlns="smNativeData" val="SMDATA_15_WXOIaRMAAAAlAAAACwAAAC0AAAAA0QYAAAAFAACwJwAAqR0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MA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0QYAAAAFAACwJwAAqR0AABAAAAAmAAAACAAAAAEPAAAAAA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84;p43:notes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en-us"/>
            </a:pPr>
          </a:p>
        </p:txBody>
      </p:sp>
      <p:sp>
        <p:nvSpPr>
          <p:cNvPr id="3" name="Google Shape;385;p43:notes"/>
          <p:cNvSpPr>
            <a:spLocks noGrp="1" noChangeArrowheads="1"/>
            <a:extLst>
              <a:ext uri="smNativeData">
                <pr:smNativeData xmlns:pr="smNativeData" xmlns="smNativeData" val="SMDATA_15_WXOIaRMAAAAlAAAACwAAAC0AAAAA0QYAAAAFAACwJwAAqR0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0QYAAAAFAACwJwAAqR0AABAAAAAmAAAACAAAAAEPAAAAAA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90;p44:notes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wQAAD4fAADaKQAA1jwAABAAAAAmAAAACAAAAL0/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en-us"/>
            </a:pPr>
          </a:p>
        </p:txBody>
      </p:sp>
      <p:sp>
        <p:nvSpPr>
          <p:cNvPr id="3" name="Google Shape;391;p44:notes"/>
          <p:cNvSpPr>
            <a:spLocks noGrp="1" noChangeArrowheads="1"/>
            <a:extLst>
              <a:ext uri="smNativeData">
                <pr:smNativeData xmlns:pr="smNativeData" xmlns="smNativeData" val="SMDATA_15_WXOIaRMAAAAlAAAACw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0QYAAAAFAACwJwAAqR0AABAAAAAmAAAACAAAAAEPAAAAAA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90;p44:notes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XYCb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en-us"/>
            </a:pPr>
          </a:p>
        </p:txBody>
      </p:sp>
      <p:sp>
        <p:nvSpPr>
          <p:cNvPr id="3" name="Google Shape;391;p44:notes"/>
          <p:cNvSpPr>
            <a:spLocks noGrp="1" noChangeArrowheads="1"/>
            <a:extLst>
              <a:ext uri="smNativeData">
                <pr:smNativeData xmlns:pr="smNativeData" xmlns="smNativeData" val="SMDATA_15_WXOIaRMAAAAlAAAACwAAAC0AAAAA0QYAAAAFAACwJwAAqR0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BQAb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0QYAAAAFAACwJwAAqR0AABAAAAAmAAAACAAAAAEPAAAAAA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2;p47:notes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en-us"/>
            </a:pPr>
          </a:p>
        </p:txBody>
      </p:sp>
      <p:sp>
        <p:nvSpPr>
          <p:cNvPr id="3" name="Google Shape;453;p47:notes"/>
          <p:cNvSpPr>
            <a:spLocks noGrp="1" noChangeArrowheads="1"/>
            <a:extLst>
              <a:ext uri="smNativeData">
                <pr:smNativeData xmlns:pr="smNativeData" xmlns="smNativeData" val="SMDATA_15_WXOIaRMAAAAlAAAACwAAAC0AAAAA0QYAAAAFAACwJwAAqR0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0QYAAAAFAACwJwAAqR0AABAAAAAmAAAACAAAAAEPAAAAAA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48:notes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en-us"/>
            </a:pPr>
          </a:p>
        </p:txBody>
      </p:sp>
      <p:sp>
        <p:nvSpPr>
          <p:cNvPr id="3" name="Google Shape;460;p48:notes"/>
          <p:cNvSpPr>
            <a:spLocks noGrp="1" noChangeArrowheads="1"/>
            <a:extLst>
              <a:ext uri="smNativeData">
                <pr:smNativeData xmlns:pr="smNativeData" xmlns="smNativeData" val="SMDATA_15_WXOIaRMAAAAlAAAACwAAAC0AAAAA0QYAAAAFAACwJwAAqR0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0QYAAAAFAACwJwAAqR0AABAAAAAmAAAACAAAAAEPAAAAAA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2;p50:notes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M8E3w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en-us"/>
            </a:pPr>
          </a:p>
        </p:txBody>
      </p:sp>
      <p:sp>
        <p:nvSpPr>
          <p:cNvPr id="3" name="Google Shape;513;p50:notes"/>
          <p:cNvSpPr>
            <a:spLocks noGrp="1" noChangeArrowheads="1"/>
            <a:extLst>
              <a:ext uri="smNativeData">
                <pr:smNativeData xmlns:pr="smNativeData" xmlns="smNativeData" val="SMDATA_15_WXOIaRMAAAAlAAAACwAAAC0AAAAA0QYAAAAFAACwJwAAqR0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/6QA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0QYAAAAFAACwJwAAqR0AABAAAAAmAAAACAAAAAEPAAAAAA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8;p51:notes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en-us"/>
            </a:pPr>
          </a:p>
        </p:txBody>
      </p:sp>
      <p:sp>
        <p:nvSpPr>
          <p:cNvPr id="3" name="Google Shape;519;p51:notes"/>
          <p:cNvSpPr>
            <a:spLocks noGrp="1" noChangeArrowheads="1"/>
            <a:extLst>
              <a:ext uri="smNativeData">
                <pr:smNativeData xmlns:pr="smNativeData" xmlns="smNativeData" val="SMDATA_15_WXOIaRMAAAAlAAAACwAAAC0AAAAA0QYAAAAFAACwJwAAqR0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0QYAAAAFAACwJwAAqR0AABAAAAAmAAAACAAAAAEPAAAAAA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5;p52:notes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en-us"/>
            </a:pPr>
          </a:p>
        </p:txBody>
      </p:sp>
      <p:sp>
        <p:nvSpPr>
          <p:cNvPr id="3" name="Google Shape;526;p52:notes"/>
          <p:cNvSpPr>
            <a:spLocks noGrp="1" noChangeArrowheads="1"/>
            <a:extLst>
              <a:ext uri="smNativeData">
                <pr:smNativeData xmlns:pr="smNativeData" xmlns="smNativeData" val="SMDATA_15_WXOIaRMAAAAlAAAACwAAAC0AAAAA0QYAAAAFAACwJwAAqR0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Fb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0QYAAAAFAACwJwAAqR0AABAAAAAmAAAACAAAAAEPAAAAAA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78;p64:notes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QAAD4fAADaKQAA1jwAABAAAAAmAAAACAAAAL0/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en-us"/>
            </a:pPr>
          </a:p>
        </p:txBody>
      </p:sp>
      <p:sp>
        <p:nvSpPr>
          <p:cNvPr id="3" name="Google Shape;579;p64:notes"/>
          <p:cNvSpPr>
            <a:spLocks noGrp="1" noChangeArrowheads="1"/>
            <a:extLst>
              <a:ext uri="smNativeData">
                <pr:smNativeData xmlns:pr="smNativeData" xmlns="smNativeData" val="SMDATA_15_WXOIaRMAAAAlAAAACwAAAC0AAAAA0QYAAAAFAACwJwAAqR0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0QYAAAAFAACwJwAAqR0AABAAAAAmAAAACAAAAAEPAAAAAA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2;p50:notes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NZIL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pwQAAD4fAADaKQAA1jwAABAAAAAmAAAACAAAAL0/AAAAAAAA"/>
              </a:ext>
            </a:extLst>
          </p:cNvSpPr>
          <p:nvPr>
            <p:ph type="body" idx="1"/>
          </p:nvPr>
        </p:nvSpPr>
        <p:spPr>
          <a:xfrm>
            <a:off x="756285" y="5078730"/>
            <a:ext cx="6047105" cy="4810760"/>
          </a:xfrm>
          <a:prstGeom prst="rect">
            <a:avLst/>
          </a:prstGeom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en-us"/>
            </a:pPr>
          </a:p>
        </p:txBody>
      </p:sp>
      <p:sp>
        <p:nvSpPr>
          <p:cNvPr id="3" name="Google Shape;513;p50:notes"/>
          <p:cNvSpPr>
            <a:spLocks noGrp="1" noChangeArrowheads="1"/>
            <a:extLst>
              <a:ext uri="smNativeData">
                <pr:smNativeData xmlns:pr="smNativeData" xmlns="smNativeData" val="SMDATA_15_WXOIaRMAAAAlAAAACwAAAC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B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0QYAAAAFAACwJwAAqR0AABAAAAAmAAAACAAAAAEPAAAAAAAA"/>
              </a:ext>
            </a:extLst>
          </p:cNvSpPr>
          <p:nvPr>
            <p:ph type="sldImg" idx="2"/>
          </p:nvPr>
        </p:nvSpPr>
        <p:spPr>
          <a:xfrm>
            <a:off x="1108075" y="812800"/>
            <a:ext cx="5343525" cy="4008755"/>
          </a:xfrm>
          <a:custGeom>
            <a:avLst/>
            <a:gdLst/>
            <a:ahLst/>
            <a:cxnLst/>
            <a:rect l="0" t="0" r="5343525" b="4008755"/>
            <a:pathLst>
              <a:path w="5343525" h="4008755" fill="none" extrusionOk="0">
                <a:moveTo>
                  <a:pt x="0" y="0"/>
                </a:moveTo>
                <a:lnTo>
                  <a:pt x="5343525" y="0"/>
                </a:lnTo>
                <a:lnTo>
                  <a:pt x="5343525" y="4008755"/>
                </a:lnTo>
                <a:lnTo>
                  <a:pt x="0" y="4008755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AkAAOgGAACgQQAAmBUAABAAAAAmAAAACAAAAIGAAAAAAAAA"/>
              </a:ext>
            </a:extLst>
          </p:cNvSpPr>
          <p:nvPr>
            <p:ph type="ctrTitle"/>
          </p:nvPr>
        </p:nvSpPr>
        <p:spPr>
          <a:xfrm>
            <a:off x="1524000" y="1122680"/>
            <a:ext cx="9144000" cy="23876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ctr">
              <a:defRPr lang="en-us" sz="6000" cap="none"/>
            </a:lvl1pPr>
            <a:lvl2pPr>
              <a:defRPr lang="en-us" cap="none"/>
            </a:lvl2pPr>
            <a:lvl3pPr>
              <a:defRPr lang="en-us" cap="none"/>
            </a:lvl3pPr>
            <a:lvl4pPr>
              <a:defRPr lang="en-us" cap="none"/>
            </a:lvl4pPr>
            <a:lvl5pPr>
              <a:defRPr lang="en-us" cap="none"/>
            </a:lvl5pPr>
            <a:lvl6pPr>
              <a:defRPr lang="en-us" cap="none"/>
            </a:lvl6pPr>
            <a:lvl7pPr>
              <a:defRPr lang="en-us" cap="none"/>
            </a:lvl7pPr>
            <a:lvl8pPr>
              <a:defRPr lang="en-us" cap="none"/>
            </a:lvl8pPr>
            <a:lvl9pPr>
              <a:defRPr lang="en-us" cap="none"/>
            </a:lvl9pPr>
          </a:lstStyle>
          <a:p>
            <a:pPr>
              <a:defRPr lang="en-us"/>
            </a:pPr>
            <a:r>
              <a:t>Click to edit Master title style</a:t>
            </a:r>
            <a:endParaRPr lang="en-in" cap="none"/>
          </a:p>
        </p:txBody>
      </p:sp>
      <p:sp>
        <p:nvSpPr>
          <p:cNvPr id="3" name="Subtitle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FnZS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AkAACkWAACgQQAAWCAAABAAAAAmAAAACAAAAAGAAAAAAAAA"/>
              </a:ext>
            </a:extLst>
          </p:cNvSpPr>
          <p:nvPr>
            <p:ph type="subTitle" idx="1"/>
          </p:nvPr>
        </p:nvSpPr>
        <p:spPr>
          <a:xfrm>
            <a:off x="1524000" y="3602355"/>
            <a:ext cx="9144000" cy="1655445"/>
          </a:xfrm>
        </p:spPr>
        <p:txBody>
          <a:bodyPr/>
          <a:lstStyle>
            <a:lvl1pPr marL="0" indent="0" algn="ctr">
              <a:buNone/>
              <a:defRPr lang="en-us" sz="2400" cap="none"/>
            </a:lvl1pPr>
            <a:lvl2pPr marL="457200" indent="0" algn="ctr">
              <a:buNone/>
              <a:defRPr lang="en-us" sz="2000" cap="none"/>
            </a:lvl2pPr>
            <a:lvl3pPr marL="914400" indent="0" algn="ctr">
              <a:buNone/>
              <a:defRPr lang="en-us" sz="1800" cap="none"/>
            </a:lvl3pPr>
            <a:lvl4pPr marL="1371600" indent="0" algn="ctr">
              <a:buNone/>
              <a:defRPr lang="en-us" sz="1600" cap="none"/>
            </a:lvl4pPr>
            <a:lvl5pPr marL="1828800" indent="0" algn="ctr">
              <a:buNone/>
              <a:defRPr lang="en-us" sz="1600" cap="none"/>
            </a:lvl5pPr>
            <a:lvl6pPr marL="2286000" indent="0" algn="ctr">
              <a:buNone/>
              <a:defRPr lang="en-us" sz="1600" cap="none"/>
            </a:lvl6pPr>
            <a:lvl7pPr marL="2743200" indent="0" algn="ctr">
              <a:buNone/>
              <a:defRPr lang="en-us" sz="1600" cap="none"/>
            </a:lvl7pPr>
            <a:lvl8pPr marL="3200400" indent="0" algn="ctr">
              <a:buNone/>
              <a:defRPr lang="en-us" sz="1600" cap="none"/>
            </a:lvl8pPr>
            <a:lvl9pPr marL="3657600" indent="0" algn="ctr">
              <a:buNone/>
              <a:defRPr lang="en-us" sz="1600" cap="none"/>
            </a:lvl9pPr>
          </a:lstStyle>
          <a:p>
            <a:pPr>
              <a:defRPr lang="en-us"/>
            </a:pPr>
            <a:r>
              <a:t>Click to edit Master subtitle style</a:t>
            </a:r>
            <a:endParaRPr lang="en-in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R5cG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3132646-08DE-46D0-90AB-FE8568E566AB}" type="datetime1">
              <a:rPr lang="en-in" cap="none"/>
              <a:t>22-10-2024</a:t>
            </a:fld>
            <a:endParaRPr lang="en-in" cap="none"/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0iL3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 lang="en-in" cap="none"/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lvbm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71D93EEB-A59C-8CC8-D261-539D702F2406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  <a:endParaRPr lang="en-in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sLAADYRQAAACY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>
              <a:defRPr lang="en-us"/>
            </a:pPr>
            <a:r>
              <a:t>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  <a:endParaRPr lang="en-in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2102F8BF-F1CC-570E-82BA-075BB6F47452}" type="datetime1">
              <a:rPr lang="en-in" cap="none"/>
              <a:t/>
            </a:fld>
            <a:endParaRPr lang="en-in" cap="none"/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 lang="en-in" cap="none"/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20CEB21-6FCF-591D-81B4-9948A5FA77CC}" type="slidenum">
              <a:rPr lang="en-in" cap="none"/>
              <a:t/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54bW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gUAAIUKAADORQAAERwAABAAAAAmAAAACAAAAIGAAAAAAAAA"/>
              </a:ext>
            </a:extLst>
          </p:cNvSpPr>
          <p:nvPr>
            <p:ph type="title"/>
          </p:nvPr>
        </p:nvSpPr>
        <p:spPr>
          <a:xfrm>
            <a:off x="831850" y="1710055"/>
            <a:ext cx="10515600" cy="285242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>
              <a:defRPr lang="en-us" sz="6000" cap="none"/>
            </a:lvl1pPr>
            <a:lvl2pPr>
              <a:defRPr lang="en-us" cap="none"/>
            </a:lvl2pPr>
            <a:lvl3pPr>
              <a:defRPr lang="en-us" cap="none"/>
            </a:lvl3pPr>
            <a:lvl4pPr>
              <a:defRPr lang="en-us" cap="none"/>
            </a:lvl4pPr>
            <a:lvl5pPr>
              <a:defRPr lang="en-us" cap="none"/>
            </a:lvl5pPr>
            <a:lvl6pPr>
              <a:defRPr lang="en-us" cap="none"/>
            </a:lvl6pPr>
            <a:lvl7pPr>
              <a:defRPr lang="en-us" cap="none"/>
            </a:lvl7pPr>
            <a:lvl8pPr>
              <a:defRPr lang="en-us" cap="none"/>
            </a:lvl8pPr>
            <a:lvl9pPr>
              <a:defRPr lang="en-us" cap="none"/>
            </a:lvl9pPr>
          </a:lstStyle>
          <a:p>
            <a:pPr>
              <a:defRPr lang="en-us"/>
            </a:pPr>
            <a:r>
              <a:t>Click to edit Master title style</a:t>
            </a:r>
            <a:endParaRPr lang="en-in" cap="none"/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1sIi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gUAADwcAADORQAAdiUAABAAAAAmAAAACAAAAAGAAAAAAAAA"/>
              </a:ext>
            </a:extLst>
          </p:cNvSpPr>
          <p:nvPr>
            <p:ph idx="1"/>
          </p:nvPr>
        </p:nvSpPr>
        <p:spPr>
          <a:xfrm>
            <a:off x="831850" y="4589780"/>
            <a:ext cx="10515600" cy="1499870"/>
          </a:xfrm>
        </p:spPr>
        <p:txBody>
          <a:bodyPr/>
          <a:lstStyle>
            <a:lvl1pPr marL="0" indent="0">
              <a:buNone/>
              <a:defRPr lang="en-us" sz="2400" cap="none">
                <a:solidFill>
                  <a:srgbClr val="8C8C8C"/>
                </a:solidFill>
              </a:defRPr>
            </a:lvl1pPr>
            <a:lvl2pPr marL="457200" indent="0">
              <a:buNone/>
              <a:defRPr lang="en-us" sz="2000" cap="none">
                <a:solidFill>
                  <a:srgbClr val="8C8C8C"/>
                </a:solidFill>
              </a:defRPr>
            </a:lvl2pPr>
            <a:lvl3pPr marL="914400" indent="0">
              <a:buNone/>
              <a:defRPr lang="en-us" sz="1800" cap="none">
                <a:solidFill>
                  <a:srgbClr val="8C8C8C"/>
                </a:solidFill>
              </a:defRPr>
            </a:lvl3pPr>
            <a:lvl4pPr marL="1371600" indent="0">
              <a:buNone/>
              <a:defRPr lang="en-us" sz="1600" cap="none">
                <a:solidFill>
                  <a:srgbClr val="8C8C8C"/>
                </a:solidFill>
              </a:defRPr>
            </a:lvl4pPr>
            <a:lvl5pPr marL="1828800" indent="0">
              <a:buNone/>
              <a:defRPr lang="en-us" sz="1600" cap="none">
                <a:solidFill>
                  <a:srgbClr val="8C8C8C"/>
                </a:solidFill>
              </a:defRPr>
            </a:lvl5pPr>
            <a:lvl6pPr marL="2286000" indent="0">
              <a:buNone/>
              <a:defRPr lang="en-us" sz="1600" cap="none">
                <a:solidFill>
                  <a:srgbClr val="8C8C8C"/>
                </a:solidFill>
              </a:defRPr>
            </a:lvl6pPr>
            <a:lvl7pPr marL="2743200" indent="0">
              <a:buNone/>
              <a:defRPr lang="en-us" sz="1600" cap="none">
                <a:solidFill>
                  <a:srgbClr val="8C8C8C"/>
                </a:solidFill>
              </a:defRPr>
            </a:lvl7pPr>
            <a:lvl8pPr marL="3200400" indent="0">
              <a:buNone/>
              <a:defRPr lang="en-us" sz="1600" cap="none">
                <a:solidFill>
                  <a:srgbClr val="8C8C8C"/>
                </a:solidFill>
              </a:defRPr>
            </a:lvl8pPr>
            <a:lvl9pPr marL="3657600" indent="0">
              <a:buNone/>
              <a:defRPr lang="en-us" sz="1600" cap="none">
                <a:solidFill>
                  <a:srgbClr val="8C8C8C"/>
                </a:solidFill>
              </a:defRPr>
            </a:lvl9pPr>
          </a:lstStyle>
          <a:p>
            <a:pPr>
              <a:defRPr lang="en-us"/>
            </a:pPr>
            <a:r>
              <a:t>Edit Master text styles</a:t>
            </a:r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JpZG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6C983CC-82DB-9C75-9571-7420CD3F6321}" type="datetime1">
              <a:rPr lang="en-in" cap="none"/>
              <a:t>22-10-2024</a:t>
            </a:fld>
            <a:endParaRPr lang="en-in" cap="none"/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1vZm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 lang="en-in" cap="none"/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53C96528-66BE-9C93-F071-90C62B3F06C5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  <a:endParaRPr lang="en-in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sLAAAIJQAAACYAABAAAAAmAAAACAAAAAEAAAAAAAAA"/>
              </a:ext>
            </a:extLst>
          </p:cNvSpPr>
          <p:nvPr>
            <p:ph idx="1"/>
          </p:nvPr>
        </p:nvSpPr>
        <p:spPr>
          <a:xfrm>
            <a:off x="838200" y="1825625"/>
            <a:ext cx="5181600" cy="4351655"/>
          </a:xfrm>
        </p:spPr>
        <p:txBody>
          <a:bodyPr/>
          <a:lstStyle/>
          <a:p>
            <a:pPr>
              <a:defRPr lang="en-us"/>
            </a:pPr>
            <a:r>
              <a:t>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  <a:endParaRPr lang="en-in" cap="none"/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CUAADsLAADYRQAAACYAABAAAAAmAAAACAAAAAEAAAAAAAAA"/>
              </a:ext>
            </a:extLst>
          </p:cNvSpPr>
          <p:nvPr>
            <p:ph idx="2"/>
          </p:nvPr>
        </p:nvSpPr>
        <p:spPr>
          <a:xfrm>
            <a:off x="6172200" y="1825625"/>
            <a:ext cx="5181600" cy="4351655"/>
          </a:xfrm>
        </p:spPr>
        <p:txBody>
          <a:bodyPr/>
          <a:lstStyle/>
          <a:p>
            <a:pPr>
              <a:defRPr lang="en-us"/>
            </a:pPr>
            <a:r>
              <a:t>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  <a:endParaRPr lang="en-in" cap="none"/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1370F0F2-BCFE-2506-B0C8-4A53BE86461F}" type="datetime1">
              <a:rPr lang="en-in" cap="none"/>
              <a:t>22-10-2024</a:t>
            </a:fld>
            <a:endParaRPr lang="en-in" cap="none"/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 lang="en-in" cap="none"/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2702DE0-AEDF-25DB-91C8-588E6386670D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H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D8CAADbRQAAZwoAABAAAAAmAAAACAAAAAEAAAAAAAAA"/>
              </a:ext>
            </a:extLst>
          </p:cNvSpPr>
          <p:nvPr>
            <p:ph type="title"/>
          </p:nvPr>
        </p:nvSpPr>
        <p:spPr>
          <a:xfrm>
            <a:off x="840105" y="365125"/>
            <a:ext cx="10515600" cy="1325880"/>
          </a:xfrm>
        </p:spPr>
        <p:txBody>
          <a:bodyPr/>
          <a:lstStyle/>
          <a:p>
            <a:pPr>
              <a:defRPr lang="en-us"/>
            </a:pPr>
            <a:r>
              <a:t>Click to edit Master title style</a:t>
            </a:r>
            <a:endParaRPr lang="en-in" cap="none"/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FgKAADlJAAAaQ8AABAAAAAmAAAACAAAAIGAAAAAAAAA"/>
              </a:ext>
            </a:extLst>
          </p:cNvSpPr>
          <p:nvPr>
            <p:ph idx="1"/>
          </p:nvPr>
        </p:nvSpPr>
        <p:spPr>
          <a:xfrm>
            <a:off x="840105" y="1681480"/>
            <a:ext cx="5157470" cy="82359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400" b="1" cap="none"/>
            </a:lvl1pPr>
            <a:lvl2pPr marL="457200" indent="0">
              <a:buNone/>
              <a:defRPr lang="en-us" sz="2000" b="1" cap="none"/>
            </a:lvl2pPr>
            <a:lvl3pPr marL="914400" indent="0">
              <a:buNone/>
              <a:defRPr lang="en-us" sz="1800" b="1" cap="none"/>
            </a:lvl3pPr>
            <a:lvl4pPr marL="1371600" indent="0">
              <a:buNone/>
              <a:defRPr lang="en-us" sz="1600" b="1" cap="none"/>
            </a:lvl4pPr>
            <a:lvl5pPr marL="1828800" indent="0">
              <a:buNone/>
              <a:defRPr lang="en-us" sz="1600" b="1" cap="none"/>
            </a:lvl5pPr>
            <a:lvl6pPr marL="2286000" indent="0">
              <a:buNone/>
              <a:defRPr lang="en-us" sz="1600" b="1" cap="none"/>
            </a:lvl6pPr>
            <a:lvl7pPr marL="2743200" indent="0">
              <a:buNone/>
              <a:defRPr lang="en-us" sz="1600" b="1" cap="none"/>
            </a:lvl7pPr>
            <a:lvl8pPr marL="3200400" indent="0">
              <a:buNone/>
              <a:defRPr lang="en-us" sz="1600" b="1" cap="none"/>
            </a:lvl8pPr>
            <a:lvl9pPr marL="3657600" indent="0">
              <a:buNone/>
              <a:defRPr lang="en-us" sz="1600" b="1" cap="none"/>
            </a:lvl9pPr>
          </a:lstStyle>
          <a:p>
            <a:pPr>
              <a:defRPr lang="en-us"/>
            </a:pPr>
            <a:r>
              <a:t>Edit Master text styles</a:t>
            </a:r>
          </a:p>
        </p:txBody>
      </p:sp>
      <p:sp>
        <p:nvSpPr>
          <p:cNvPr id="4" name="Content Placeholder 3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GkPAADlJAAAFCYAABAAAAAmAAAACAAAAAEAAAAAAAAA"/>
              </a:ext>
            </a:extLst>
          </p:cNvSpPr>
          <p:nvPr>
            <p:ph idx="2"/>
          </p:nvPr>
        </p:nvSpPr>
        <p:spPr>
          <a:xfrm>
            <a:off x="840105" y="2505075"/>
            <a:ext cx="5157470" cy="3684905"/>
          </a:xfrm>
        </p:spPr>
        <p:txBody>
          <a:bodyPr/>
          <a:lstStyle/>
          <a:p>
            <a:pPr>
              <a:defRPr lang="en-us"/>
            </a:pPr>
            <a:r>
              <a:t>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  <a:endParaRPr lang="en-in" cap="none"/>
          </a:p>
        </p:txBody>
      </p:sp>
      <p:sp>
        <p:nvSpPr>
          <p:cNvPr id="5" name="Text Placeholder 4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CUAAFgKAADbRQAAaQ8AABAAAAAmAAAACAAAAIGAAAAAAAAA"/>
              </a:ext>
            </a:extLst>
          </p:cNvSpPr>
          <p:nvPr>
            <p:ph idx="3"/>
          </p:nvPr>
        </p:nvSpPr>
        <p:spPr>
          <a:xfrm>
            <a:off x="6172200" y="1681480"/>
            <a:ext cx="5183505" cy="82359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en-us" sz="2400" b="1" cap="none"/>
            </a:lvl1pPr>
            <a:lvl2pPr marL="457200" indent="0">
              <a:buNone/>
              <a:defRPr lang="en-us" sz="2000" b="1" cap="none"/>
            </a:lvl2pPr>
            <a:lvl3pPr marL="914400" indent="0">
              <a:buNone/>
              <a:defRPr lang="en-us" sz="1800" b="1" cap="none"/>
            </a:lvl3pPr>
            <a:lvl4pPr marL="1371600" indent="0">
              <a:buNone/>
              <a:defRPr lang="en-us" sz="1600" b="1" cap="none"/>
            </a:lvl4pPr>
            <a:lvl5pPr marL="1828800" indent="0">
              <a:buNone/>
              <a:defRPr lang="en-us" sz="1600" b="1" cap="none"/>
            </a:lvl5pPr>
            <a:lvl6pPr marL="2286000" indent="0">
              <a:buNone/>
              <a:defRPr lang="en-us" sz="1600" b="1" cap="none"/>
            </a:lvl6pPr>
            <a:lvl7pPr marL="2743200" indent="0">
              <a:buNone/>
              <a:defRPr lang="en-us" sz="1600" b="1" cap="none"/>
            </a:lvl7pPr>
            <a:lvl8pPr marL="3200400" indent="0">
              <a:buNone/>
              <a:defRPr lang="en-us" sz="1600" b="1" cap="none"/>
            </a:lvl8pPr>
            <a:lvl9pPr marL="3657600" indent="0">
              <a:buNone/>
              <a:defRPr lang="en-us" sz="1600" b="1" cap="none"/>
            </a:lvl9pPr>
          </a:lstStyle>
          <a:p>
            <a:pPr>
              <a:defRPr lang="en-us"/>
            </a:pPr>
            <a:r>
              <a:t>Edit Master text styles</a:t>
            </a:r>
          </a:p>
        </p:txBody>
      </p:sp>
      <p:sp>
        <p:nvSpPr>
          <p:cNvPr id="6" name="Content Placeholder 5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CUAAGkPAADbRQAAFCYAABAAAAAmAAAACAAAAAEAAAAAAAAA"/>
              </a:ext>
            </a:extLst>
          </p:cNvSpPr>
          <p:nvPr>
            <p:ph idx="4"/>
          </p:nvPr>
        </p:nvSpPr>
        <p:spPr>
          <a:xfrm>
            <a:off x="6172200" y="2505075"/>
            <a:ext cx="5183505" cy="3684905"/>
          </a:xfrm>
        </p:spPr>
        <p:txBody>
          <a:bodyPr/>
          <a:lstStyle/>
          <a:p>
            <a:pPr>
              <a:defRPr lang="en-us"/>
            </a:pPr>
            <a:r>
              <a:t>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  <a:endParaRPr lang="en-in" cap="none"/>
          </a:p>
        </p:txBody>
      </p:sp>
      <p:sp>
        <p:nvSpPr>
          <p:cNvPr id="7" name="Date Placeholder 6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58ABA580-CEB5-FE53-FB13-3806EB5D0D6D}" type="datetime1">
              <a:rPr lang="en-in" cap="none"/>
              <a:t>22-10-2024</a:t>
            </a:fld>
            <a:endParaRPr lang="en-in" cap="none"/>
          </a:p>
        </p:txBody>
      </p:sp>
      <p:sp>
        <p:nvSpPr>
          <p:cNvPr id="8" name="Footer Placeholder 7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 lang="en-in" cap="none"/>
          </a:p>
        </p:txBody>
      </p:sp>
      <p:sp>
        <p:nvSpPr>
          <p:cNvPr id="9" name="Slide Number Placeholder 8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23F859D4-9ACE-ADAF-8040-6CFA170E7639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  <a:endParaRPr lang="en-in" cap="none"/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1B9CD094-DAF6-C926-B824-2C739E6A4E79}" type="datetime1">
              <a:rPr lang="en-in" cap="none"/>
              <a:t>22-10-2024</a:t>
            </a:fld>
            <a:endParaRPr lang="en-in" cap="none"/>
          </a:p>
        </p:txBody>
      </p:sp>
      <p:sp>
        <p:nvSpPr>
          <p:cNvPr id="4" name="Footer Placeholder 3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 lang="en-in" cap="none"/>
          </a:p>
        </p:txBody>
      </p:sp>
      <p:sp>
        <p:nvSpPr>
          <p:cNvPr id="5" name="Slide Number Placeholder 4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30C5DFE1-AFDD-9029-937D-597C9133650C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64BCFDC4-8A89-E90B-C704-7C5EB34A3129}" type="datetime1">
              <a:rPr lang="en-in" cap="none"/>
              <a:t>22-10-2024</a:t>
            </a:fld>
            <a:endParaRPr lang="en-in" cap="none"/>
          </a:p>
        </p:txBody>
      </p:sp>
      <p:sp>
        <p:nvSpPr>
          <p:cNvPr id="3" name="Footer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 lang="en-in" cap="none"/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0DB29119-57E0-E767-AE0A-A132DF4458F4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AL44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NACAABbHQAAqAwAABAAAAAmAAAACAAAAIGAAAAAAAAA"/>
              </a:ext>
            </a:extLst>
          </p:cNvSpPr>
          <p:nvPr>
            <p:ph type="title"/>
          </p:nvPr>
        </p:nvSpPr>
        <p:spPr>
          <a:xfrm>
            <a:off x="840105" y="457200"/>
            <a:ext cx="3931920" cy="16002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>
              <a:defRPr lang="en-us" sz="3200" cap="none"/>
            </a:lvl1pPr>
            <a:lvl2pPr>
              <a:defRPr lang="en-us" cap="none"/>
            </a:lvl2pPr>
            <a:lvl3pPr>
              <a:defRPr lang="en-us" cap="none"/>
            </a:lvl3pPr>
            <a:lvl4pPr>
              <a:defRPr lang="en-us" cap="none"/>
            </a:lvl4pPr>
            <a:lvl5pPr>
              <a:defRPr lang="en-us" cap="none"/>
            </a:lvl5pPr>
            <a:lvl6pPr>
              <a:defRPr lang="en-us" cap="none"/>
            </a:lvl6pPr>
            <a:lvl7pPr>
              <a:defRPr lang="en-us" cap="none"/>
            </a:lvl7pPr>
            <a:lvl8pPr>
              <a:defRPr lang="en-us" cap="none"/>
            </a:lvl8pPr>
            <a:lvl9pPr>
              <a:defRPr lang="en-us" cap="none"/>
            </a:lvl9pPr>
          </a:lstStyle>
          <a:p>
            <a:pPr>
              <a:defRPr lang="en-us"/>
            </a:pPr>
            <a:r>
              <a:t>Click to edit Master title style</a:t>
            </a:r>
            <a:endParaRPr lang="en-in" cap="none"/>
          </a:p>
        </p:txBody>
      </p:sp>
      <p:sp>
        <p:nvSpPr>
          <p:cNvPr id="3" name="Conten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x8AABMGAADbRQAADiQAABAAAAAmAAAACAAAAAGAAAAAAAAA"/>
              </a:ext>
            </a:extLst>
          </p:cNvSpPr>
          <p:nvPr>
            <p:ph idx="1"/>
          </p:nvPr>
        </p:nvSpPr>
        <p:spPr>
          <a:xfrm>
            <a:off x="5183505" y="987425"/>
            <a:ext cx="6172200" cy="4873625"/>
          </a:xfrm>
        </p:spPr>
        <p:txBody>
          <a:bodyPr/>
          <a:lstStyle>
            <a:lvl1pPr>
              <a:defRPr lang="en-us" sz="3200" cap="none"/>
            </a:lvl1pPr>
            <a:lvl2pPr>
              <a:defRPr lang="en-us" sz="2800" cap="none"/>
            </a:lvl2pPr>
            <a:lvl3pPr>
              <a:defRPr lang="en-us" sz="2400" cap="none"/>
            </a:lvl3pPr>
            <a:lvl4pPr>
              <a:defRPr lang="en-us" sz="2000" cap="none"/>
            </a:lvl4pPr>
            <a:lvl5pPr>
              <a:defRPr lang="en-us" sz="2000" cap="none"/>
            </a:lvl5pPr>
            <a:lvl6pPr>
              <a:defRPr lang="en-us" sz="2000" cap="none"/>
            </a:lvl6pPr>
            <a:lvl7pPr>
              <a:defRPr lang="en-us" sz="2000" cap="none"/>
            </a:lvl7pPr>
            <a:lvl8pPr>
              <a:defRPr lang="en-us" sz="2000" cap="none"/>
            </a:lvl8pPr>
            <a:lvl9pPr>
              <a:defRPr lang="en-us" sz="2000" cap="none"/>
            </a:lvl9pPr>
          </a:lstStyle>
          <a:p>
            <a:pPr>
              <a:defRPr lang="en-us"/>
            </a:pPr>
            <a:r>
              <a:t>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  <a:endParaRPr lang="en-in" cap="none"/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KgMAABbHQAAGyQAABAAAAAmAAAACAAAAAGAAAAAAAAA"/>
              </a:ext>
            </a:extLst>
          </p:cNvSpPr>
          <p:nvPr>
            <p:ph idx="2"/>
          </p:nvPr>
        </p:nvSpPr>
        <p:spPr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lang="en-us" sz="1600" cap="none"/>
            </a:lvl1pPr>
            <a:lvl2pPr marL="457200" indent="0">
              <a:buNone/>
              <a:defRPr lang="en-us" sz="1400" cap="none"/>
            </a:lvl2pPr>
            <a:lvl3pPr marL="914400" indent="0">
              <a:buNone/>
              <a:defRPr lang="en-us" sz="1200" cap="none"/>
            </a:lvl3pPr>
            <a:lvl4pPr marL="1371600" indent="0">
              <a:buNone/>
              <a:defRPr lang="en-us" sz="1000" cap="none"/>
            </a:lvl4pPr>
            <a:lvl5pPr marL="1828800" indent="0">
              <a:buNone/>
              <a:defRPr lang="en-us" sz="1000" cap="none"/>
            </a:lvl5pPr>
            <a:lvl6pPr marL="2286000" indent="0">
              <a:buNone/>
              <a:defRPr lang="en-us" sz="1000" cap="none"/>
            </a:lvl6pPr>
            <a:lvl7pPr marL="2743200" indent="0">
              <a:buNone/>
              <a:defRPr lang="en-us" sz="1000" cap="none"/>
            </a:lvl7pPr>
            <a:lvl8pPr marL="3200400" indent="0">
              <a:buNone/>
              <a:defRPr lang="en-us" sz="1000" cap="none"/>
            </a:lvl8pPr>
            <a:lvl9pPr marL="3657600" indent="0">
              <a:buNone/>
              <a:defRPr lang="en-us" sz="1000" cap="none"/>
            </a:lvl9pPr>
          </a:lstStyle>
          <a:p>
            <a:pPr>
              <a:defRPr lang="en-us"/>
            </a:pPr>
            <a:r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648F6709-4789-DA91-C737-B1C4297931E4}" type="datetime1">
              <a:rPr lang="en-in" cap="none"/>
              <a:t>22-10-2024</a:t>
            </a:fld>
            <a:endParaRPr lang="en-in" cap="none"/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 lang="en-in" cap="none"/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D/A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0BCEC598-D6E6-9B33-A876-20668B385E75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NACAABbHQAAqAwAABAAAAAmAAAACAAAAIGAAAAAAAAA"/>
              </a:ext>
            </a:extLst>
          </p:cNvSpPr>
          <p:nvPr>
            <p:ph type="title"/>
          </p:nvPr>
        </p:nvSpPr>
        <p:spPr>
          <a:xfrm>
            <a:off x="840105" y="457200"/>
            <a:ext cx="3931920" cy="16002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>
              <a:defRPr lang="en-us" sz="3200" cap="none"/>
            </a:lvl1pPr>
            <a:lvl2pPr>
              <a:defRPr lang="en-us" cap="none"/>
            </a:lvl2pPr>
            <a:lvl3pPr>
              <a:defRPr lang="en-us" cap="none"/>
            </a:lvl3pPr>
            <a:lvl4pPr>
              <a:defRPr lang="en-us" cap="none"/>
            </a:lvl4pPr>
            <a:lvl5pPr>
              <a:defRPr lang="en-us" cap="none"/>
            </a:lvl5pPr>
            <a:lvl6pPr>
              <a:defRPr lang="en-us" cap="none"/>
            </a:lvl6pPr>
            <a:lvl7pPr>
              <a:defRPr lang="en-us" cap="none"/>
            </a:lvl7pPr>
            <a:lvl8pPr>
              <a:defRPr lang="en-us" cap="none"/>
            </a:lvl8pPr>
            <a:lvl9pPr>
              <a:defRPr lang="en-us" cap="none"/>
            </a:lvl9pPr>
          </a:lstStyle>
          <a:p>
            <a:pPr>
              <a:defRPr lang="en-us"/>
            </a:pPr>
            <a:r>
              <a:t>Click to edit Master title style</a:t>
            </a:r>
            <a:endParaRPr lang="en-in" cap="none"/>
          </a:p>
        </p:txBody>
      </p:sp>
      <p:sp>
        <p:nvSpPr>
          <p:cNvPr id="3" name="Picture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x8AABMGAADbRQAADiQAABAAAAAmAAAACAAAAAGAAAAAAAAA"/>
              </a:ext>
            </a:extLst>
          </p:cNvSpPr>
          <p:nvPr>
            <p:ph type="pic" idx="1"/>
          </p:nvPr>
        </p:nvSpPr>
        <p:spPr>
          <a:xfrm>
            <a:off x="5183505" y="987425"/>
            <a:ext cx="6172200" cy="4873625"/>
          </a:xfrm>
        </p:spPr>
        <p:txBody>
          <a:bodyPr/>
          <a:lstStyle>
            <a:lvl1pPr marL="0" indent="0">
              <a:buNone/>
              <a:defRPr lang="en-us" sz="3200" cap="none"/>
            </a:lvl1pPr>
            <a:lvl2pPr marL="457200" indent="0">
              <a:buNone/>
              <a:defRPr lang="en-us" sz="2800" cap="none"/>
            </a:lvl2pPr>
            <a:lvl3pPr marL="914400" indent="0">
              <a:buNone/>
              <a:defRPr lang="en-us" sz="2400" cap="none"/>
            </a:lvl3pPr>
            <a:lvl4pPr marL="1371600" indent="0">
              <a:buNone/>
              <a:defRPr lang="en-us" sz="2000" cap="none"/>
            </a:lvl4pPr>
            <a:lvl5pPr marL="1828800" indent="0">
              <a:buNone/>
              <a:defRPr lang="en-us" sz="2000" cap="none"/>
            </a:lvl5pPr>
            <a:lvl6pPr marL="2286000" indent="0">
              <a:buNone/>
              <a:defRPr lang="en-us" sz="2000" cap="none"/>
            </a:lvl6pPr>
            <a:lvl7pPr marL="2743200" indent="0">
              <a:buNone/>
              <a:defRPr lang="en-us" sz="2000" cap="none"/>
            </a:lvl7pPr>
            <a:lvl8pPr marL="3200400" indent="0">
              <a:buNone/>
              <a:defRPr lang="en-us" sz="2000" cap="none"/>
            </a:lvl8pPr>
            <a:lvl9pPr marL="3657600" indent="0">
              <a:buNone/>
              <a:defRPr lang="en-us" sz="2000" cap="none"/>
            </a:lvl9pPr>
          </a:lstStyle>
          <a:p>
            <a:pPr>
              <a:defRPr lang="en-us"/>
            </a:pPr>
            <a:endParaRPr lang="en-in" cap="none"/>
          </a:p>
        </p:txBody>
      </p:sp>
      <p:sp>
        <p:nvSpPr>
          <p:cNvPr id="4" name="Text Placeholder 3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wUAAKgMAABbHQAAGyQAABAAAAAmAAAACAAAAAGAAAAAAAAA"/>
              </a:ext>
            </a:extLst>
          </p:cNvSpPr>
          <p:nvPr>
            <p:ph idx="2"/>
          </p:nvPr>
        </p:nvSpPr>
        <p:spPr>
          <a:xfrm>
            <a:off x="840105" y="2057400"/>
            <a:ext cx="3931920" cy="3811905"/>
          </a:xfrm>
        </p:spPr>
        <p:txBody>
          <a:bodyPr/>
          <a:lstStyle>
            <a:lvl1pPr marL="0" indent="0">
              <a:buNone/>
              <a:defRPr lang="en-us" sz="1600" cap="none"/>
            </a:lvl1pPr>
            <a:lvl2pPr marL="457200" indent="0">
              <a:buNone/>
              <a:defRPr lang="en-us" sz="1400" cap="none"/>
            </a:lvl2pPr>
            <a:lvl3pPr marL="914400" indent="0">
              <a:buNone/>
              <a:defRPr lang="en-us" sz="1200" cap="none"/>
            </a:lvl3pPr>
            <a:lvl4pPr marL="1371600" indent="0">
              <a:buNone/>
              <a:defRPr lang="en-us" sz="1000" cap="none"/>
            </a:lvl4pPr>
            <a:lvl5pPr marL="1828800" indent="0">
              <a:buNone/>
              <a:defRPr lang="en-us" sz="1000" cap="none"/>
            </a:lvl5pPr>
            <a:lvl6pPr marL="2286000" indent="0">
              <a:buNone/>
              <a:defRPr lang="en-us" sz="1000" cap="none"/>
            </a:lvl6pPr>
            <a:lvl7pPr marL="2743200" indent="0">
              <a:buNone/>
              <a:defRPr lang="en-us" sz="1000" cap="none"/>
            </a:lvl7pPr>
            <a:lvl8pPr marL="3200400" indent="0">
              <a:buNone/>
              <a:defRPr lang="en-us" sz="1000" cap="none"/>
            </a:lvl8pPr>
            <a:lvl9pPr marL="3657600" indent="0">
              <a:buNone/>
              <a:defRPr lang="en-us" sz="1000" cap="none"/>
            </a:lvl9pPr>
          </a:lstStyle>
          <a:p>
            <a:pPr>
              <a:defRPr lang="en-us"/>
            </a:pPr>
            <a:r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6841BDAB-E585-144B-CBF9-131EF3B73D46}" type="datetime1">
              <a:rPr lang="en-in" cap="none"/>
              <a:t>22-10-2024</a:t>
            </a:fld>
            <a:endParaRPr lang="en-in" cap="none"/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E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 lang="en-in" cap="none"/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rGy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5E7551CC-82B3-20A7-FDCD-74F21F830B21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BAYF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DYRQ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t>Click to edit Master title style</a:t>
            </a:r>
            <a:endParaRPr lang="en-in" cap="none"/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Q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sLAADYRQAAACYAABAAAAAmAAAACAAAAAIAAAAAAAAA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  <a:endParaRPr lang="en-in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121EDE1-AFDC-741B-9299-594EA3D7640C}" type="datetime1">
              <a:rPr lang="en-in" cap="none"/>
              <a:t>22-10-2024</a:t>
            </a:fld>
            <a:endParaRPr lang="en-in" cap="none"/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/pkz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 lang="en-in" cap="none"/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o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076586E0-AEEA-3070-A4DD-5825C893520D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Q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rDUAAD8CAADYRQAAACYAABAAAAAmAAAACAAAAAMAAAAAAAAA"/>
              </a:ext>
            </a:extLst>
          </p:cNvSpPr>
          <p:nvPr>
            <p:ph type="title"/>
          </p:nvPr>
        </p:nvSpPr>
        <p:spPr>
          <a:xfrm>
            <a:off x="8724900" y="365125"/>
            <a:ext cx="2628900" cy="5812155"/>
          </a:xfrm>
        </p:spPr>
        <p:txBody>
          <a:bodyPr vert="vert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  <a:endParaRPr lang="en-in" cap="none"/>
          </a:p>
        </p:txBody>
      </p:sp>
      <p:sp>
        <p:nvSpPr>
          <p:cNvPr id="3" name="Vertical 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Q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D8CAAC8NAAAACYAABAAAAAmAAAACAAAAAMAAAAAAAAA"/>
              </a:ext>
            </a:extLst>
          </p:cNvSpPr>
          <p:nvPr>
            <p:ph idx="1"/>
          </p:nvPr>
        </p:nvSpPr>
        <p:spPr>
          <a:xfrm>
            <a:off x="838200" y="365125"/>
            <a:ext cx="7734300" cy="5812155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  <a:endParaRPr lang="en-in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AUAABonAAAIFg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en-us"/>
            </a:pPr>
            <a:fld id="{3716BFB1-FFDA-4349-94AE-091CF1E0625C}" type="datetime1">
              <a:rPr lang="en-in" cap="none"/>
              <a:t>22-10-2024</a:t>
            </a:fld>
            <a:endParaRPr lang="en-in" cap="none"/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2BgAABonAAAoMg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en-us"/>
            </a:pPr>
            <a:endParaRPr lang="en-in" cap="none"/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+DQAABonAADYRQ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en-us"/>
            </a:pPr>
            <a:fld id="{6B290E6C-2286-7CF8-C891-D4AD40DF3E81}" type="slidenum">
              <a:rPr lang="en-in" cap="none"/>
              <a:t>‹#›</a:t>
            </a:fld>
            <a:endParaRPr lang="en-in" cap="none"/>
          </a:p>
        </p:txBody>
      </p:sp>
    </p:spTree>
  </p:cSld>
  <p:clrMapOvr>
    <a:masterClrMapping/>
  </p:clrMapOvr>
  <p:hf hdr="0" ftr="0"/>
</p:sldLayout>
</file>

<file path=ppt/slideLayouts/slideLayout1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9"/>
          <p:cNvSpPr>
            <a:extLst>
              <a:ext uri="smNativeData">
                <pr:smNativeData xmlns:pr="smNativeData" xmlns="smNativeData" val="SMDATA_15_WXOIaRMAAAAlAAAAZAAAAE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4BoAAJQoAAAASwAAMCoAABAgAAAmAAAACAAAAP//////////"/>
              </a:ext>
            </a:extLst>
          </p:cNvSpPr>
          <p:nvPr/>
        </p:nvSpPr>
        <p:spPr>
          <a:xfrm>
            <a:off x="4368800" y="6596380"/>
            <a:ext cx="7823200" cy="2616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/>
            </a:pPr>
            <a:r>
              <a:rPr lang="en-in" sz="1100" b="1" cap="none">
                <a:solidFill>
                  <a:srgbClr val="101141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BITS </a:t>
            </a:r>
            <a:r>
              <a:rPr lang="en-in" sz="1100" cap="none">
                <a:solidFill>
                  <a:srgbClr val="101141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Pilani, Pilani Campus</a:t>
            </a:r>
            <a:endParaRPr lang="en-in" sz="1100" cap="none">
              <a:solidFill>
                <a:srgbClr val="101141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grpSp>
        <p:nvGrpSpPr>
          <p:cNvPr id="3" name="Google Shape;46;p79"/>
          <p:cNvGrpSpPr>
            <a:extLst>
              <a:ext uri="smNativeData">
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BkRAABLKAAAAEsAAJkoAAAQAAAAJgAAAAgAAAD/////AAAAAA=="/>
              </a:ext>
            </a:extLst>
          </p:cNvGrpSpPr>
          <p:nvPr/>
        </p:nvGrpSpPr>
        <p:grpSpPr>
          <a:xfrm>
            <a:off x="2779395" y="6550025"/>
            <a:ext cx="9412605" cy="49530"/>
            <a:chOff x="2779395" y="6550025"/>
            <a:chExt cx="9412605" cy="49530"/>
          </a:xfrm>
        </p:grpSpPr>
        <p:sp>
          <p:nvSpPr>
            <p:cNvPr id="6" name="Google Shape;47;p79"/>
            <p:cNvSpPr>
              <a:extLst>
                <a:ext uri="smNativeData">
  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EAAAAAAAAAdsL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P///wEAAAAAAAAAAAAAAAAAAAAAAAAAAAAAAAAAAAAAAAAAAAAAAAJ/f38A5+bmA8zMzADAwP8Af39/AAAAAAAAAAAAAAAAAAAAAAAAAAAAIQAAABgAAAAUAAAA/CUAAEsoAAAVOQAAmSgAAAAAAAAmAAAACAAAAP//////////"/>
                </a:ext>
              </a:extLst>
            </p:cNvSpPr>
            <p:nvPr/>
          </p:nvSpPr>
          <p:spPr>
            <a:xfrm>
              <a:off x="6174740" y="6550025"/>
              <a:ext cx="3104515" cy="4953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marL="0" marR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en-us"/>
              </a:pPr>
              <a:endParaRPr lang="en-us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5" name="Google Shape;48;p79"/>
            <p:cNvSpPr>
              <a:extLst>
                <a:ext uri="smNativeData">
  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EAAAAAAAAA4xwk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xwkAP///wEAAAAAAAAAAAAAAAAAAAAAAAAAAAAAAAAAAAAAAAAAAAAAAAJ/f38A5+bmA8zMzADAwP8Af39/AAAAAAAAAAAAAAAAAAAAAAAAAAAAIQAAABgAAAAUAAAAqzgAAEsoAAAASwAAlCgAAAAAAAAmAAAACAAAAP//////////"/>
                </a:ext>
              </a:extLst>
            </p:cNvSpPr>
            <p:nvPr/>
          </p:nvSpPr>
          <p:spPr>
            <a:xfrm>
              <a:off x="9211945" y="6550025"/>
              <a:ext cx="2980055" cy="4635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marL="0" marR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en-us"/>
              </a:pPr>
              <a:endParaRPr lang="en-us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4" name="Google Shape;49;p79"/>
            <p:cNvSpPr>
              <a:extLst>
                <a:ext uri="smNativeData">
  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EAAAAAAAAA/LA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P///wEAAAAAAAAAAAAAAAAAAAAAAAAAAAAAAAAAAAAAAAAAAAAAAAJ/f38A5+bmA8zMzADAwP8Af39/AAAAAAAAAAAAAAAAAAAAAAAAAAAAIQAAABgAAAAUAAAAGREAAEsoAABFJgAAmSgAAAAAAAAmAAAACAAAAP//////////"/>
                </a:ext>
              </a:extLst>
            </p:cNvSpPr>
            <p:nvPr/>
          </p:nvSpPr>
          <p:spPr>
            <a:xfrm>
              <a:off x="2779395" y="6550025"/>
              <a:ext cx="3441700" cy="4953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marL="0" marR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en-us"/>
              </a:pPr>
              <a:endParaRPr lang="en-us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</p:grpSp>
      <p:pic>
        <p:nvPicPr>
          <p:cNvPr id="7" name="Google Shape;50;p79" descr="Picture 7.png"/>
          <p:cNvPicPr>
            <a:extLst>
              <a:ext uri="smNativeData">
                <pr:smNativeData xmlns:pr="smNativeData" xmlns="smNativeData" val="SMDATA_17_WXOIaRMAAAAlAAAAEQ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wAAAAAAAAAAAAAAAFQI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GA2AAAAAAAAX0gAAEIEAAAQAAAAJgAAAAgAAAD//////////w=="/>
              </a:ext>
            </a:extLst>
          </p:cNvPicPr>
          <p:nvPr/>
        </p:nvPicPr>
        <p:blipFill>
          <a:blip r:embed="rId2"/>
          <a:srcRect l="1920" t="0" r="0" b="5330"/>
          <a:stretch>
            <a:fillRect/>
          </a:stretch>
        </p:blipFill>
        <p:spPr>
          <a:xfrm>
            <a:off x="8839200" y="0"/>
            <a:ext cx="2925445" cy="69215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8" name="Google Shape;51;p79"/>
          <p:cNvGrpSpPr>
            <a:extLst>
              <a:ext uri="smNativeData">
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IARAABQKAAAAEsAAJkoAAAQAAAAJgAAAAgAAAD/////AAAAAA=="/>
              </a:ext>
            </a:extLst>
          </p:cNvGrpSpPr>
          <p:nvPr/>
        </p:nvGrpSpPr>
        <p:grpSpPr>
          <a:xfrm>
            <a:off x="2844800" y="6553200"/>
            <a:ext cx="9347200" cy="46355"/>
            <a:chOff x="2844800" y="6553200"/>
            <a:chExt cx="9347200" cy="46355"/>
          </a:xfrm>
        </p:grpSpPr>
        <p:sp>
          <p:nvSpPr>
            <p:cNvPr id="11" name="Google Shape;52;p79"/>
            <p:cNvSpPr>
              <a:extLst>
                <a:ext uri="smNativeData">
  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EAAAAAAAAAdsL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P///wEAAAAAAAAAAAAAAAAAAAAAAAAAAAAAAAAAAAAAAAAAAAAAAAJ/f38A5+bmA8zMzADAwP8Af39/AAAAAAAAAAAAAAAAAAAAAAAAAAAAIQAAABgAAAAUAAAA4CQAAFAoAAD6NwAAmSgAAAAAAAAmAAAACAAAAP//////////"/>
                </a:ext>
              </a:extLst>
            </p:cNvSpPr>
            <p:nvPr/>
          </p:nvSpPr>
          <p:spPr>
            <a:xfrm>
              <a:off x="5994400" y="6553200"/>
              <a:ext cx="3105150" cy="4635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marL="0" marR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en-us"/>
              </a:pPr>
              <a:endParaRPr lang="en-us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10" name="Google Shape;53;p79"/>
            <p:cNvSpPr>
              <a:extLst>
                <a:ext uri="smNativeData">
  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EAAAAAAAAA/LA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Fc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P///wEAAAAAAAAAAAAAAAAAAAAAAAAAAAAAAAAAAAAAAAAAAAAAAAJ/f38A5+bmA8zMzADAwP8Af39/AAAAAAAAAAAAAAAAAAAAAAAAAAAAIQAAABgAAAAUAAAAgBEAAFAoAADgJAAAmSgAAAAAAAAmAAAACAAAAP//////////"/>
                </a:ext>
              </a:extLst>
            </p:cNvSpPr>
            <p:nvPr/>
          </p:nvSpPr>
          <p:spPr>
            <a:xfrm>
              <a:off x="2844800" y="6553200"/>
              <a:ext cx="3149600" cy="4635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marL="0" marR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en-us"/>
              </a:pPr>
              <a:endParaRPr lang="en-us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9" name="Google Shape;54;p79"/>
            <p:cNvSpPr>
              <a:extLst>
                <a:ext uri="smNativeData">
  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EAAAAAAAAA/wA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Fc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P///wEAAAAAAAAAAAAAAAAAAAAAAAAAAAAAAAAAAAAAAAAAAAAAAAJ/f38A5+bmA8zMzADAwP8Af39/AAAAAAAAAAAAAAAAAAAAAAAAAAAAIQAAABgAAAAUAAAA5jcAAFAoAAAASwAAmSgAAAAAAAAmAAAACAAAAP//////////"/>
                </a:ext>
              </a:extLst>
            </p:cNvSpPr>
            <p:nvPr/>
          </p:nvSpPr>
          <p:spPr>
            <a:xfrm>
              <a:off x="9086850" y="6553200"/>
              <a:ext cx="3105150" cy="4635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marL="0" marR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en-us"/>
              </a:pPr>
              <a:endParaRPr lang="en-us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</p:grpSp>
      <p:grpSp>
        <p:nvGrpSpPr>
          <p:cNvPr id="12" name="Google Shape;55;p79"/>
          <p:cNvGrpSpPr>
            <a:extLst>
              <a:ext uri="smNativeData">
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AAAAAD4BwAAgDkAAEEIAAAQAAAAJgAAAAgAAAD/////AAAAAA=="/>
              </a:ext>
            </a:extLst>
          </p:cNvGrpSpPr>
          <p:nvPr/>
        </p:nvGrpSpPr>
        <p:grpSpPr>
          <a:xfrm>
            <a:off x="0" y="1295400"/>
            <a:ext cx="9347200" cy="46355"/>
            <a:chOff x="0" y="1295400"/>
            <a:chExt cx="9347200" cy="46355"/>
          </a:xfrm>
        </p:grpSpPr>
        <p:sp>
          <p:nvSpPr>
            <p:cNvPr id="15" name="Google Shape;56;p79"/>
            <p:cNvSpPr>
              <a:extLst>
                <a:ext uri="smNativeData">
  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EAAAAAAAAAdsL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P///wEAAAAAAAAAAAAAAAAAAAAAAAAAAAAAAAAAAAAAAAAAAAAAAAJ/f38A5+bmA8zMzADAwP8Af39/AAAAAAAAAAAAAAAAAAAAAAAAAAAAIQAAABgAAAAUAAAAYBMAAPgHAAB6JgAAQQgAAAAAAAAmAAAACAAAAP//////////"/>
                </a:ext>
              </a:extLst>
            </p:cNvSpPr>
            <p:nvPr/>
          </p:nvSpPr>
          <p:spPr>
            <a:xfrm>
              <a:off x="3149600" y="1295400"/>
              <a:ext cx="3105150" cy="4635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marL="0" marR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en-us"/>
              </a:pPr>
              <a:endParaRPr lang="en-us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14" name="Google Shape;57;p79"/>
            <p:cNvSpPr>
              <a:extLst>
                <a:ext uri="smNativeData">
  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EAAAAAAAAA/LA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H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P///wEAAAAAAAAAAAAAAAAAAAAAAAAAAAAAAAAAAAAAAAAAAAAAAAJ/f38A5+bmA8zMzADAwP8Af39/AAAAAAAAAAAAAAAAAAAAAAAAAAAAIQAAABgAAAAUAAAAAAAAAPgHAABgEwAAQQgAAAAAAAAmAAAACAAAAP//////////"/>
                </a:ext>
              </a:extLst>
            </p:cNvSpPr>
            <p:nvPr/>
          </p:nvSpPr>
          <p:spPr>
            <a:xfrm>
              <a:off x="0" y="1295400"/>
              <a:ext cx="3149600" cy="4635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marL="0" marR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en-us"/>
              </a:pPr>
              <a:endParaRPr lang="en-us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13" name="Google Shape;58;p79"/>
            <p:cNvSpPr>
              <a:extLst>
                <a:ext uri="smNativeData">
  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EAAAAAAAAA/wA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CFc3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P///wEAAAAAAAAAAAAAAAAAAAAAAAAAAAAAAAAAAAAAAAAAAAAAAAJ/f38A5+bmA8zMzADAwP8Af39/AAAAAAAAAAAAAAAAAAAAAAAAAAAAIQAAABgAAAAUAAAAZiYAAPgHAACAOQAAQQgAAAAAAAAmAAAACAAAAP//////////"/>
                </a:ext>
              </a:extLst>
            </p:cNvSpPr>
            <p:nvPr/>
          </p:nvSpPr>
          <p:spPr>
            <a:xfrm>
              <a:off x="6242050" y="1295400"/>
              <a:ext cx="3105150" cy="4635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91440" tIns="45720" rIns="91440" bIns="45720" numCol="1" spcCol="215900" anchor="ctr"/>
            <a:lstStyle/>
            <a:p>
              <a:pPr marL="0" marR="0"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lang="en-us"/>
              </a:pPr>
              <a:endParaRPr lang="en-us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</p:grpSp>
      <p:sp>
        <p:nvSpPr>
          <p:cNvPr id="16" name="Google Shape;59;p79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BsAI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gAIAADEJAAAARgAACCUAABAAAAAmAAAACAAAAD2wAAD/HwAA"/>
              </a:ext>
            </a:extLst>
          </p:cNvSpPr>
          <p:nvPr>
            <p:ph idx="1"/>
          </p:nvPr>
        </p:nvSpPr>
        <p:spPr>
          <a:xfrm>
            <a:off x="406400" y="1494155"/>
            <a:ext cx="10972800" cy="4525645"/>
          </a:xfr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17" name="Google Shape;60;p79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gAIAAPAAAABgNgAA+AcAABAAAAAmAAAACAAAAL2wAAD/HwAA"/>
              </a:ext>
            </a:extLst>
          </p:cNvSpPr>
          <p:nvPr>
            <p:ph idx="2"/>
          </p:nvPr>
        </p:nvSpPr>
        <p:spPr>
          <a:xfrm>
            <a:off x="406400" y="152400"/>
            <a:ext cx="8432800" cy="1143000"/>
          </a:xfr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3600" b="1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</p:spTree>
  </p:cSld>
  <p:clrMapOvr>
    <a:masterClrMapping/>
  </p:clrMapOvr>
</p:sldLayout>
</file>

<file path=ppt/slideLayouts/slideLayout1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9;p31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MAALEBAAByNQAA6wYAABAAAAAmAAAACAAAAD2wAAD/HwAA"/>
              </a:ext>
            </a:extLst>
          </p:cNvSpPr>
          <p:nvPr>
            <p:ph type="title"/>
          </p:nvPr>
        </p:nvSpPr>
        <p:spPr>
          <a:xfrm>
            <a:off x="527685" y="274955"/>
            <a:ext cx="8160385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3" name="Google Shape;80;p31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A/RwAAryUAABAAAAAmAAAACAAAAL2wAAD/HwAA"/>
              </a:ext>
            </a:extLst>
          </p:cNvSpPr>
          <p:nvPr>
            <p:ph type="subTitle" idx="1"/>
          </p:nvPr>
        </p:nvSpPr>
        <p:spPr>
          <a:xfrm>
            <a:off x="609600" y="1600200"/>
            <a:ext cx="10972165" cy="452564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</p:spTree>
  </p:cSld>
  <p:clrMapOvr>
    <a:masterClrMapping/>
  </p:clrMapOvr>
</p:sldLayout>
</file>

<file path=ppt/slideLayouts/slideLayout1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2;p81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MAALEBAAByNQAA6wYAABAAAAAmAAAACAAAAD2wAAD/HwAA"/>
              </a:ext>
            </a:extLst>
          </p:cNvSpPr>
          <p:nvPr>
            <p:ph type="title"/>
          </p:nvPr>
        </p:nvSpPr>
        <p:spPr>
          <a:xfrm>
            <a:off x="527685" y="274955"/>
            <a:ext cx="8160385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400" b="1" i="0" cap="none">
                <a:solidFill>
                  <a:srgbClr val="C00000"/>
                </a:solidFill>
                <a:latin typeface="Calibri" pitchFamily="2" charset="0"/>
                <a:ea typeface="Calibri Light" pitchFamily="0" charset="0"/>
                <a:cs typeface="Calibri Light" pitchFamily="0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3" name="Google Shape;83;p81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xkAAD0nAACBMQAAWSkAABAAAAAmAAAACAAAAL2wAAD/HwAA"/>
              </a:ext>
            </a:extLst>
          </p:cNvSpPr>
          <p:nvPr>
            <p:ph type="ftr" idx="11"/>
          </p:nvPr>
        </p:nvSpPr>
        <p:spPr>
          <a:xfrm>
            <a:off x="4144645" y="6378575"/>
            <a:ext cx="3902710" cy="342900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100" b="0" i="0" u="none" strike="noStrike" cap="none">
                <a:solidFill>
                  <a:srgbClr val="0E0F4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u="none" strike="noStrike" cap="none">
                <a:solidFill>
                  <a:srgbClr val="00000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u="none" strike="noStrike" cap="none">
                <a:solidFill>
                  <a:srgbClr val="00000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u="none" strike="noStrike" cap="none">
                <a:solidFill>
                  <a:srgbClr val="00000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u="none" strike="noStrike" cap="none">
                <a:solidFill>
                  <a:srgbClr val="00000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u="none" strike="noStrike" cap="none">
                <a:solidFill>
                  <a:srgbClr val="00000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u="none" strike="noStrike" cap="none">
                <a:solidFill>
                  <a:srgbClr val="00000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u="none" strike="noStrike" cap="none">
                <a:solidFill>
                  <a:srgbClr val="00000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u="none" strike="noStrike" cap="none">
                <a:solidFill>
                  <a:srgbClr val="00000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9pPr>
          </a:lstStyle>
          <a:p>
            <a:pPr>
              <a:defRPr lang="en-us"/>
            </a:pPr>
          </a:p>
        </p:txBody>
      </p:sp>
      <p:sp>
        <p:nvSpPr>
          <p:cNvPr id="4" name="Google Shape;84;p81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D0nAAABFQAAWSkAABAAAAAmAAAACAAAAL2wAAD/HwAA"/>
              </a:ext>
            </a:extLst>
          </p:cNvSpPr>
          <p:nvPr>
            <p:ph type="dt" idx="10"/>
          </p:nvPr>
        </p:nvSpPr>
        <p:spPr>
          <a:xfrm>
            <a:off x="609600" y="6378575"/>
            <a:ext cx="2804795" cy="342900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u="none" strike="noStrike" cap="none">
                <a:solidFill>
                  <a:srgbClr val="888888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u="none" strike="noStrike" cap="none">
                <a:solidFill>
                  <a:srgbClr val="00000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u="none" strike="noStrike" cap="none">
                <a:solidFill>
                  <a:srgbClr val="00000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u="none" strike="noStrike" cap="none">
                <a:solidFill>
                  <a:srgbClr val="00000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u="none" strike="noStrike" cap="none">
                <a:solidFill>
                  <a:srgbClr val="00000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u="none" strike="noStrike" cap="none">
                <a:solidFill>
                  <a:srgbClr val="00000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u="none" strike="noStrike" cap="none">
                <a:solidFill>
                  <a:srgbClr val="00000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u="none" strike="noStrike" cap="none">
                <a:solidFill>
                  <a:srgbClr val="00000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i="0" u="none" strike="noStrike" cap="none">
                <a:solidFill>
                  <a:srgbClr val="00000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lvl9pPr>
          </a:lstStyle>
          <a:p>
            <a:pPr>
              <a:defRPr lang="en-us"/>
            </a:pPr>
          </a:p>
        </p:txBody>
      </p:sp>
      <p:sp>
        <p:nvSpPr>
          <p:cNvPr id="5" name="Google Shape;85;p81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rGy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/EUAAF8mAAD/SgAALCgAABAAAAAmAAAACAAAAL2wAAD/HwAA"/>
              </a:ext>
            </a:extLst>
          </p:cNvSpPr>
          <p:nvPr>
            <p:ph type="sldNum" idx="12"/>
          </p:nvPr>
        </p:nvSpPr>
        <p:spPr>
          <a:xfrm>
            <a:off x="11376660" y="6237605"/>
            <a:ext cx="814705" cy="29273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>
                <a:solidFill>
                  <a:srgbClr val="888888"/>
                </a:solidFill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>
                <a:solidFill>
                  <a:srgbClr val="888888"/>
                </a:solidFill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>
                <a:solidFill>
                  <a:srgbClr val="888888"/>
                </a:solidFill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>
                <a:solidFill>
                  <a:srgbClr val="888888"/>
                </a:solidFill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>
                <a:solidFill>
                  <a:srgbClr val="888888"/>
                </a:solidFill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>
                <a:solidFill>
                  <a:srgbClr val="888888"/>
                </a:solidFill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>
                <a:solidFill>
                  <a:srgbClr val="888888"/>
                </a:solidFill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>
                <a:solidFill>
                  <a:srgbClr val="888888"/>
                </a:solidFill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>
                <a:solidFill>
                  <a:srgbClr val="888888"/>
                </a:solidFill>
              </a:defRPr>
            </a:lvl9pPr>
          </a:lstStyle>
          <a:p>
            <a:pPr>
              <a:defRPr lang="en-us"/>
            </a:pPr>
            <a:fld id="{389AACF9-B7D5-CF5A-9B22-410FE26C6D14}" type="slidenum">
              <a:rPr lang="en-in" cap="none"/>
              <a:t/>
            </a:fld>
            <a:endParaRPr lang="en-in" sz="1600" b="1" cap="none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;p20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MAALEBAABxNQAA6wYAABAAAAAmAAAACAAAAD2QAAD/HwAA"/>
              </a:ext>
            </a:extLst>
          </p:cNvSpPr>
          <p:nvPr>
            <p:ph type="title"/>
          </p:nvPr>
        </p:nvSpPr>
        <p:spPr>
          <a:xfrm>
            <a:off x="527685" y="274955"/>
            <a:ext cx="815975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3" name="Google Shape;22;p20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A/RwAAryUAABAAAAAmAAAACAAAAL2QAAD/HwAA"/>
              </a:ext>
            </a:extLst>
          </p:cNvSpPr>
          <p:nvPr>
            <p:ph type="subTitle" idx="1"/>
          </p:nvPr>
        </p:nvSpPr>
        <p:spPr>
          <a:xfrm>
            <a:off x="609600" y="1600200"/>
            <a:ext cx="10972165" cy="452564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</p:spTree>
  </p:cSld>
  <p:clrMapOvr>
    <a:masterClrMapping/>
  </p:clrMapOvr>
</p:sldLayout>
</file>

<file path=ppt/slideLayouts/slideLayout1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;p21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BAYF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MAALEBAABxNQAA6wYAABAAAAAmAAAACAAAAD2QAAD/HwAA"/>
              </a:ext>
            </a:extLst>
          </p:cNvSpPr>
          <p:nvPr>
            <p:ph type="title"/>
          </p:nvPr>
        </p:nvSpPr>
        <p:spPr>
          <a:xfrm>
            <a:off x="527685" y="274955"/>
            <a:ext cx="815975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3" name="Google Shape;25;p21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A/RwAAryUAABAAAAAmAAAACAAAAD2QAAD/HwAA"/>
              </a:ext>
            </a:extLst>
          </p:cNvSpPr>
          <p:nvPr>
            <p:ph idx="1"/>
          </p:nvPr>
        </p:nvSpPr>
        <p:spPr>
          <a:xfrm>
            <a:off x="609600" y="1600200"/>
            <a:ext cx="10972165" cy="452564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</p:spTree>
  </p:cSld>
  <p:clrMapOvr>
    <a:masterClrMapping/>
  </p:clrMapOvr>
</p:sldLayout>
</file>

<file path=ppt/slideLayouts/slideLayout1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;p22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MAALEBAABxNQAA6wYAABAAAAAmAAAACAAAAD2QAAD/HwAA"/>
              </a:ext>
            </a:extLst>
          </p:cNvSpPr>
          <p:nvPr>
            <p:ph type="title"/>
          </p:nvPr>
        </p:nvSpPr>
        <p:spPr>
          <a:xfrm>
            <a:off x="527685" y="274955"/>
            <a:ext cx="815975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3" name="Google Shape;28;p22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CwJAAAryUAABAAAAAmAAAACAAAAD2QAAD/HwAA"/>
              </a:ext>
            </a:extLst>
          </p:cNvSpPr>
          <p:nvPr>
            <p:ph idx="1"/>
          </p:nvPr>
        </p:nvSpPr>
        <p:spPr>
          <a:xfrm>
            <a:off x="609600" y="1600200"/>
            <a:ext cx="5354320" cy="452564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4" name="Google Shape;29;p22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yYAANgJAABHRwAAryUAABAAAAAmAAAACAAAAD2QAAD/HwAA"/>
              </a:ext>
            </a:extLst>
          </p:cNvSpPr>
          <p:nvPr>
            <p:ph idx="2"/>
          </p:nvPr>
        </p:nvSpPr>
        <p:spPr>
          <a:xfrm>
            <a:off x="6232525" y="1600200"/>
            <a:ext cx="5354320" cy="452564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</p:spTree>
  </p:cSld>
  <p:clrMapOvr>
    <a:masterClrMapping/>
  </p:clrMapOvr>
</p:sldLayout>
</file>

<file path=ppt/slideLayouts/slideLayout1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1;p23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MAALEBAABxNQAA6wYAABAAAAAmAAAACAAAAD2QAAD/HwAA"/>
              </a:ext>
            </a:extLst>
          </p:cNvSpPr>
          <p:nvPr>
            <p:ph type="title"/>
          </p:nvPr>
        </p:nvSpPr>
        <p:spPr>
          <a:xfrm>
            <a:off x="527685" y="274955"/>
            <a:ext cx="815975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</p:spTree>
  </p:cSld>
  <p:clrMapOvr>
    <a:masterClrMapping/>
  </p:clrMapOvr>
</p:sldLayout>
</file>

<file path=ppt/slideLayouts/slideLayout2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Only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;p24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MAALEBAABxNQAA7xkAABAAAAAmAAAACAAAAL2QAAD/HwAA"/>
              </a:ext>
            </a:extLst>
          </p:cNvSpPr>
          <p:nvPr>
            <p:ph type="subTitle" idx="1"/>
          </p:nvPr>
        </p:nvSpPr>
        <p:spPr>
          <a:xfrm>
            <a:off x="527685" y="274955"/>
            <a:ext cx="8159750" cy="394081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</p:spTree>
  </p:cSld>
  <p:clrMapOvr>
    <a:masterClrMapping/>
  </p:clrMapOvr>
</p:sldLayout>
</file>

<file path=ppt/slideLayouts/slideLayout2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AndObj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5;p25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MAALEBAABxNQAA6wYAABAAAAAmAAAACAAAAD2QAAD/HwAA"/>
              </a:ext>
            </a:extLst>
          </p:cNvSpPr>
          <p:nvPr>
            <p:ph type="title"/>
          </p:nvPr>
        </p:nvSpPr>
        <p:spPr>
          <a:xfrm>
            <a:off x="527685" y="274955"/>
            <a:ext cx="815975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3" name="Google Shape;36;p25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CwJAAAHxcAABAAAAAmAAAACAAAAD2QAAD/HwAA"/>
              </a:ext>
            </a:extLst>
          </p:cNvSpPr>
          <p:nvPr>
            <p:ph idx="1"/>
          </p:nvPr>
        </p:nvSpPr>
        <p:spPr>
          <a:xfrm>
            <a:off x="609600" y="1600200"/>
            <a:ext cx="53543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4" name="Google Shape;37;p25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yYAANgJAABHRwAAryUAABAAAAAmAAAACAAAAD2QAAD/HwAA"/>
              </a:ext>
            </a:extLst>
          </p:cNvSpPr>
          <p:nvPr>
            <p:ph idx="2"/>
          </p:nvPr>
        </p:nvSpPr>
        <p:spPr>
          <a:xfrm>
            <a:off x="6232525" y="1600200"/>
            <a:ext cx="5354320" cy="452564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5" name="Google Shape;38;p25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GMYAACwJAAAqiUAABAAAAAmAAAACAAAAD2QAAD/HwAA"/>
              </a:ext>
            </a:extLst>
          </p:cNvSpPr>
          <p:nvPr>
            <p:ph idx="3"/>
          </p:nvPr>
        </p:nvSpPr>
        <p:spPr>
          <a:xfrm>
            <a:off x="609600" y="3964305"/>
            <a:ext cx="53543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</p:spTree>
  </p:cSld>
  <p:clrMapOvr>
    <a:masterClrMapping/>
  </p:clrMapOvr>
</p:sldLayout>
</file>

<file path=ppt/slideLayouts/slideLayout2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AndTwoObj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0;p26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MAALEBAABxNQAA6wYAABAAAAAmAAAACAAAAD2QAAD/HwAA"/>
              </a:ext>
            </a:extLst>
          </p:cNvSpPr>
          <p:nvPr>
            <p:ph type="title"/>
          </p:nvPr>
        </p:nvSpPr>
        <p:spPr>
          <a:xfrm>
            <a:off x="527685" y="274955"/>
            <a:ext cx="815975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3" name="Google Shape;41;p26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CwJAAAryUAABAAAAAmAAAACAAAAD2QAAD/HwAA"/>
              </a:ext>
            </a:extLst>
          </p:cNvSpPr>
          <p:nvPr>
            <p:ph idx="1"/>
          </p:nvPr>
        </p:nvSpPr>
        <p:spPr>
          <a:xfrm>
            <a:off x="609600" y="1600200"/>
            <a:ext cx="5354320" cy="452564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4" name="Google Shape;42;p26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yYAANgJAABHRwAAHxcAABAAAAAmAAAACAAAAD2QAAD/HwAA"/>
              </a:ext>
            </a:extLst>
          </p:cNvSpPr>
          <p:nvPr>
            <p:ph idx="2"/>
          </p:nvPr>
        </p:nvSpPr>
        <p:spPr>
          <a:xfrm>
            <a:off x="6232525" y="1600200"/>
            <a:ext cx="53543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5" name="Google Shape;43;p26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yYAAGMYAABHRwAAqiUAABAAAAAmAAAACAAAAD2QAAD/HwAA"/>
              </a:ext>
            </a:extLst>
          </p:cNvSpPr>
          <p:nvPr>
            <p:ph idx="3"/>
          </p:nvPr>
        </p:nvSpPr>
        <p:spPr>
          <a:xfrm>
            <a:off x="6232525" y="3964305"/>
            <a:ext cx="53543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</p:spTree>
  </p:cSld>
  <p:clrMapOvr>
    <a:masterClrMapping/>
  </p:clrMapOvr>
</p:sldLayout>
</file>

<file path=ppt/slideLayouts/slideLayout2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ObjOverTx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27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MAALEBAABxNQAA6wYAABAAAAAmAAAACAAAAD2QAAD/HwAA"/>
              </a:ext>
            </a:extLst>
          </p:cNvSpPr>
          <p:nvPr>
            <p:ph type="title"/>
          </p:nvPr>
        </p:nvSpPr>
        <p:spPr>
          <a:xfrm>
            <a:off x="527685" y="274955"/>
            <a:ext cx="815975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3" name="Google Shape;46;p27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CwJAAAHxcAABAAAAAmAAAACAAAAD2QAAD/HwAA"/>
              </a:ext>
            </a:extLst>
          </p:cNvSpPr>
          <p:nvPr>
            <p:ph idx="1"/>
          </p:nvPr>
        </p:nvSpPr>
        <p:spPr>
          <a:xfrm>
            <a:off x="609600" y="1600200"/>
            <a:ext cx="53543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4" name="Google Shape;47;p27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yYAANgJAABHRwAAHxcAABAAAAAmAAAACAAAAD2QAAD/HwAA"/>
              </a:ext>
            </a:extLst>
          </p:cNvSpPr>
          <p:nvPr>
            <p:ph idx="2"/>
          </p:nvPr>
        </p:nvSpPr>
        <p:spPr>
          <a:xfrm>
            <a:off x="6232525" y="1600200"/>
            <a:ext cx="53543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5" name="Google Shape;48;p27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GMYAAA/RwAAqiUAABAAAAAmAAAACAAAAD2QAAD/HwAA"/>
              </a:ext>
            </a:extLst>
          </p:cNvSpPr>
          <p:nvPr>
            <p:ph idx="3"/>
          </p:nvPr>
        </p:nvSpPr>
        <p:spPr>
          <a:xfrm>
            <a:off x="609600" y="3964305"/>
            <a:ext cx="10972165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</p:spTree>
  </p:cSld>
  <p:clrMapOvr>
    <a:masterClrMapping/>
  </p:clrMapOvr>
</p:sldLayout>
</file>

<file path=ppt/slideLayouts/slideLayout2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OverTx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0;p28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MAALEBAABxNQAA6wYAABAAAAAmAAAACAAAAD2QAAD/HwAA"/>
              </a:ext>
            </a:extLst>
          </p:cNvSpPr>
          <p:nvPr>
            <p:ph type="title"/>
          </p:nvPr>
        </p:nvSpPr>
        <p:spPr>
          <a:xfrm>
            <a:off x="527685" y="274955"/>
            <a:ext cx="815975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3" name="Google Shape;51;p28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A/RwAAHxcAABAAAAAmAAAACAAAAD2QAAD/HwAA"/>
              </a:ext>
            </a:extLst>
          </p:cNvSpPr>
          <p:nvPr>
            <p:ph idx="1"/>
          </p:nvPr>
        </p:nvSpPr>
        <p:spPr>
          <a:xfrm>
            <a:off x="609600" y="1600200"/>
            <a:ext cx="10972165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4" name="Google Shape;52;p28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GMYAAA/RwAAqiUAABAAAAAmAAAACAAAAD2QAAD/HwAA"/>
              </a:ext>
            </a:extLst>
          </p:cNvSpPr>
          <p:nvPr>
            <p:ph idx="2"/>
          </p:nvPr>
        </p:nvSpPr>
        <p:spPr>
          <a:xfrm>
            <a:off x="609600" y="3964305"/>
            <a:ext cx="10972165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</p:spTree>
  </p:cSld>
  <p:clrMapOvr>
    <a:masterClrMapping/>
  </p:clrMapOvr>
</p:sldLayout>
</file>

<file path=ppt/slideLayouts/slideLayout2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fourObj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29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MAALEBAABxNQAA6wYAABAAAAAmAAAACAAAAD2QAAD/HwAA"/>
              </a:ext>
            </a:extLst>
          </p:cNvSpPr>
          <p:nvPr>
            <p:ph type="title"/>
          </p:nvPr>
        </p:nvSpPr>
        <p:spPr>
          <a:xfrm>
            <a:off x="527685" y="274955"/>
            <a:ext cx="815975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3" name="Google Shape;55;p29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CwJAAAHxcAABAAAAAmAAAACAAAAD2QAAD/HwAA"/>
              </a:ext>
            </a:extLst>
          </p:cNvSpPr>
          <p:nvPr>
            <p:ph idx="1"/>
          </p:nvPr>
        </p:nvSpPr>
        <p:spPr>
          <a:xfrm>
            <a:off x="609600" y="1600200"/>
            <a:ext cx="53543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4" name="Google Shape;56;p29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yYAANgJAABHRwAAHxcAABAAAAAmAAAACAAAAD2QAAD/HwAA"/>
              </a:ext>
            </a:extLst>
          </p:cNvSpPr>
          <p:nvPr>
            <p:ph idx="2"/>
          </p:nvPr>
        </p:nvSpPr>
        <p:spPr>
          <a:xfrm>
            <a:off x="6232525" y="1600200"/>
            <a:ext cx="53543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5" name="Google Shape;57;p29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E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GMYAACwJAAAqiUAABAAAAAmAAAACAAAAD2QAAD/HwAA"/>
              </a:ext>
            </a:extLst>
          </p:cNvSpPr>
          <p:nvPr>
            <p:ph idx="3"/>
          </p:nvPr>
        </p:nvSpPr>
        <p:spPr>
          <a:xfrm>
            <a:off x="609600" y="3964305"/>
            <a:ext cx="53543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6" name="Google Shape;58;p29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yYAAGMYAABHRwAAqiUAABAAAAAmAAAACAAAAD2QAAD/HwAA"/>
              </a:ext>
            </a:extLst>
          </p:cNvSpPr>
          <p:nvPr>
            <p:ph idx="4"/>
          </p:nvPr>
        </p:nvSpPr>
        <p:spPr>
          <a:xfrm>
            <a:off x="6232525" y="3964305"/>
            <a:ext cx="535432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</p:spTree>
  </p:cSld>
  <p:clrMapOvr>
    <a:masterClrMapping/>
  </p:clrMapOvr>
</p:sldLayout>
</file>

<file path=ppt/slideLayouts/slideLayout2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30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PwMAALEBAABxNQAA6wYAABAAAAAmAAAACAAAAD2QAAD/HwAA"/>
              </a:ext>
            </a:extLst>
          </p:cNvSpPr>
          <p:nvPr>
            <p:ph type="title"/>
          </p:nvPr>
        </p:nvSpPr>
        <p:spPr>
          <a:xfrm>
            <a:off x="527685" y="274955"/>
            <a:ext cx="8159750" cy="84963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3" name="Google Shape;61;p30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NgJAAB8GQAAHxcAABAAAAAmAAAACAAAAD2QAAD/HwAA"/>
              </a:ext>
            </a:extLst>
          </p:cNvSpPr>
          <p:nvPr>
            <p:ph idx="1"/>
          </p:nvPr>
        </p:nvSpPr>
        <p:spPr>
          <a:xfrm>
            <a:off x="609600" y="1600200"/>
            <a:ext cx="35331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4" name="Google Shape;62;p30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oAANgJAABNMAAAHxcAABAAAAAmAAAACAAAAD2QAAD/HwAA"/>
              </a:ext>
            </a:extLst>
          </p:cNvSpPr>
          <p:nvPr>
            <p:ph idx="2"/>
          </p:nvPr>
        </p:nvSpPr>
        <p:spPr>
          <a:xfrm>
            <a:off x="4319905" y="1600200"/>
            <a:ext cx="353187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5" name="Google Shape;63;p30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E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TEAANgJAAAgRwAAHxcAABAAAAAmAAAACAAAAD2QAAD/HwAA"/>
              </a:ext>
            </a:extLst>
          </p:cNvSpPr>
          <p:nvPr>
            <p:ph idx="3"/>
          </p:nvPr>
        </p:nvSpPr>
        <p:spPr>
          <a:xfrm>
            <a:off x="8029575" y="1600200"/>
            <a:ext cx="3532505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6" name="Google Shape;64;p30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E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AMAAGMYAAB8GQAAqiUAABAAAAAmAAAACAAAAD2QAAD/HwAA"/>
              </a:ext>
            </a:extLst>
          </p:cNvSpPr>
          <p:nvPr>
            <p:ph idx="4"/>
          </p:nvPr>
        </p:nvSpPr>
        <p:spPr>
          <a:xfrm>
            <a:off x="609600" y="3964305"/>
            <a:ext cx="353314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7" name="Google Shape;65;p30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kxoAAGMYAABNMAAAqiUAABAAAAAmAAAACAAAAD2QAAD/HwAA"/>
              </a:ext>
            </a:extLst>
          </p:cNvSpPr>
          <p:nvPr>
            <p:ph idx="5"/>
          </p:nvPr>
        </p:nvSpPr>
        <p:spPr>
          <a:xfrm>
            <a:off x="4319905" y="3964305"/>
            <a:ext cx="3531870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  <p:sp>
        <p:nvSpPr>
          <p:cNvPr id="8" name="Google Shape;66;p30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ZTEAAGMYAAAgRwAAqiUAABAAAAAmAAAACAAAAD2QAAD/HwAA"/>
              </a:ext>
            </a:extLst>
          </p:cNvSpPr>
          <p:nvPr>
            <p:ph idx="6"/>
          </p:nvPr>
        </p:nvSpPr>
        <p:spPr>
          <a:xfrm>
            <a:off x="8029575" y="3964305"/>
            <a:ext cx="3532505" cy="2158365"/>
          </a:xfrm>
          <a:noFill/>
          <a:ln>
            <a:noFill/>
          </a:ln>
        </p:spPr>
        <p:txBody>
          <a:bodyPr vert="horz" wrap="square" lIns="0" tIns="0" rIns="0" bIns="0" numCol="1" spcCol="215900" anchor="b">
            <a:prstTxWarp prst="textNoShape">
              <a:avLst/>
            </a:prstTxWarp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1pPr>
            <a:lvl2pPr marL="914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_rels/slideMaster2.xml.rels><?xml version="1.0" encoding="UTF-8" standalone="yes" 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theme" Target="../theme/theme3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c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KAUAAD8CAADYRQAAZwoAABAAAAAmAAAACAAAAL8vAAAAAAAA"/>
              </a:ext>
            </a:extLst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Click to edit Master title style</a:t>
            </a:r>
            <a:endParaRPr lang="en-in" cap="none"/>
          </a:p>
        </p:txBody>
      </p:sp>
      <p:sp>
        <p:nvSpPr>
          <p:cNvPr id="3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VVVV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KAUAADsLAADYRQAAACYAABAAAAAmAAAACAAAAD8vAAAAAAAA"/>
              </a:ext>
            </a:extLst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en-us"/>
            </a:pPr>
            <a:r>
              <a:t>Edit Master text styles</a:t>
            </a:r>
          </a:p>
          <a:p>
            <a:pPr lvl="1">
              <a:defRPr lang="en-us"/>
            </a:pPr>
            <a:r>
              <a:t>Second level</a:t>
            </a:r>
          </a:p>
          <a:p>
            <a:pPr lvl="2">
              <a:defRPr lang="en-us"/>
            </a:pPr>
            <a:r>
              <a:t>Third level</a:t>
            </a:r>
          </a:p>
          <a:p>
            <a:pPr lvl="3">
              <a:defRPr lang="en-us"/>
            </a:pPr>
            <a:r>
              <a:t>Fourth level</a:t>
            </a:r>
          </a:p>
          <a:p>
            <a:pPr lvl="4">
              <a:defRPr lang="en-us"/>
            </a:pPr>
            <a:r>
              <a:t>Fifth level</a:t>
            </a:r>
            <a:endParaRPr lang="en-in" cap="none"/>
          </a:p>
        </p:txBody>
      </p:sp>
      <p:sp>
        <p:nvSpPr>
          <p:cNvPr id="4" name="Date Placeholder 3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QAZ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KAUAABonAAAIFgAAWSkAABAAAAAmAAAACAAAAL+PAAAAAAAA"/>
              </a:ext>
            </a:extLst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en-us" sz="1200" cap="none">
                <a:solidFill>
                  <a:srgbClr val="8C8C8C"/>
                </a:solidFill>
              </a:defRPr>
            </a:lvl1pPr>
            <a:lvl2pPr>
              <a:defRPr lang="en-us" cap="none"/>
            </a:lvl2pPr>
            <a:lvl3pPr>
              <a:defRPr lang="en-us" cap="none"/>
            </a:lvl3pPr>
            <a:lvl4pPr>
              <a:defRPr lang="en-us" cap="none"/>
            </a:lvl4pPr>
            <a:lvl5pPr>
              <a:defRPr lang="en-us" cap="none"/>
            </a:lvl5pPr>
            <a:lvl6pPr>
              <a:defRPr lang="en-us" cap="none"/>
            </a:lvl6pPr>
            <a:lvl7pPr>
              <a:defRPr lang="en-us" cap="none"/>
            </a:lvl7pPr>
            <a:lvl8pPr>
              <a:defRPr lang="en-us" cap="none"/>
            </a:lvl8pPr>
            <a:lvl9pPr>
              <a:defRPr lang="en-us" cap="none"/>
            </a:lvl9pPr>
          </a:lstStyle>
          <a:p>
            <a:pPr>
              <a:defRPr lang="en-us"/>
            </a:pPr>
            <a:fld id="{6C0D5604-4A81-58A0-CFB5-BCF518FB39E9}" type="datetime1">
              <a:rPr lang="en-in" cap="none"/>
              <a:t/>
            </a:fld>
            <a:endParaRPr lang="en-in" cap="none"/>
          </a:p>
        </p:txBody>
      </p:sp>
      <p:sp>
        <p:nvSpPr>
          <p:cNvPr id="5" name="Footer Placeholder 4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uMrD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2BgAABonAAAoMgAAWSkAABAAAAAmAAAACAAAAL+PAAAAAAAA"/>
              </a:ext>
            </a:extLst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ctr">
              <a:defRPr lang="en-us" sz="1200" cap="none">
                <a:solidFill>
                  <a:srgbClr val="8C8C8C"/>
                </a:solidFill>
              </a:defRPr>
            </a:lvl1pPr>
            <a:lvl2pPr>
              <a:defRPr lang="en-us" cap="none"/>
            </a:lvl2pPr>
            <a:lvl3pPr>
              <a:defRPr lang="en-us" cap="none"/>
            </a:lvl3pPr>
            <a:lvl4pPr>
              <a:defRPr lang="en-us" cap="none"/>
            </a:lvl4pPr>
            <a:lvl5pPr>
              <a:defRPr lang="en-us" cap="none"/>
            </a:lvl5pPr>
            <a:lvl6pPr>
              <a:defRPr lang="en-us" cap="none"/>
            </a:lvl6pPr>
            <a:lvl7pPr>
              <a:defRPr lang="en-us" cap="none"/>
            </a:lvl7pPr>
            <a:lvl8pPr>
              <a:defRPr lang="en-us" cap="none"/>
            </a:lvl8pPr>
            <a:lvl9pPr>
              <a:defRPr lang="en-us" cap="none"/>
            </a:lvl9pPr>
          </a:lstStyle>
          <a:p>
            <a:pPr>
              <a:defRPr lang="en-us"/>
            </a:pPr>
            <a:endParaRPr lang="en-in" cap="none"/>
          </a:p>
        </p:txBody>
      </p:sp>
      <p:sp>
        <p:nvSpPr>
          <p:cNvPr id="6" name="Slide Number Placeholder 5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o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+DQAABonAADYRQAAWSkAABAAAAAmAAAACAAAAL+PAAAAAAAA"/>
              </a:ext>
            </a:extLst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en-us" sz="1200" cap="none">
                <a:solidFill>
                  <a:srgbClr val="8C8C8C"/>
                </a:solidFill>
              </a:defRPr>
            </a:lvl1pPr>
            <a:lvl2pPr>
              <a:defRPr lang="en-us" cap="none"/>
            </a:lvl2pPr>
            <a:lvl3pPr>
              <a:defRPr lang="en-us" cap="none"/>
            </a:lvl3pPr>
            <a:lvl4pPr>
              <a:defRPr lang="en-us" cap="none"/>
            </a:lvl4pPr>
            <a:lvl5pPr>
              <a:defRPr lang="en-us" cap="none"/>
            </a:lvl5pPr>
            <a:lvl6pPr>
              <a:defRPr lang="en-us" cap="none"/>
            </a:lvl6pPr>
            <a:lvl7pPr>
              <a:defRPr lang="en-us" cap="none"/>
            </a:lvl7pPr>
            <a:lvl8pPr>
              <a:defRPr lang="en-us" cap="none"/>
            </a:lvl8pPr>
            <a:lvl9pPr>
              <a:defRPr lang="en-us" cap="none"/>
            </a:lvl9pPr>
          </a:lstStyle>
          <a:p>
            <a:pPr>
              <a:defRPr lang="en-us"/>
            </a:pPr>
            <a:fld id="{15A28E8A-C4F8-F778-B61A-322DC0544067}" type="slidenum">
              <a:rPr lang="en-in" cap="none"/>
              <a:t/>
            </a:fld>
            <a:endParaRPr lang="en-in" cap="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/>
  <p:txStyles>
    <p:titleStyle>
      <a:lvl1pPr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" cap="none" spc="0" baseline="0">
          <a:solidFill>
            <a:schemeClr val="tx1"/>
          </a:solidFill>
          <a:effectLst/>
          <a:latin typeface="Calibri Light" pitchFamily="0" charset="0"/>
          <a:ea typeface="Calibri Light" pitchFamily="0" charset="0"/>
          <a:cs typeface="Calibri Light" pitchFamily="0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titleStyle>
    <p:bodyStyle>
      <a:lvl1pPr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itchFamily="1" charset="0"/>
        <a:buChar char="•"/>
        <a:tabLst/>
        <a:defRPr lang="en-us"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6858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1" charset="0"/>
        <a:buChar char="•"/>
        <a:tabLst/>
        <a:defRPr lang="en-us"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11430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1" charset="0"/>
        <a:buChar char="•"/>
        <a:tabLst/>
        <a:defRPr lang="en-us"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6002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1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20574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1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5146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1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9718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1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4290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1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886200" marR="0" indent="-228600" algn="l" defTabSz="914400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itchFamily="1" charset="0"/>
        <a:buChar char="•"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9pPr>
    </p:otherStyle>
  </p:txStyles>
</p:sldMaster>
</file>

<file path=ppt/slideMasters/slideMaster2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blipFill>
          <a:blip r:embed="rId1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12"/>
          <p:cNvSpPr>
            <a:extLst>
              <a:ext uri="smNativeData">
                <pr:smNativeData xmlns:pr="smNativeData" xmlns="smNativeData" val="SMDATA_15_WXOIaRMAAAAlAAAAZAAAAA0AAAAAkAAAAJAAAACQAAAAkAAAAAAAAAABAAAAAAAAAAEAAABQAAAAAAAAAAAA4D8AAAAAAADgPwAAAAAAAOA/AAAAAAAA4D8AAAAAAADgPwAAAAAAAOA/AAAAAAAA4D8AAAAAAADgPwAAAAAAAOA/AAAAAAAA4D8CAAAAjAAAAAEAAAAAAAAAEBFB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B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EBFBAP///wEAAAAAAAAAAAAAAAAAAAAAAAAAAAAAAAAAAAAAAAAAAAAAAAJ/f38AH0l9A8zMzADAwP8Af39/AAAAAAAAAAAAAAAAAAAAAAAAAAAAIQAAABgAAAAUAAAAAAAAAKAUAAA/RwAAfyUAABAAAAAmAAAACAAAAP//////////"/>
              </a:ext>
            </a:extLst>
          </p:cNvSpPr>
          <p:nvPr/>
        </p:nvSpPr>
        <p:spPr>
          <a:xfrm>
            <a:off x="0" y="3352800"/>
            <a:ext cx="11581765" cy="2742565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/>
            </a:pPr>
            <a:endParaRPr sz="1400" cap="none" noProof="1">
              <a:solidFill>
                <a:srgbClr val="000000"/>
              </a:solidFill>
              <a:latin typeface="Arial" pitchFamily="1" charset="0"/>
              <a:ea typeface="Calibri" pitchFamily="2" charset="0"/>
              <a:cs typeface="Arial" pitchFamily="1" charset="0"/>
            </a:endParaRPr>
          </a:p>
        </p:txBody>
      </p:sp>
      <p:sp>
        <p:nvSpPr>
          <p:cNvPr id="3" name="Google Shape;11;p12"/>
          <p:cNvSpPr>
            <a:extLst>
              <a:ext uri="smNativeData">
                <pr:smNativeData xmlns:pr="smNativeData" xmlns="smNativeData" val="SMDATA_15_WXOIaRMAAAAlAAAAZAAAAA0AAAAAkAAAAJAAAACQAAAAkAAAAAAAAAABAAAAAAAAAAEAAABQAAAAAAAAAAAA4D8AAAAAAADgPwAAAAAAAOA/AAAAAAAA4D8AAAAAAADgPwAAAAAAAOA/AAAAAAAA4D8AAAAAAADgPwAAAAAAAOA/AAAAAAAA4D8CAAAAjAAAAAEAAAAAAAAAdsLl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B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lAP///wEAAAAAAAAAAAAAAAAAAAAAAAAAAAAAAAAAAAAAAAAAAAAAAAJ/f38AH0l9A8zMzADAwP8Af39/AAAAAAAAAAAAAAAAAAAAAAAAAAAAIQAAABgAAAAUAAAAwBcAAIAlAAB/LwAA9yUAABAAAAAmAAAACAAAAP//////////"/>
              </a:ext>
            </a:extLst>
          </p:cNvSpPr>
          <p:nvPr/>
        </p:nvSpPr>
        <p:spPr>
          <a:xfrm>
            <a:off x="3860800" y="6096000"/>
            <a:ext cx="3860165" cy="75565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/>
            </a:pPr>
            <a:endParaRPr sz="1400" cap="none" noProof="1">
              <a:solidFill>
                <a:srgbClr val="000000"/>
              </a:solidFill>
              <a:latin typeface="Arial" pitchFamily="1" charset="0"/>
              <a:ea typeface="Calibri" pitchFamily="2" charset="0"/>
              <a:cs typeface="Arial" pitchFamily="1" charset="0"/>
            </a:endParaRPr>
          </a:p>
        </p:txBody>
      </p:sp>
      <p:sp>
        <p:nvSpPr>
          <p:cNvPr id="4" name="Google Shape;12;p12"/>
          <p:cNvSpPr>
            <a:extLst>
              <a:ext uri="smNativeData">
                <pr:smNativeData xmlns:pr="smNativeData" xmlns="smNativeData" val="SMDATA_15_WXOIaRMAAAAlAAAAZAAAAA0AAAAAkAAAAJAAAACQAAAAkAAAAAAAAAABAAAAAAAAAAEAAABQAAAAAAAAAAAA4D8AAAAAAADgPwAAAAAAAOA/AAAAAAAA4D8AAAAAAADgPwAAAAAAAOA/AAAAAAAA4D8AAAAAAADgPwAAAAAAAOA/AAAAAAAA4D8CAAAAjAAAAAEAAAAAAAAA/LA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B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LAXAP///wEAAAAAAAAAAAAAAAAAAAAAAAAAAAAAAAAAAAAAAAAAAAAAAAJ/f38AH0l9A8zMzADAwP8Af39/AAAAAAAAAAAAAAAAAAAAAAAAAAAAIQAAABgAAAAUAAAAAAAAAIAlAAC/FwAA9yUAABAAAAAmAAAACAAAAP//////////"/>
              </a:ext>
            </a:extLst>
          </p:cNvSpPr>
          <p:nvPr/>
        </p:nvSpPr>
        <p:spPr>
          <a:xfrm>
            <a:off x="0" y="6096000"/>
            <a:ext cx="3860165" cy="75565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/>
            </a:pPr>
            <a:endParaRPr sz="1400" cap="none" noProof="1">
              <a:solidFill>
                <a:srgbClr val="000000"/>
              </a:solidFill>
              <a:latin typeface="Arial" pitchFamily="1" charset="0"/>
              <a:ea typeface="Calibri" pitchFamily="2" charset="0"/>
              <a:cs typeface="Arial" pitchFamily="1" charset="0"/>
            </a:endParaRPr>
          </a:p>
        </p:txBody>
      </p:sp>
      <p:sp>
        <p:nvSpPr>
          <p:cNvPr id="5" name="Google Shape;13;p12"/>
          <p:cNvSpPr>
            <a:extLst>
              <a:ext uri="smNativeData">
                <pr:smNativeData xmlns:pr="smNativeData" xmlns="smNativeData" val="SMDATA_15_WXOIaRMAAAAlAAAAZAAAAA0AAAAAkAAAAJAAAACQAAAAkAAAAAAAAAABAAAAAAAAAAEAAABQAAAAAAAAAAAA4D8AAAAAAADgPwAAAAAAAOA/AAAAAAAA4D8AAAAAAADgPwAAAAAAAOA/AAAAAAAA4D8AAAAAAADgPwAAAAAAAOA/AAAAAAAA4D8CAAAAjAAAAAEAAAAAAAAA/wA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B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P///wEAAAAAAAAAAAAAAAAAAAAAAAAAAAAAAAAAAAAAAAAAAAAAAAJ/f38AH0l9A8zMzADAwP8Af39/AAAAAAAAAAAAAAAAAAAAAAAAAAAAIQAAABgAAAAUAAAAgC8AAIAlAAA/RwAA9yUAABAAAAAmAAAACAAAAP//////////"/>
              </a:ext>
            </a:extLst>
          </p:cNvSpPr>
          <p:nvPr/>
        </p:nvSpPr>
        <p:spPr>
          <a:xfrm>
            <a:off x="7721600" y="6096000"/>
            <a:ext cx="3860165" cy="7556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/>
            </a:pPr>
            <a:endParaRPr sz="1400" cap="none" noProof="1">
              <a:solidFill>
                <a:srgbClr val="000000"/>
              </a:solidFill>
              <a:latin typeface="Arial" pitchFamily="1" charset="0"/>
              <a:ea typeface="Calibri" pitchFamily="2" charset="0"/>
              <a:cs typeface="Arial" pitchFamily="1" charset="0"/>
            </a:endParaRPr>
          </a:p>
        </p:txBody>
      </p:sp>
      <p:sp>
        <p:nvSpPr>
          <p:cNvPr id="6" name="Google Shape;14;p1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QAAEghAAAARgAAjyQAABAAAAAmAAAACAAAAL+fAAD//8EB"/>
              </a:ext>
            </a:extLst>
          </p:cNvSpPr>
          <p:nvPr>
            <p:ph type="body" idx="1"/>
          </p:nvPr>
        </p:nvSpPr>
        <p:spPr>
          <a:xfrm>
            <a:off x="3352800" y="5410200"/>
            <a:ext cx="8026400" cy="5327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L="914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L="1371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L="1828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L="22860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L="2743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L="32004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L="36576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L="41148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defRPr lang="en-us"/>
            </a:pPr>
          </a:p>
        </p:txBody>
      </p:sp>
      <p:sp>
        <p:nvSpPr>
          <p:cNvPr id="7" name="Google Shape;15;p1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QAAHAXAAAARgAAzyAAABAAAAAmAAAACAAAAL+fAAD//8EB"/>
              </a:ext>
            </a:extLst>
          </p:cNvSpPr>
          <p:nvPr>
            <p:ph type="title"/>
          </p:nvPr>
        </p:nvSpPr>
        <p:spPr>
          <a:xfrm>
            <a:off x="3352800" y="3810000"/>
            <a:ext cx="8026400" cy="1523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 u="none" strike="noStrike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lvl9pPr>
          </a:lstStyle>
          <a:p>
            <a:pPr>
              <a:defRPr lang="en-us"/>
            </a:pPr>
          </a:p>
        </p:txBody>
      </p:sp>
      <p:pic>
        <p:nvPicPr>
          <p:cNvPr id="8" name="Google Shape;16;p12"/>
          <p:cNvPicPr>
            <a:extLst>
              <a:ext uri="smNativeData">
                <pr:smNativeData xmlns:pr="smNativeData" xmlns="smNativeData" val="SMDATA_17_WXOI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Kws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+BvQX///8BAAAAAAAAAAAAAAAAAAAAAAAAAAAAAAAAAAAAAAAAAAAAAAACf39/AB9JfQPMzMwAwMD/AH9/fwAAAAAAAAAAAAAAAAD///8AAAAAACEAAAAYAAAAFAAAAKAAAACgFAAAgBEAAM0gAAAQAAAAJgAAAAgAAAD//////////w=="/>
              </a:ext>
            </a:extLst>
          </p:cNvPicPr>
          <p:nvPr/>
        </p:nvPicPr>
        <p:blipFill>
          <a:blip r:embed="rId2"/>
          <a:srcRect l="0" t="0" r="0" b="28590"/>
          <a:stretch>
            <a:fillRect/>
          </a:stretch>
        </p:blipFill>
        <p:spPr>
          <a:xfrm>
            <a:off x="101600" y="3352800"/>
            <a:ext cx="2743200" cy="19792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Google Shape;17;p12"/>
          <p:cNvSpPr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YP///1ggAAB/EQAAwCMAABAAAAAmAAAACAAAAP//////////"/>
              </a:ext>
            </a:extLst>
          </p:cNvSpPr>
          <p:nvPr/>
        </p:nvSpPr>
        <p:spPr>
          <a:xfrm>
            <a:off x="-101600" y="5257800"/>
            <a:ext cx="2945765" cy="5537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/>
            </a:pPr>
            <a:r>
              <a:rPr sz="2900" b="1" cap="none" noProof="1">
                <a:solidFill>
                  <a:srgbClr val="FFFFFF"/>
                </a:solidFill>
                <a:latin typeface="Arial" pitchFamily="1" charset="0"/>
                <a:ea typeface="Calibri" pitchFamily="2" charset="0"/>
                <a:cs typeface="Arial" pitchFamily="1" charset="0"/>
              </a:rPr>
              <a:t>BITS</a:t>
            </a:r>
            <a:r>
              <a:rPr sz="2900" cap="none" noProof="1">
                <a:solidFill>
                  <a:srgbClr val="FFFFFF"/>
                </a:solidFill>
                <a:latin typeface="Arial" pitchFamily="1" charset="0"/>
                <a:ea typeface="Calibri" pitchFamily="2" charset="0"/>
                <a:cs typeface="Arial" pitchFamily="1" charset="0"/>
              </a:rPr>
              <a:t> Pilani</a:t>
            </a:r>
            <a:endParaRPr sz="2900" cap="none" noProof="1">
              <a:solidFill>
                <a:srgbClr val="000000"/>
              </a:solidFill>
              <a:latin typeface="Arial" pitchFamily="1" charset="0"/>
              <a:ea typeface="Calibri" pitchFamily="2" charset="0"/>
              <a:cs typeface="Arial" pitchFamily="1" charset="0"/>
            </a:endParaRPr>
          </a:p>
        </p:txBody>
      </p:sp>
      <p:sp>
        <p:nvSpPr>
          <p:cNvPr id="10" name="Google Shape;18;p12"/>
          <p:cNvSpPr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QAEAANwiAADfEAAAjyQAABAAAAAmAAAACAAAAP//////////"/>
              </a:ext>
            </a:extLst>
          </p:cNvSpPr>
          <p:nvPr/>
        </p:nvSpPr>
        <p:spPr>
          <a:xfrm>
            <a:off x="203200" y="5666740"/>
            <a:ext cx="2539365" cy="2762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/>
            </a:pPr>
            <a:r>
              <a:rPr sz="1200" cap="none" noProof="1">
                <a:solidFill>
                  <a:srgbClr val="FFFFFF"/>
                </a:solidFill>
                <a:latin typeface="Arial" pitchFamily="1" charset="0"/>
                <a:ea typeface="Calibri" pitchFamily="2" charset="0"/>
                <a:cs typeface="Arial" pitchFamily="1" charset="0"/>
              </a:rPr>
              <a:t>Pilani Campus</a:t>
            </a:r>
            <a:endParaRPr sz="1200" cap="none" noProof="1">
              <a:solidFill>
                <a:srgbClr val="000000"/>
              </a:solidFill>
              <a:latin typeface="Arial" pitchFamily="1" charset="0"/>
              <a:ea typeface="Calibri" pitchFamily="2" charset="0"/>
              <a:cs typeface="Arial" pitchFamily="1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hf sldNum="0" hdr="0" ftr="0" dt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titleStyle>
    <p:body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1400" b="0" i="0" u="none" strike="noStrike" kern="1" cap="none" spc="0" baseline="0">
          <a:solidFill>
            <a:srgbClr val="000000"/>
          </a:solidFill>
          <a:effectLst/>
          <a:latin typeface="Arial" pitchFamily="1" charset="0"/>
          <a:ea typeface="Arial" pitchFamily="1" charset="0"/>
          <a:cs typeface="Arial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eg"/><Relationship Id="rId4" Type="http://schemas.openxmlformats.org/officeDocument/2006/relationships/hyperlink" Target="https://catalog.ldc.upenn.edu/docs/LDC95T7/cl93.html" TargetMode="External"/><Relationship Id="rId5" Type="http://schemas.openxmlformats.org/officeDocument/2006/relationships/hyperlink" Target="https://ufal.mff.cuni.cz/pdt3.5" TargetMode="External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emf"/></Relationships>
</file>

<file path=ppt/slides/_rels/slide1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eg"/></Relationships>
</file>

<file path=ppt/slides/_rels/slide1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/Relationships>
</file>

<file path=ppt/slides/_rels/slide2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5.png"/><Relationship Id="rId3" Type="http://schemas.openxmlformats.org/officeDocument/2006/relationships/image" Target="../media/image14.png"/></Relationships>
</file>

<file path=ppt/slides/_rels/slide3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4.png"/></Relationships>
</file>

<file path=ppt/slides/_rels/slide3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png"/><Relationship Id="rId3" Type="http://schemas.openxmlformats.org/officeDocument/2006/relationships/image" Target="../media/image14.png"/></Relationships>
</file>

<file path=ppt/slides/_rels/slide3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8.png"/></Relationships>
</file>

<file path=ppt/slides/_rels/slide3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9.png"/><Relationship Id="rId3" Type="http://schemas.openxmlformats.org/officeDocument/2006/relationships/image" Target="../media/image20.emf"/></Relationships>
</file>

<file path=ppt/slides/_rels/slide3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/Relationships>
</file>

<file path=ppt/slides/_rels/slide3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/Relationships>
</file>

<file path=ppt/slides/_rels/slide4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14.png"/></Relationships>
</file>

<file path=ppt/slides/_rels/slide4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4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9.png"/></Relationships>
</file>

<file path=ppt/slides/_rels/slide4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5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2.png"/><Relationship Id="rId3" Type="http://schemas.openxmlformats.org/officeDocument/2006/relationships/image" Target="../media/image14.png"/></Relationships>
</file>

<file path=ppt/slides/_rels/slide5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3.png"/></Relationships>
</file>

<file path=ppt/slides/_rels/slide5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4.png"/></Relationships>
</file>

<file path=ppt/slides/_rels/slide5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5.png"/></Relationships>
</file>

<file path=ppt/slides/_rels/slide5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6.png"/></Relationships>
</file>

<file path=ppt/slides/_rels/slide5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7.png"/></Relationships>
</file>

<file path=ppt/slides/_rels/slide5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8.png"/></Relationships>
</file>

<file path=ppt/slides/_rels/slide5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9.png"/></Relationships>
</file>

<file path=ppt/slides/_rels/slide5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0.png"/></Relationships>
</file>

<file path=ppt/slides/_rels/slide6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1.png"/></Relationships>
</file>

<file path=ppt/slides/_rels/slide6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2.png"/></Relationships>
</file>

<file path=ppt/slides/_rels/slide6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3.png"/></Relationships>
</file>

<file path=ppt/slides/_rels/slide6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4.png"/><Relationship Id="rId3" Type="http://schemas.openxmlformats.org/officeDocument/2006/relationships/image" Target="../media/image39.png"/></Relationships>
</file>

<file path=ppt/slides/_rels/slide6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5.png"/></Relationships>
</file>

<file path=ppt/slides/_rels/slide6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6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8.png"/></Relationships>
</file>

<file path=ppt/slides/_rels/slide6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9.png"/></Relationships>
</file>

<file path=ppt/slides/_rels/slide6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0.png"/></Relationships>
</file>

<file path=ppt/slides/_rels/slide6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1.png"/></Relationships>
</file>

<file path=ppt/slides/_rels/slide7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9;p1"/>
          <p:cNvSpPr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fhEAAHAVAACnPgAAqSAAABAAAAAmAAAACAAAAP//////////"/>
              </a:ext>
            </a:extLst>
          </p:cNvSpPr>
          <p:nvPr/>
        </p:nvSpPr>
        <p:spPr>
          <a:xfrm>
            <a:off x="2843530" y="3484880"/>
            <a:ext cx="7341235" cy="18243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r">
              <a:defRPr lang="en-us"/>
            </a:pPr>
            <a:r>
              <a:rPr lang="en-in" sz="3200" b="1" cap="none">
                <a:solidFill>
                  <a:srgbClr val="FFFFFF"/>
                </a:solidFill>
                <a:latin typeface="Arial" pitchFamily="1" charset="0"/>
                <a:ea typeface="Calibri" pitchFamily="2" charset="0"/>
                <a:cs typeface="Arial" pitchFamily="1" charset="0"/>
              </a:rPr>
              <a:t>Artificial Intelligence-[SESIZC444]</a:t>
            </a:r>
            <a:endParaRPr lang="en-in" sz="3200" cap="none">
              <a:solidFill>
                <a:srgbClr val="FFFFFF"/>
              </a:solidFill>
              <a:latin typeface="Arial" pitchFamily="1" charset="0"/>
              <a:ea typeface="Calibri" pitchFamily="2" charset="0"/>
              <a:cs typeface="Arial" pitchFamily="1" charset="0"/>
            </a:endParaRPr>
          </a:p>
          <a:p>
            <a:pPr algn="r">
              <a:defRPr lang="en-us"/>
            </a:pPr>
            <a:endParaRPr lang="en-us" sz="3200" b="1" cap="none">
              <a:solidFill>
                <a:srgbClr val="FFFFFF"/>
              </a:solidFill>
            </a:endParaRPr>
          </a:p>
          <a:p>
            <a:pPr algn="r">
              <a:defRPr lang="en-us"/>
            </a:pPr>
            <a:r>
              <a:rPr lang="en-us" sz="2000" b="1" cap="none">
                <a:solidFill>
                  <a:srgbClr val="FFC000"/>
                </a:solidFill>
              </a:rPr>
              <a:t>CS 4- Informed search &amp;: Knowledge representation and Inference</a:t>
            </a:r>
            <a:endParaRPr lang="en-in" sz="2000" b="1" cap="none">
              <a:solidFill>
                <a:srgbClr val="FFC000"/>
              </a:solidFill>
            </a:endParaRPr>
          </a:p>
        </p:txBody>
      </p:sp>
      <p:sp>
        <p:nvSpPr>
          <p:cNvPr id="3" name="Google Shape;200;p1"/>
          <p:cNvSpPr>
            <a:extLst>
              <a:ext uri="smNativeData">
                <pr:smNativeData xmlns:pr="smNativeData" xmlns="smNativeData" val="SMDATA_15_WXOIaRMAAAAlAAAAZAAAAA0AAAAAkAAAAEgAAACQAAAASAAAAAAAAAAC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9Bf///wEAAAAAAAAAAAAAAAAAAAAAAAAAAAAAAAAAAAAAAAAAAAAAAAJ/f38AH0l9A8zMzADAwP8Af39/AAAAAAAAAAAAAAAAAAAAAAAAAAAAIQAAABgAAAAUAAAAUxcAAEghAADfPQAAjyQAABAAAAAmAAAACAAAAP//////////"/>
              </a:ext>
            </a:extLst>
          </p:cNvSpPr>
          <p:nvPr/>
        </p:nvSpPr>
        <p:spPr>
          <a:xfrm>
            <a:off x="3791585" y="5410200"/>
            <a:ext cx="6266180" cy="5327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b"/>
          <a:lstStyle/>
          <a:p>
            <a:pPr algn="ctr">
              <a:spcBef>
                <a:spcPts val="710"/>
              </a:spcBef>
              <a:defRPr lang="en-us" cap="none">
                <a:solidFill>
                  <a:srgbClr val="FFFF00"/>
                </a:solidFill>
              </a:defRPr>
            </a:pPr>
            <a:r>
              <a:rPr lang="en-us" sz="1400" b="1" i="1" cap="none">
                <a:latin typeface="Arial" pitchFamily="1" charset="0"/>
                <a:ea typeface="Calibri" pitchFamily="2" charset="0"/>
                <a:cs typeface="Arial" pitchFamily="1" charset="0"/>
              </a:rPr>
              <a:t>By</a:t>
            </a:r>
            <a:endParaRPr lang="en-us" sz="1400" b="1" i="1" cap="none">
              <a:latin typeface="Arial" pitchFamily="1" charset="0"/>
              <a:ea typeface="Calibri" pitchFamily="2" charset="0"/>
              <a:cs typeface="Arial" pitchFamily="1" charset="0"/>
            </a:endParaRPr>
          </a:p>
          <a:p>
            <a:pPr algn="ctr">
              <a:spcBef>
                <a:spcPts val="610"/>
              </a:spcBef>
              <a:defRPr lang="en-us" sz="1400" b="1" i="1" cap="none">
                <a:solidFill>
                  <a:srgbClr val="FFFF00"/>
                </a:solidFill>
                <a:latin typeface="Arial" pitchFamily="1" charset="0"/>
                <a:ea typeface="Arial" pitchFamily="1" charset="0"/>
                <a:cs typeface="Arial" pitchFamily="1" charset="0"/>
              </a:defRPr>
            </a:pPr>
            <a:r>
              <a:t>Prof. Brahmanaidu Kakarla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2;p8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QAsAADEJAADgPQAACCUAABAAAAAmAAAACAAAAL2wAAD/HwAA"/>
              </a:ext>
            </a:extLst>
          </p:cNvSpPr>
          <p:nvPr>
            <p:ph type="body" idx="1"/>
          </p:nvPr>
        </p:nvSpPr>
        <p:spPr>
          <a:xfrm>
            <a:off x="1828800" y="1494155"/>
            <a:ext cx="8229600" cy="4525645"/>
          </a:xfr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342900" indent="-342900">
              <a:lnSpc>
                <a:spcPct val="200000"/>
              </a:lnSpc>
              <a:spcBef>
                <a:spcPts val="360"/>
              </a:spcBef>
              <a:buSzPts val="1800"/>
              <a:buAutoNum type="alphaUcPeriod"/>
              <a:defRPr lang="en-us"/>
            </a:pPr>
            <a:r>
              <a:rPr lang="en-in" sz="1800" cap="none"/>
              <a:t>Uninformed Search</a:t>
            </a:r>
            <a:endParaRPr lang="en-in" sz="1800" cap="none"/>
          </a:p>
          <a:p>
            <a:pPr marL="342900" indent="-342900">
              <a:lnSpc>
                <a:spcPct val="200000"/>
              </a:lnSpc>
              <a:spcBef>
                <a:spcPts val="360"/>
              </a:spcBef>
              <a:buSzPts val="1800"/>
              <a:buAutoNum type="alphaUcPeriod"/>
              <a:defRPr lang="en-us"/>
            </a:pPr>
            <a:r>
              <a:rPr lang="en-in" sz="1800" cap="none"/>
              <a:t>Informed Search</a:t>
            </a:r>
            <a:endParaRPr lang="en-in" sz="1800" cap="none"/>
          </a:p>
          <a:p>
            <a:pPr marL="342900" indent="-342900">
              <a:lnSpc>
                <a:spcPct val="200000"/>
              </a:lnSpc>
              <a:spcBef>
                <a:spcPts val="360"/>
              </a:spcBef>
              <a:buSzPts val="1800"/>
              <a:buAutoNum type="alphaUcPeriod"/>
              <a:defRPr lang="en-us"/>
            </a:pPr>
            <a:r>
              <a:rPr lang="en-in" sz="1800" cap="none"/>
              <a:t>Heuristic Functions			</a:t>
            </a:r>
            <a:endParaRPr lang="en-us" sz="1800" cap="none"/>
          </a:p>
          <a:p>
            <a:pPr marL="342900" indent="-342900">
              <a:lnSpc>
                <a:spcPct val="200000"/>
              </a:lnSpc>
              <a:spcBef>
                <a:spcPts val="360"/>
              </a:spcBef>
              <a:defRPr lang="en-us"/>
            </a:pPr>
            <a:r>
              <a:rPr lang="en-in" sz="1800" cap="none"/>
              <a:t>D.	Local Search Algorithms &amp; Optimization Problems</a:t>
            </a:r>
            <a:endParaRPr lang="en-in" sz="1800" cap="none"/>
          </a:p>
        </p:txBody>
      </p:sp>
      <p:sp>
        <p:nvSpPr>
          <p:cNvPr id="3" name="Google Shape;343;p8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/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QAsAAPAAAAAoMgAA+AcAABAAAAAmAAAACAAAAD0wAAD/HwAA"/>
              </a:ext>
            </a:extLst>
          </p:cNvSpPr>
          <p:nvPr>
            <p:ph type="body" idx="2"/>
          </p:nvPr>
        </p:nvSpPr>
        <p:spPr>
          <a:xfrm>
            <a:off x="1828800" y="152400"/>
            <a:ext cx="6324600" cy="1143000"/>
          </a:xfr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marL="0" indent="0">
              <a:lnSpc>
                <a:spcPct val="150000"/>
              </a:lnSpc>
              <a:defRPr lang="en-us"/>
            </a:pPr>
            <a:r>
              <a:rPr lang="en-in" sz="2400" cap="none">
                <a:solidFill>
                  <a:srgbClr val="C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Module 2 : Problem Solving Agent using Search</a:t>
            </a:r>
            <a:endParaRPr lang="en-in" sz="2400" cap="none">
              <a:solidFill>
                <a:srgbClr val="C00000"/>
              </a:solidFill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  <p:sp>
        <p:nvSpPr>
          <p:cNvPr id="4" name="Google Shape;344;p8"/>
          <p:cNvSpPr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P8AAAAo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P8AAAB/f38A5+bmA8zMzADAwP8Af39/AAAAAAAAAAAAAAAAAAAAAAAAAAAAIQAAABgAAAAUAAAAQAsAACYOAAD1IwAAGBEAABAAAAAmAAAACAAAAP//////////"/>
              </a:ext>
            </a:extLst>
          </p:cNvSpPr>
          <p:nvPr/>
        </p:nvSpPr>
        <p:spPr>
          <a:xfrm>
            <a:off x="1828800" y="2299970"/>
            <a:ext cx="4016375" cy="478790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/>
            </a:pPr>
            <a:endParaRPr lang="en-us" sz="1400" cap="none">
              <a:solidFill>
                <a:srgbClr val="FFFFFF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50;p9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MAwAANgJAADPPgAA1xoAAAAAAAAmAAAACAAAAD0wAAD/HwAA"/>
              </a:ext>
            </a:extLst>
          </p:cNvSpPr>
          <p:nvPr>
            <p:ph type="subTitle" idx="1"/>
          </p:nvPr>
        </p:nvSpPr>
        <p:spPr>
          <a:xfrm>
            <a:off x="1981200" y="1600200"/>
            <a:ext cx="8228965" cy="276288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457200" algn="l">
              <a:defRPr lang="en-us" sz="3600" cap="none">
                <a:solidFill>
                  <a:srgbClr val="101141"/>
                </a:solidFill>
              </a:defRPr>
            </a:pPr>
            <a:r>
              <a:rPr lang="en-in" cap="none"/>
              <a:t>Informed Search </a:t>
            </a:r>
            <a:endParaRPr lang="en-in" cap="none"/>
          </a:p>
          <a:p>
            <a:pPr lvl="4" marL="457200" algn="l">
              <a:buFont typeface="Wingdings" pitchFamily="2" charset="2"/>
              <a:buBlip>
                <a:blip r:embed="rId3"/>
              </a:buBlip>
              <a:defRPr lang="en-in" sz="3600" cap="none">
                <a:solidFill>
                  <a:srgbClr val="101141"/>
                </a:solidFill>
              </a:defRPr>
            </a:pPr>
            <a:r>
              <a:t> 	Greedy Best First</a:t>
            </a:r>
          </a:p>
          <a:p>
            <a:pPr lvl="2" marL="457200" algn="l">
              <a:buFont typeface="Wingdings" pitchFamily="2" charset="2"/>
              <a:buBlip>
                <a:blip r:embed="rId3"/>
              </a:buBlip>
              <a:defRPr lang="en-in" sz="3600" cap="none">
                <a:solidFill>
                  <a:srgbClr val="101141"/>
                </a:solidFill>
              </a:defRPr>
            </a:pPr>
            <a:r>
              <a:t> 	A* 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55;p1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zgMAAKwJAACFRgAAeScAAAAAAAAmAAAACAAAAL2wAAD/HwAA"/>
              </a:ext>
            </a:extLst>
          </p:cNvSpPr>
          <p:nvPr>
            <p:ph type="body" idx="1"/>
          </p:nvPr>
        </p:nvSpPr>
        <p:spPr>
          <a:xfrm>
            <a:off x="618490" y="1572260"/>
            <a:ext cx="10845165" cy="4844415"/>
          </a:xfr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342900" indent="-342900">
              <a:spcBef>
                <a:spcPts val="360"/>
              </a:spcBef>
              <a:defRPr lang="en-us"/>
            </a:pPr>
            <a:r>
              <a:rPr lang="en-in" sz="1800" cap="none"/>
              <a:t>	Strategies that know if one non-goal state is more promising than another non-goal state</a:t>
            </a:r>
            <a:endParaRPr lang="en-us" sz="1800" cap="none"/>
          </a:p>
        </p:txBody>
      </p:sp>
      <p:sp>
        <p:nvSpPr>
          <p:cNvPr id="3" name="Google Shape;356;p1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HSz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QAsAAFQBAADoMQAAUQcAABAAAAAmAAAACAAAAD0wAAD/HwAA"/>
              </a:ext>
            </a:extLst>
          </p:cNvSpPr>
          <p:nvPr>
            <p:ph type="body" idx="2"/>
          </p:nvPr>
        </p:nvSpPr>
        <p:spPr>
          <a:xfrm>
            <a:off x="1828800" y="215900"/>
            <a:ext cx="6283960" cy="973455"/>
          </a:xfr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marL="0" indent="0" algn="ctr">
              <a:lnSpc>
                <a:spcPct val="150000"/>
              </a:lnSpc>
              <a:defRPr lang="en-us" sz="3200" cap="none"/>
            </a:pPr>
            <a:r>
              <a:rPr lang="en-in" cap="none">
                <a:solidFill>
                  <a:srgbClr val="C00000"/>
                </a:solidFill>
              </a:rPr>
              <a:t>Informed /Heuristic Search </a:t>
            </a:r>
            <a:endParaRPr lang="en-us" cap="none">
              <a:solidFill>
                <a:srgbClr val="C00000"/>
              </a:solidFill>
            </a:endParaRPr>
          </a:p>
        </p:txBody>
      </p:sp>
      <p:grpSp>
        <p:nvGrpSpPr>
          <p:cNvPr id="4" name="Google Shape;357;p11"/>
          <p:cNvGrpSpPr>
            <a:extLst>
              <a:ext uri="smNativeData">
                <pr:smNativeData xmlns:pr="smNativeData" xmlns="smNativeData" val="SMDATA_6_WXOIaRMAAAAlAAAAAQAAAA8BAAAAkAAAAEgAAACQAAAASAAAAAAAAAAAAAAAAAAAABcAAAAUAAAAAAAAAAAAAAD/fwAA/38AAAAAAAAJAAAABAAAAC4EAAAfAAAAVAAAAAAAAAAAAAAAAAAAAAAAAAAAAAAAAAAAAAAAAAAAAAAAAAAAAAAAAAAAAAAAAAAAAAAAAAAAAAAAAAAAAAAAAAAAAAAAAAAAAAAAAAAAAAAAAAAAACEAAAAYAAAAFAAAAAIJAADaCwAAoTwAALAmAAAQAAAAJgAAAAgAAAD/////AAAAAA=="/>
              </a:ext>
            </a:extLst>
          </p:cNvGrpSpPr>
          <p:nvPr/>
        </p:nvGrpSpPr>
        <p:grpSpPr>
          <a:xfrm>
            <a:off x="1464310" y="1926590"/>
            <a:ext cx="8391525" cy="4362450"/>
            <a:chOff x="1464310" y="1926590"/>
            <a:chExt cx="8391525" cy="4362450"/>
          </a:xfrm>
        </p:grpSpPr>
        <p:pic>
          <p:nvPicPr>
            <p:cNvPr id="9" name="Google Shape;358;p11"/>
            <p:cNvPicPr>
              <a:extLst>
                <a:ext uri="smNativeData">
                  <pr:smNativeData xmlns:pr="smNativeData" xmlns="smNativeData" val="SMDATA_17_WXOI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JsSAADaCwAAoTwAALAmAAAAAAAAJgAAAAgAAAD//////////w=="/>
                </a:ext>
              </a:extLst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24505" y="1926590"/>
              <a:ext cx="6831330" cy="4362450"/>
            </a:xfrm>
            <a:prstGeom prst="rect">
              <a:avLst/>
            </a:prstGeom>
            <a:noFill/>
            <a:ln>
              <a:noFill/>
            </a:ln>
            <a:effectLst/>
          </p:spPr>
        </p:pic>
        <p:cxnSp>
          <p:nvCxnSpPr>
            <p:cNvPr id="8" name="Google Shape;359;p11"/>
            <p:cNvCxnSpPr>
              <a:extLst>
                <a:ext uri="smNativeData">
                  <pr:smNativeData xmlns:pr="smNativeData" xmlns="smNativeData" val="SMDATA_15_WXOIaRMAAAAlAAAADQAAAA0AAAAAkAAAAEgAAACQAAAASAAAAAAAAAAAAAAAAAAAAAEAAABQAAAAAAAAAAAA8L8AAAAAAAAAAAAAAAAAAP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Ep9ugAPAAAAAQAAACMAAAAjAAAAIwAAAB4AAAAAAAAASwAAAEsAAAAC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IbL6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Ep9ugB/f38A5+bmA8zMzADAwP8Af39/AAAAAAAAAAAAAAAAAAAAAAAAAAAAIQAAABgAAAAUAAAAuxUAAKYTAAC/LQAAxyAAAAAAAAAmAAAACAAAAP//////////"/>
                </a:ext>
              </a:extLst>
            </p:cNvCxnSpPr>
            <p:nvPr/>
          </p:nvCxnSpPr>
          <p:spPr>
            <a:xfrm>
              <a:off x="3532505" y="3194050"/>
              <a:ext cx="3903980" cy="2134235"/>
            </a:xfrm>
            <a:prstGeom prst="straightConnector1">
              <a:avLst/>
            </a:prstGeom>
            <a:noFill/>
            <a:ln w="9525" cap="flat" cmpd="sng" algn="ctr">
              <a:solidFill>
                <a:srgbClr val="4A7DBA"/>
              </a:solidFill>
              <a:prstDash val="solid"/>
              <a:headEnd type="none"/>
              <a:tailEnd type="triangle" w="med" len="med"/>
            </a:ln>
            <a:effectLst/>
          </p:spPr>
        </p:cxnSp>
        <p:sp>
          <p:nvSpPr>
            <p:cNvPr id="7" name="Google Shape;360;p11"/>
            <p:cNvSpPr>
              <a:extLst>
                <a:ext uri="smNativeData">
                  <pr:smNativeData xmlns:pr="smNativeData" xmlns="smNativeData" val="SMDATA_15_WXOI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AgkAAMITAACSEQAAORgAAAAgAAAmAAAACAAAAP//////////"/>
                </a:ext>
              </a:extLst>
            </p:cNvSpPr>
            <p:nvPr/>
          </p:nvSpPr>
          <p:spPr>
            <a:xfrm>
              <a:off x="1464310" y="3211830"/>
              <a:ext cx="1391920" cy="72580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r>
                <a:rPr lang="en-in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h(Arad) = 366</a:t>
              </a:r>
              <a:endParaRPr lang="en-us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cxnSp>
          <p:nvCxnSpPr>
            <p:cNvPr id="6" name="Google Shape;361;p11"/>
            <p:cNvCxnSpPr>
              <a:extLst>
                <a:ext uri="smNativeData">
                  <pr:smNativeData xmlns:pr="smNativeData" xmlns="smNativeData" val="SMDATA_15_WXOIaRMAAAAlAAAADQAAAA0AAAAAkAAAAEgAAACQAAAASAAAAAAAAAAAAAAAAAAAAAEAAABQAAAAAAAAAAAA8L8AAAAAAAAAAAAAAAAAAP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Ep9ugAPAAAAAQAAACMAAAAjAAAAIwAAAB4AAAAAAAAASwAAAEsAAAAC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Ep9ugB/f38A5+bmA8zMzADAwP8Af39/AAAAAAAAAAAAAAAAAAAAAAAAAAAAIQAAABgAAAAUAAAAuxUAABEaAAC/LQAAxyAAAAAAAAAmAAAACAAAAP//////////"/>
                </a:ext>
              </a:extLst>
            </p:cNvCxnSpPr>
            <p:nvPr/>
          </p:nvCxnSpPr>
          <p:spPr>
            <a:xfrm>
              <a:off x="3532505" y="4237355"/>
              <a:ext cx="3903980" cy="1090930"/>
            </a:xfrm>
            <a:prstGeom prst="straightConnector1">
              <a:avLst/>
            </a:prstGeom>
            <a:noFill/>
            <a:ln w="9525" cap="flat" cmpd="sng" algn="ctr">
              <a:solidFill>
                <a:srgbClr val="4A7DBA"/>
              </a:solidFill>
              <a:prstDash val="solid"/>
              <a:headEnd type="none"/>
              <a:tailEnd type="triangle" w="med" len="med"/>
            </a:ln>
            <a:effectLst/>
          </p:spPr>
        </p:cxnSp>
        <p:sp>
          <p:nvSpPr>
            <p:cNvPr id="5" name="Google Shape;362;p11"/>
            <p:cNvSpPr>
              <a:extLst>
                <a:ext uri="smNativeData">
                  <pr:smNativeData xmlns:pr="smNativeData" xmlns="smNativeData" val="SMDATA_15_WXOI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AgkAACUbAABSFAAAnR8AAAAgAAAmAAAACAAAAP//////////"/>
                </a:ext>
              </a:extLst>
            </p:cNvSpPr>
            <p:nvPr/>
          </p:nvSpPr>
          <p:spPr>
            <a:xfrm>
              <a:off x="1464310" y="4412615"/>
              <a:ext cx="1838960" cy="7264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numCol="1" spcCol="215900" anchor="t"/>
            <a:lstStyle/>
            <a:p>
              <a:pPr>
                <a:defRPr lang="en-us"/>
              </a:pPr>
              <a:r>
                <a:rPr lang="en-in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h(Timisoara) = 329</a:t>
              </a:r>
              <a:endParaRPr lang="en-us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7;p16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gwMAAP8IAACFRgAAZSYAAAAAAAAmAAAACAAAAL2wAAD/HwAA"/>
              </a:ext>
            </a:extLst>
          </p:cNvSpPr>
          <p:nvPr>
            <p:ph type="body" idx="1"/>
          </p:nvPr>
        </p:nvSpPr>
        <p:spPr>
          <a:xfrm>
            <a:off x="570865" y="1462405"/>
            <a:ext cx="10892790" cy="4779010"/>
          </a:xfr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342900" indent="-342900" algn="ctr">
              <a:spcBef>
                <a:spcPts val="360"/>
              </a:spcBef>
              <a:defRPr lang="en-us" cap="none">
                <a:solidFill>
                  <a:srgbClr val="101141"/>
                </a:solidFill>
              </a:defRPr>
            </a:pPr>
            <a:r>
              <a:rPr lang="en-in" cap="none"/>
              <a:t>Expands the node that is closest to the goal: Thus, f(n) = h(n)</a:t>
            </a:r>
          </a:p>
        </p:txBody>
      </p:sp>
      <p:sp>
        <p:nvSpPr>
          <p:cNvPr id="3" name="Google Shape;368;p16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NZIL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QAsAAPAAAAANMgAALAYAABAAAAAmAAAACAAAAD0wAAD/HwAA"/>
              </a:ext>
            </a:extLst>
          </p:cNvSpPr>
          <p:nvPr>
            <p:ph type="body" idx="2"/>
          </p:nvPr>
        </p:nvSpPr>
        <p:spPr>
          <a:xfrm>
            <a:off x="1828800" y="152400"/>
            <a:ext cx="6307455" cy="850900"/>
          </a:xfr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marL="0" indent="0" algn="ctr">
              <a:lnSpc>
                <a:spcPct val="150000"/>
              </a:lnSpc>
              <a:defRPr lang="en-us" sz="3200" cap="none"/>
            </a:pPr>
            <a:r>
              <a:rPr lang="en-in" cap="none">
                <a:solidFill>
                  <a:srgbClr val="C00000"/>
                </a:solidFill>
              </a:rPr>
              <a:t>Greedy Best First Search</a:t>
            </a:r>
            <a:endParaRPr lang="en-us" cap="none">
              <a:solidFill>
                <a:srgbClr val="C00000"/>
              </a:solidFill>
            </a:endParaRPr>
          </a:p>
        </p:txBody>
      </p:sp>
      <p:pic>
        <p:nvPicPr>
          <p:cNvPr id="4" name="Google Shape;369;p16"/>
          <p:cNvPicPr>
            <a:extLst>
              <a:ext uri="smNativeData">
                <pr:smNativeData xmlns:pr="smNativeData" xmlns="smNativeData" val="SMDATA_17_WXOI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OwDAAAnDAAAIUYAAAIm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37540" y="1975485"/>
            <a:ext cx="10762615" cy="420306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75;p17"/>
          <p:cNvPicPr>
            <a:extLst>
              <a:ext uri="smNativeData">
                <pr:smNativeData xmlns:pr="smNativeData" xmlns="smNativeData" val="SMDATA_17_WXOI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QABX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NwAAACPCAAA4isAAPwm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391285"/>
            <a:ext cx="6993890" cy="494601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Google Shape;376;p17"/>
          <p:cNvPicPr>
            <a:extLst>
              <a:ext uri="smNativeData">
                <pr:smNativeData xmlns:pr="smNativeData" xmlns="smNativeData" val="SMDATA_17_WXOI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C0sAAC2CQAAPkoAAD8f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7181215" y="1578610"/>
            <a:ext cx="4887595" cy="35007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SlideText1"/>
          <p:cNvSpPr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Yv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QAsAAPAAAAANMgAALAYAABAAAAAmAAAACAAAAP//////////"/>
              </a:ext>
            </a:extLst>
          </p:cNvSpPr>
          <p:nvPr/>
        </p:nvSpPr>
        <p:spPr>
          <a:xfrm>
            <a:off x="1828800" y="152400"/>
            <a:ext cx="6307455" cy="850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lnSpc>
                <a:spcPct val="150000"/>
              </a:lnSpc>
              <a:defRPr lang="en-us" sz="3200" b="1" cap="none">
                <a:latin typeface="Arial" pitchFamily="1" charset="0"/>
                <a:ea typeface="Calibri" pitchFamily="2" charset="0"/>
                <a:cs typeface="Calibri" pitchFamily="2" charset="0"/>
              </a:defRPr>
            </a:pPr>
            <a:r>
              <a:rPr lang="en-in" cap="none">
                <a:solidFill>
                  <a:srgbClr val="C00000"/>
                </a:solidFill>
              </a:rPr>
              <a:t>Greedy Best First Search</a:t>
            </a:r>
            <a:endParaRPr lang="en-us" cap="none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381;p42"/>
          <p:cNvPicPr>
            <a:picLocks noGrp="1" noChangeArrowheads="1"/>
            <a:extLst>
              <a:ext uri="smNativeData">
                <pr:smNativeData xmlns:pr="smNativeData" xmlns="smNativeData" val="SMDATA_17_WXOI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EcBAADZAgAA9iwAAMomAAAQAAAAJgAAAAgAAAABgQAA/x8AAA=="/>
              </a:ext>
            </a:extLst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207645" y="462915"/>
            <a:ext cx="7101205" cy="5842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82;p42"/>
          <p:cNvPicPr>
            <a:extLst>
              <a:ext uri="smNativeData">
                <pr:smNativeData xmlns:pr="smNativeData" xmlns="smNativeData" val="SMDATA_17_WXOI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BYrIU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CIsAADpCQAADEoAAP0h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7174230" y="1610995"/>
            <a:ext cx="4862830" cy="391414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87;p43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EAAAACAAAA////AP///wgAAAAAAAAAAKaCq3Xvkb5zbdTjMqXhQk4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EAAADF////vf///4r///8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5+bmA8zMzADAwP8Af39/AAAAAAAAAAAAAAAAAAAAAAAAAAAAIQAAABgAAAAUAAAAdQIAAGcIAAA2RwAArCcAAAAAAAAmAAAACAAAAL2wAAD/HwAA"/>
              </a:ext>
            </a:extLst>
          </p:cNvSpPr>
          <p:nvPr>
            <p:ph type="body" idx="1"/>
          </p:nvPr>
        </p:nvSpPr>
        <p:spPr>
          <a:xfrm>
            <a:off x="399415" y="1365885"/>
            <a:ext cx="11176635" cy="5083175"/>
          </a:xfrm>
          <a:blipFill rotWithShape="1">
            <a:blip r:embed="rId3"/>
            <a:srcRect/>
            <a:stretch>
              <a:fillRect l="-590" t="-670" r="-1180" b="0"/>
            </a:stretch>
          </a:blipFill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342900" indent="-342900">
              <a:defRPr lang="en-us" sz="2600" cap="none"/>
            </a:pPr>
            <a:r>
              <a:rPr lang="en-in" cap="none"/>
              <a:t> </a:t>
            </a:r>
            <a:endParaRPr lang="en-in" cap="none"/>
          </a:p>
        </p:txBody>
      </p:sp>
      <p:sp>
        <p:nvSpPr>
          <p:cNvPr id="3" name="Google Shape;388;p43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QAsAAIYBAACpMQAAWQcAAAAAAAAmAAAACAAAAD0wAAD/HwAA"/>
              </a:ext>
            </a:extLst>
          </p:cNvSpPr>
          <p:nvPr>
            <p:ph type="body" idx="2"/>
          </p:nvPr>
        </p:nvSpPr>
        <p:spPr>
          <a:xfrm>
            <a:off x="1828800" y="247650"/>
            <a:ext cx="6243955" cy="946785"/>
          </a:xfr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marL="0" indent="0" algn="ctr">
              <a:lnSpc>
                <a:spcPct val="150000"/>
              </a:lnSpc>
              <a:defRPr lang="en-us" sz="3200" cap="none"/>
            </a:pPr>
            <a:r>
              <a:rPr lang="en-in" cap="none">
                <a:solidFill>
                  <a:srgbClr val="C00000"/>
                </a:solidFill>
              </a:rPr>
              <a:t>Greedy Best First Search</a:t>
            </a:r>
            <a:endParaRPr lang="en-us" cap="none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"/>
          <p:cNvGraphicFramePr>
            <a:graphicFrameLocks noGrp="1"/>
          </p:cNvGraphicFramePr>
          <p:nvPr/>
        </p:nvGraphicFramePr>
        <p:xfrm>
          <a:off x="2007870" y="4041140"/>
          <a:ext cx="1294130" cy="22250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29590"/>
                <a:gridCol w="764540"/>
              </a:tblGrid>
              <a:tr h="370840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n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h(n)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370840"/>
                  </a:ext>
                </a:extLst>
              </a:tr>
              <a:tr h="370840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1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60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370840"/>
                  </a:ext>
                </a:extLst>
              </a:tr>
              <a:tr h="370840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2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120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370840"/>
                  </a:ext>
                </a:extLst>
              </a:tr>
              <a:tr h="370840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3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>
                          <a:solidFill>
                            <a:srgbClr val="FF0000"/>
                          </a:solidFill>
                        </a:rPr>
                        <a:t>30</a:t>
                      </a:r>
                      <a:endParaRPr lang="en-in" sz="1400" cap="none">
                        <a:solidFill>
                          <a:srgbClr val="FF0000"/>
                        </a:solidFill>
                      </a:endParaRPr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370840"/>
                  </a:ext>
                </a:extLst>
              </a:tr>
              <a:tr h="370840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4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40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370840"/>
                  </a:ext>
                </a:extLst>
              </a:tr>
              <a:tr h="370840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5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0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370840"/>
                  </a:ext>
                </a:extLst>
              </a:tr>
            </a:tbl>
          </a:graphicData>
        </a:graphic>
      </p:graphicFrame>
      <p:sp>
        <p:nvSpPr>
          <p:cNvPr id="3" name="Google Shape;420;p44"/>
          <p:cNvSpPr>
            <a:extLst>
              <a:ext uri="smNativeData">
                <pr:smNativeData xmlns:pr="smNativeData" xmlns="smNativeData" val="SMDATA_15_WXOI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UB4AAF4YAAD3PgAAXicAABAgAAAmAAAACAAAAP//////////"/>
              </a:ext>
            </a:extLst>
          </p:cNvSpPr>
          <p:nvPr/>
        </p:nvSpPr>
        <p:spPr>
          <a:xfrm>
            <a:off x="4927600" y="3961130"/>
            <a:ext cx="5307965" cy="2438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en-us"/>
            </a:pPr>
            <a:r>
              <a:rPr lang="en-in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(1)</a:t>
            </a:r>
            <a:endParaRPr lang="en-in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r>
              <a:rPr lang="en-in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(1 3) (1 4) (1 2) </a:t>
            </a:r>
            <a:endParaRPr lang="en-in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r>
              <a:rPr lang="en-in" sz="1400" b="1" cap="none">
                <a:solidFill>
                  <a:srgbClr val="00B05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(1 3 5 ) </a:t>
            </a:r>
            <a:r>
              <a:rPr lang="en-in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(1 3 4) </a:t>
            </a:r>
            <a:endParaRPr lang="en-in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endParaRPr lang="en-us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endParaRPr lang="en-us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endParaRPr lang="en-us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r>
              <a:rPr lang="en-in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C(1-3-5) = 100 + 125 =225</a:t>
            </a:r>
            <a:endParaRPr lang="en-in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r>
              <a:rPr lang="en-in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Expanded : 2</a:t>
            </a:r>
            <a:endParaRPr lang="en-in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r>
              <a:rPr lang="en-in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Generated : 6</a:t>
            </a:r>
            <a:endParaRPr lang="en-in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r>
              <a:rPr lang="en-in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Max Queue Length : 3</a:t>
            </a:r>
            <a:endParaRPr lang="en-in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endParaRPr lang="en-us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4" name="Google Shape;421;p44"/>
          <p:cNvSpPr>
            <a:extLst>
              <a:ext uri="smNativeData">
                <pr:smNativeData xmlns:pr="smNativeData" xmlns="smNativeData" val="SMDATA_15_WXOIaRMAAAAlAAAAZgAAAA0AAAAAkAAAAEgAAACQAAAASAAAAAAAAAABAAAAAAAAAAEAAABQAAAAAAAAAAAA8D8AAAAAAADwPwAAAAAAAOA/AAAAAAAA4D8AAAAAAADgPwAAAAAAAOA/AAAAAAAA4D8AAAAAAADgPwAAAAAAAOA/AAAAAAAA4D8CAAAAjAAAAAEAAAAAAAAAT4G9DP///wgAAAAAAAAAAAAAAAAAAAAAAAAAAAAAAAAAAAAAeAAAAAEAAABAAAAAAAAAAAAAAABaAAAAAAAAAAAAAAAAAAAAAAAAAAAAAAAAAAAAAAAAAAAAAAAAAAAAAAAAAAAAAAAAAAAAAAAAAAAAAAAAAAAAAAAAAAAAAAAAAAAAFAAAADwAAAABAAAAAAAAADleiQAo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leiQB/f38A5+bmA8zMzADAwP8Af39/AAAAAAAAAAAAAAAAAAAAAAAAAAAAIQAAABgAAAAUAAAAETEAAEEIAADxMgAAmQoAABAAAAAmAAAACAAAAP//////////"/>
              </a:ext>
            </a:extLst>
          </p:cNvSpPr>
          <p:nvPr/>
        </p:nvSpPr>
        <p:spPr>
          <a:xfrm>
            <a:off x="7976235" y="1341755"/>
            <a:ext cx="304800" cy="381000"/>
          </a:xfrm>
          <a:prstGeom prst="ellipse">
            <a:avLst/>
          </a:prstGeom>
          <a:solidFill>
            <a:schemeClr val="accent1"/>
          </a:solidFill>
          <a:ln w="25400" cap="flat" cmpd="sng" algn="ctr">
            <a:solidFill>
              <a:srgbClr val="395E89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/>
            </a:pPr>
            <a:r>
              <a:rPr lang="en-in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1</a:t>
            </a:r>
            <a:endParaRPr lang="en-in" sz="1400" cap="none">
              <a:solidFill>
                <a:srgbClr val="FFFFFF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5" name="Google Shape;422;p44"/>
          <p:cNvSpPr>
            <a:extLst>
              <a:ext uri="smNativeData">
                <pr:smNativeData xmlns:pr="smNativeData" xmlns="smNativeData" val="SMDATA_15_WXOIaRMAAAAlAAAAZgAAAA0AAAAAkAAAAEgAAACQAAAASAAAAAAAAAABAAAAAAAAAAEAAABQAAAAAAAAAAAA8D8AAAAAAADwPwAAAAAAAOA/AAAAAAAA4D8AAAAAAADgPwAAAAAAAOA/AAAAAAAA4D8AAAAAAADgPwAAAAAAAOA/AAAAAAAA4D8CAAAAjAAAAAEAAAAAAAAAT4G9DP///wgAAAAAAAAAAAAAAAAAAAAAAAAAAAAAAAAAAAAAeAAAAAEAAABAAAAAAAAAAAAAAABaAAAAAAAAAAAAAAAAAAAAAAAAAAAAAAAAAAAAAAAAAAAAAAAAAAAAAAAAAAAAAAAAAAAAAAAAAAAAAAAAAAAAAAAAAAAAAAAAAAAAFAAAADwAAAABAAAAAAAAADleiQAo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sPbm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leiQB/f38A5+bmA8zMzADAwP8Af39/AAAAAAAAAAAAAAAAAAAAAAAAAAAAIQAAABgAAAAUAAAACi0AAHgMAADqLgAA0A4AABAAAAAmAAAACAAAAP//////////"/>
              </a:ext>
            </a:extLst>
          </p:cNvSpPr>
          <p:nvPr/>
        </p:nvSpPr>
        <p:spPr>
          <a:xfrm>
            <a:off x="7321550" y="2026920"/>
            <a:ext cx="304800" cy="381000"/>
          </a:xfrm>
          <a:prstGeom prst="ellipse">
            <a:avLst/>
          </a:prstGeom>
          <a:solidFill>
            <a:schemeClr val="accent1"/>
          </a:solidFill>
          <a:ln w="25400" cap="flat" cmpd="sng" algn="ctr">
            <a:solidFill>
              <a:srgbClr val="395E89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/>
            </a:pPr>
            <a:r>
              <a:rPr lang="en-in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2</a:t>
            </a:r>
            <a:endParaRPr lang="en-in" sz="1400" cap="none">
              <a:solidFill>
                <a:srgbClr val="FFFFFF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6" name="Google Shape;423;p44"/>
          <p:cNvSpPr>
            <a:extLst>
              <a:ext uri="smNativeData">
                <pr:smNativeData xmlns:pr="smNativeData" xmlns="smNativeData" val="SMDATA_15_WXOIaRMAAAAlAAAAZgAAAA0AAAAAkAAAAEgAAACQAAAASAAAAAAAAAABAAAAAAAAAAEAAABQAAAAAAAAAAAA8D8AAAAAAADwPwAAAAAAAOA/AAAAAAAA4D8AAAAAAADgPwAAAAAAAOA/AAAAAAAA4D8AAAAAAADgPwAAAAAAAOA/AAAAAAAA4D8CAAAAjAAAAAEAAAAAAAAAT4G9DP///wgAAAAAAAAAAAAAAAAAAAAAAAAAAAAAAAAAAAAAeAAAAAEAAABAAAAAAAAAAAAAAABaAAAAAAAAAAAAAAAAAAAAAAAAAAAAAAAAAAAAAAAAAAAAAAAAAAAAAAAAAAAAAAAAAAAAAAAAAAAAAAAAAAAAAAAAAAAAAAAAAAAAFAAAADwAAAABAAAAAAAAADleiQAo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sPbm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leiQB/f38A5+bmA8zMzADAwP8Af39/AAAAAAAAAAAAAAAAAAAAAAAAAAAAIQAAABgAAAAUAAAAETEAAHgMAADxMgAA0A4AABAAAAAmAAAACAAAAP//////////"/>
              </a:ext>
            </a:extLst>
          </p:cNvSpPr>
          <p:nvPr/>
        </p:nvSpPr>
        <p:spPr>
          <a:xfrm>
            <a:off x="7976235" y="2026920"/>
            <a:ext cx="304800" cy="381000"/>
          </a:xfrm>
          <a:prstGeom prst="ellipse">
            <a:avLst/>
          </a:prstGeom>
          <a:solidFill>
            <a:schemeClr val="accent1"/>
          </a:solidFill>
          <a:ln w="25400" cap="flat" cmpd="sng" algn="ctr">
            <a:solidFill>
              <a:srgbClr val="395E89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/>
            </a:pPr>
            <a:r>
              <a:rPr lang="en-in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3</a:t>
            </a:r>
            <a:endParaRPr lang="en-in" sz="1400" cap="none">
              <a:solidFill>
                <a:srgbClr val="FFFFFF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7" name="Google Shape;424;p44"/>
          <p:cNvSpPr>
            <a:extLst>
              <a:ext uri="smNativeData">
                <pr:smNativeData xmlns:pr="smNativeData" xmlns="smNativeData" val="SMDATA_15_WXOIaRMAAAAlAAAAZgAAAA0AAAAAkAAAAEgAAACQAAAASAAAAAAAAAABAAAAAAAAAAEAAABQAAAAAAAAAAAA8D8AAAAAAADwPwAAAAAAAOA/AAAAAAAA4D8AAAAAAADgPwAAAAAAAOA/AAAAAAAA4D8AAAAAAADgPwAAAAAAAOA/AAAAAAAA4D8CAAAAjAAAAAEAAAAAAAAAT4G9DP///wgAAAAAAAAAAAAAAAAAAAAAAAAAAAAAAAAAAAAAeAAAAAEAAABAAAAAAAAAAAAAAABaAAAAAAAAAAAAAAAAAAAAAAAAAAAAAAAAAAAAAAAAAAAAAAAAAAAAAAAAAAAAAAAAAAAAAAAAAAAAAAAAAAAAAAAAAAAAAAAAAAAAFAAAADwAAAABAAAAAAAAADleiQAo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sPbm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leiQB/f38A5+bmA8zMzADAwP8Af39/AAAAAAAAAAAAAAAAAAAAAAAAAAAAIQAAABgAAAAUAAAAPzUAAHgMAAAfNwAA0A4AABAAAAAmAAAACAAAAP//////////"/>
              </a:ext>
            </a:extLst>
          </p:cNvSpPr>
          <p:nvPr/>
        </p:nvSpPr>
        <p:spPr>
          <a:xfrm>
            <a:off x="8655685" y="2026920"/>
            <a:ext cx="304800" cy="381000"/>
          </a:xfrm>
          <a:prstGeom prst="ellipse">
            <a:avLst/>
          </a:prstGeom>
          <a:solidFill>
            <a:schemeClr val="accent1"/>
          </a:solidFill>
          <a:ln w="25400" cap="flat" cmpd="sng" algn="ctr">
            <a:solidFill>
              <a:srgbClr val="395E89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/>
            </a:pPr>
            <a:r>
              <a:rPr lang="en-in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4</a:t>
            </a:r>
            <a:endParaRPr lang="en-in" sz="1400" cap="none">
              <a:solidFill>
                <a:srgbClr val="FFFFFF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8" name="Google Shape;425;p44"/>
          <p:cNvSpPr>
            <a:extLst>
              <a:ext uri="smNativeData">
                <pr:smNativeData xmlns:pr="smNativeData" xmlns="smNativeData" val="SMDATA_15_WXOIaRMAAAAlAAAAZgAAAA0AAAAAkAAAAEgAAACQAAAASAAAAAAAAAABAAAAAAAAAAEAAABQAAAAAAAAAAAA8D8AAAAAAADwPwAAAAAAAOA/AAAAAAAA4D8AAAAAAADgPwAAAAAAAOA/AAAAAAAA4D8AAAAAAADgPwAAAAAAAOA/AAAAAAAA4D8CAAAAjAAAAAEAAAAAAAAAT4G9DP///wgAAAAAAAAAAAAAAAAAAAAAAAAAAAAAAAAAAAAAeAAAAAEAAABAAAAAAAAAAAAAAABaAAAAAAAAAAAAAAAAAAAAAAAAAAAAAAAAAAAAAAAAAAAAAAAAAAAAAAAAAAAAAAAAAAAAAAAAAAAAAAAAAAAAAAAAAAAAAAAAAAAAFAAAADwAAAABAAAAAAAAADleiQAo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sPbm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leiQB/f38A5+bmA8zMzADAwP8Af39/AAAAAAAAAAAAAAAAAAAAAAAAAAAAIQAAABgAAAAUAAAAaDMAAMQQAABINQAAHBMAABAAAAAmAAAACAAAAP//////////"/>
              </a:ext>
            </a:extLst>
          </p:cNvSpPr>
          <p:nvPr/>
        </p:nvSpPr>
        <p:spPr>
          <a:xfrm>
            <a:off x="8356600" y="2725420"/>
            <a:ext cx="304800" cy="381000"/>
          </a:xfrm>
          <a:prstGeom prst="ellipse">
            <a:avLst/>
          </a:prstGeom>
          <a:solidFill>
            <a:schemeClr val="accent1"/>
          </a:solidFill>
          <a:ln w="25400" cap="flat" cmpd="sng" algn="ctr">
            <a:solidFill>
              <a:srgbClr val="395E89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/>
            </a:pPr>
            <a:r>
              <a:rPr lang="en-in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5</a:t>
            </a:r>
            <a:endParaRPr lang="en-in" sz="1400" cap="none">
              <a:solidFill>
                <a:srgbClr val="FFFFFF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cxnSp>
        <p:nvCxnSpPr>
          <p:cNvPr id="9" name="Google Shape;426;p44"/>
          <p:cNvCxnSpPr>
            <a:stCxn id="4" idx="2"/>
            <a:endCxn id="5" idx="7"/>
            <a:extLst>
              <a:ext uri="smNativeData">
                <pr:smNativeData xmlns:pr="smNativeData" xmlns="smNativeData" val="SMDATA_15_WXOIaRMAAAAlAAAADQAAAA0AAAAAkAAAAEgAAACQAAAASAAAAAAAAAAAAAAAAAAAAAEAAABQAAAAAAAAAAAA8L8AAAAAAAAAAAAAAAAAAP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Ep9ugAPAAAAAQAAACMAAAAjAAAAIwAAAB4AAAAAAAAASwAAAEsAAAAC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sPbm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Ep9ugB/f38A5+bmA8zMzADAwP8Af39/AAAAAAAAAAAAAAAAAAAAAAAAAAAAIQAAABgAAAAUAAAApC4AAG0JAAARMQAA0AwAABAAAAAmAAAACAAAAP//////////"/>
              </a:ext>
            </a:extLst>
          </p:cNvCxnSpPr>
          <p:nvPr/>
        </p:nvCxnSpPr>
        <p:spPr>
          <a:xfrm rot="5400000">
            <a:off x="7503795" y="1610360"/>
            <a:ext cx="550545" cy="394335"/>
          </a:xfrm>
          <a:prstGeom prst="straightConnector1">
            <a:avLst/>
          </a:prstGeom>
          <a:noFill/>
          <a:ln w="9525" cap="flat" cmpd="sng" algn="ctr">
            <a:solidFill>
              <a:srgbClr val="4A7DBA"/>
            </a:solidFill>
            <a:prstDash val="solid"/>
            <a:headEnd type="none"/>
            <a:tailEnd type="triangle" w="med" len="med"/>
          </a:ln>
          <a:effectLst/>
        </p:spPr>
      </p:cxnSp>
      <p:cxnSp>
        <p:nvCxnSpPr>
          <p:cNvPr id="10" name="Google Shape;427;p44"/>
          <p:cNvCxnSpPr>
            <a:stCxn id="4" idx="4"/>
            <a:endCxn id="6" idx="0"/>
            <a:extLst>
              <a:ext uri="smNativeData">
                <pr:smNativeData xmlns:pr="smNativeData" xmlns="smNativeData" val="SMDATA_15_WXOIaRMAAAAlAAAADQAAAA0AAAAAkAAAAEgAAACQAAAASAAAAAAAAAAAAAAAAAAAAAEAAABQAAAAAAAAAAAA8L8AAAAAAAAAAAAAAAAAAP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Ep9ugAPAAAAAQAAACMAAAAjAAAAIwAAAB4AAAAAAAAASwAAAEsAAAAC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sPbm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Ep9ugB/f38A5+bmA8zMzADAwP8Af39/AAAAAAAAAAAAAAAAAAAAAAAAAAAAIQAAABgAAAAUAAAAATIAAJkKAAABMgAAeAwAABAAAAAmAAAACAAAAP//////////"/>
              </a:ext>
            </a:extLst>
          </p:cNvCxnSpPr>
          <p:nvPr/>
        </p:nvCxnSpPr>
        <p:spPr>
          <a:xfrm rot="16200000" flipH="1">
            <a:off x="7976870" y="1874520"/>
            <a:ext cx="304165" cy="12700"/>
          </a:xfrm>
          <a:prstGeom prst="straightConnector1">
            <a:avLst/>
          </a:prstGeom>
          <a:noFill/>
          <a:ln w="9525" cap="flat" cmpd="sng" algn="ctr">
            <a:solidFill>
              <a:srgbClr val="4A7DBA"/>
            </a:solidFill>
            <a:prstDash val="solid"/>
            <a:headEnd type="none"/>
            <a:tailEnd type="triangle" w="med" len="med"/>
          </a:ln>
          <a:effectLst/>
        </p:spPr>
      </p:cxnSp>
      <p:cxnSp>
        <p:nvCxnSpPr>
          <p:cNvPr id="11" name="Google Shape;428;p44"/>
          <p:cNvCxnSpPr>
            <a:stCxn id="4" idx="6"/>
            <a:endCxn id="7" idx="1"/>
            <a:extLst>
              <a:ext uri="smNativeData">
                <pr:smNativeData xmlns:pr="smNativeData" xmlns="smNativeData" val="SMDATA_15_WXOIaRMAAAAlAAAADQAAAA0AAAAAkAAAAEgAAACQAAAASAAAAAAAAAAAAAAAAAAAAAEAAABQAAAAAAAAAAAA8L8AAAAAAAAAAAAAAAAAAP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Ep9ugAPAAAAAQAAACMAAAAjAAAAIwAAAB4AAAAAAAAASwAAAEsAAAAC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Ep9ugB/f38A5+bmA8zMzADAwP8Af39/AAAAAAAAAAAAAAAAAAAAAAAAAAAAIQAAABgAAAAUAAAA8TIAAG0JAACFNQAA0AwAABAAAAAmAAAACAAAAP//////////"/>
              </a:ext>
            </a:extLst>
          </p:cNvCxnSpPr>
          <p:nvPr/>
        </p:nvCxnSpPr>
        <p:spPr>
          <a:xfrm rot="16200000" flipH="1">
            <a:off x="8215630" y="1597660"/>
            <a:ext cx="550545" cy="419100"/>
          </a:xfrm>
          <a:prstGeom prst="straightConnector1">
            <a:avLst/>
          </a:prstGeom>
          <a:noFill/>
          <a:ln w="9525" cap="flat" cmpd="sng" algn="ctr">
            <a:solidFill>
              <a:srgbClr val="4A7DBA"/>
            </a:solidFill>
            <a:prstDash val="solid"/>
            <a:headEnd type="none"/>
            <a:tailEnd type="triangle" w="med" len="med"/>
          </a:ln>
          <a:effectLst/>
        </p:spPr>
      </p:cxnSp>
      <p:sp>
        <p:nvSpPr>
          <p:cNvPr id="12" name="Google Shape;429;p44"/>
          <p:cNvSpPr>
            <a:extLst>
              <a:ext uri="smNativeData">
                <pr:smNativeData xmlns:pr="smNativeData" xmlns="smNativeData" val="SMDATA_15_WXOIaRMAAAAlAAAAZgAAAA0AAAAAkAAAAEgAAACQAAAASAAAAAAAAAABAAAAAAAAAAEAAABQAAAAAAAAAAAA8D8AAAAAAADwPwAAAAAAAOA/AAAAAAAA4D8AAAAAAADgPwAAAAAAAOA/AAAAAAAA4D8AAAAAAADgPwAAAAAAAOA/AAAAAAAA4D8CAAAAjAAAAAEAAAAAAAAAT4G9DP///wgAAAAAAAAAAAAAAAAAAAAAAAAAAAAAAAAAAAAAeAAAAAEAAABAAAAAAAAAAAAAAABaAAAAAAAAAAAAAAAAAAAAAAAAAAAAAAAAAAAAAAAAAAAAAAAAAAAAAAAAAAAAAAAAAAAAAAAAAAAAAAAAAAAAAAAAAAAAAAAAAAAAFAAAADwAAAABAAAAAAAAADleiQAo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leiQB/f38A5+bmA8zMzADAwP8Af39/AAAAAAAAAAAAAAAAAAAAAAAAAAAAIQAAABgAAAAUAAAAYTAAAMQQAABBMgAAHBMAABAAAAAmAAAACAAAAP//////////"/>
              </a:ext>
            </a:extLst>
          </p:cNvSpPr>
          <p:nvPr/>
        </p:nvSpPr>
        <p:spPr>
          <a:xfrm>
            <a:off x="7864475" y="2725420"/>
            <a:ext cx="304800" cy="381000"/>
          </a:xfrm>
          <a:prstGeom prst="ellipse">
            <a:avLst/>
          </a:prstGeom>
          <a:solidFill>
            <a:schemeClr val="accent1"/>
          </a:solidFill>
          <a:ln w="25400" cap="flat" cmpd="sng" algn="ctr">
            <a:solidFill>
              <a:srgbClr val="395E89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/>
            </a:pPr>
            <a:r>
              <a:rPr lang="en-in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4</a:t>
            </a:r>
            <a:endParaRPr lang="en-in" sz="1400" cap="none">
              <a:solidFill>
                <a:srgbClr val="FFFFFF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cxnSp>
        <p:nvCxnSpPr>
          <p:cNvPr id="13" name="Google Shape;430;p44"/>
          <p:cNvCxnSpPr>
            <a:stCxn id="6" idx="3"/>
            <a:endCxn id="12" idx="0"/>
            <a:extLst>
              <a:ext uri="smNativeData">
                <pr:smNativeData xmlns:pr="smNativeData" xmlns="smNativeData" val="SMDATA_15_WXOIaRMAAAAlAAAADQAAAA0AAAAAkAAAAEgAAACQAAAASAAAAAAAAAAAAAAAAAAAAAEAAABQAAAAAAAAAAAA8L8AAAAAAAAAAAAAAAAAAP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Ep9ugAPAAAAAQAAACMAAAAjAAAAIwAAAB4AAAAAAAAASwAAAEsAAAAC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Ep9ugB/f38A5+bmA8zMzADAwP8Af39/AAAAAAAAAAAAAAAAAAAAAAAAAAAAIQAAABgAAAAUAAAAUTEAAHgOAABXMQAAxBAAABAAAAAmAAAACAAAAP//////////"/>
              </a:ext>
            </a:extLst>
          </p:cNvCxnSpPr>
          <p:nvPr/>
        </p:nvCxnSpPr>
        <p:spPr>
          <a:xfrm rot="5400000">
            <a:off x="7832090" y="2536825"/>
            <a:ext cx="373380" cy="3810"/>
          </a:xfrm>
          <a:prstGeom prst="straightConnector1">
            <a:avLst/>
          </a:prstGeom>
          <a:noFill/>
          <a:ln w="9525" cap="flat" cmpd="sng" algn="ctr">
            <a:solidFill>
              <a:srgbClr val="4A7DBA"/>
            </a:solidFill>
            <a:prstDash val="solid"/>
            <a:headEnd type="none"/>
            <a:tailEnd type="triangle" w="med" len="med"/>
          </a:ln>
          <a:effectLst/>
        </p:spPr>
      </p:cxnSp>
      <p:cxnSp>
        <p:nvCxnSpPr>
          <p:cNvPr id="14" name="Google Shape;431;p44"/>
          <p:cNvCxnSpPr>
            <a:stCxn id="6" idx="5"/>
            <a:endCxn id="8" idx="0"/>
            <a:extLst>
              <a:ext uri="smNativeData">
                <pr:smNativeData xmlns:pr="smNativeData" xmlns="smNativeData" val="SMDATA_15_WXOIaRMAAAAlAAAADQAAAA0AAAAAkAAAAEgAAACQAAAASAAAAAAAAAAAAAAAAAAAAAEAAABQAAAAAAAAAAAA8L8AAAAAAAAAAAAAAAAAAP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Ep9ugAPAAAAAQAAACMAAAAjAAAAIwAAAB4AAAAAAAAASwAAAEsAAAAC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Ep9ugB/f38A5+bmA8zMzADAwP8Af39/AAAAAAAAAAAAAAAAAAAAAAAAAAAAIQAAABgAAAAUAAAAqzIAAHgOAABYNAAAxBAAABAAAAAmAAAACAAAAP//////////"/>
              </a:ext>
            </a:extLst>
          </p:cNvCxnSpPr>
          <p:nvPr/>
        </p:nvCxnSpPr>
        <p:spPr>
          <a:xfrm rot="16200000" flipH="1">
            <a:off x="8186420" y="2402205"/>
            <a:ext cx="373380" cy="272415"/>
          </a:xfrm>
          <a:prstGeom prst="straightConnector1">
            <a:avLst/>
          </a:prstGeom>
          <a:noFill/>
          <a:ln w="9525" cap="flat" cmpd="sng" algn="ctr">
            <a:solidFill>
              <a:srgbClr val="4A7DBA"/>
            </a:solidFill>
            <a:prstDash val="solid"/>
            <a:headEnd type="none"/>
            <a:tailEnd type="triangle" w="med" len="med"/>
          </a:ln>
          <a:effectLst/>
        </p:spPr>
      </p:cxnSp>
      <p:sp>
        <p:nvSpPr>
          <p:cNvPr id="15" name="Google Shape;432;p44"/>
          <p:cNvSpPr>
            <a:extLst>
              <a:ext uri="smNativeData">
                <pr:smNativeData xmlns:pr="smNativeData" xmlns="smNativeData" val="SMDATA_15_WXOI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YDAAAKETAAB5MgAAPRUAABAgAAAmAAAACAAAAP//////////"/>
              </a:ext>
            </a:extLst>
          </p:cNvSpPr>
          <p:nvPr/>
        </p:nvSpPr>
        <p:spPr>
          <a:xfrm>
            <a:off x="7863840" y="3190875"/>
            <a:ext cx="340995" cy="2616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en-us"/>
            </a:pPr>
            <a:r>
              <a:rPr lang="en-in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40</a:t>
            </a:r>
            <a:endParaRPr lang="en-in" sz="11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16" name="Google Shape;433;p44"/>
          <p:cNvSpPr>
            <a:extLst>
              <a:ext uri="smNativeData">
                <pr:smNativeData xmlns:pr="smNativeData" xmlns="smNativeData" val="SMDATA_15_WXOI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xDMAAKETAADcNQAAPRUAABAgAAAmAAAACAAAAP//////////"/>
              </a:ext>
            </a:extLst>
          </p:cNvSpPr>
          <p:nvPr/>
        </p:nvSpPr>
        <p:spPr>
          <a:xfrm>
            <a:off x="8415020" y="3190875"/>
            <a:ext cx="340360" cy="2616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en-us"/>
            </a:pPr>
            <a:r>
              <a:rPr lang="en-in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0</a:t>
            </a:r>
            <a:endParaRPr lang="en-in" sz="11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17" name="Google Shape;434;p44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QAsAAPAAAAD0MQAADgcAABAAAAAmAAAACAAAAD0wAAD/HwAA"/>
              </a:ext>
            </a:extLst>
          </p:cNvSpPr>
          <p:nvPr>
            <p:ph type="body" idx="2"/>
          </p:nvPr>
        </p:nvSpPr>
        <p:spPr>
          <a:xfrm>
            <a:off x="1828800" y="152400"/>
            <a:ext cx="6291580" cy="994410"/>
          </a:xfr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marL="0" indent="0" algn="ctr">
              <a:lnSpc>
                <a:spcPct val="150000"/>
              </a:lnSpc>
              <a:defRPr lang="en-us" sz="3200" cap="none"/>
            </a:pPr>
            <a:r>
              <a:rPr lang="en-in" cap="none">
                <a:solidFill>
                  <a:srgbClr val="C00000"/>
                </a:solidFill>
              </a:rPr>
              <a:t>Greedy Best First Search</a:t>
            </a:r>
            <a:endParaRPr lang="en-us" cap="none">
              <a:solidFill>
                <a:srgbClr val="C00000"/>
              </a:solidFill>
            </a:endParaRPr>
          </a:p>
        </p:txBody>
      </p:sp>
      <p:grpSp>
        <p:nvGrpSpPr>
          <p:cNvPr id="18" name="Group1"/>
          <p:cNvGrpSpPr>
            <a:extLst>
              <a:ext uri="smNativeData">
                <pr:smNativeData xmlns:pr="smNativeData" xmlns="smNativeData" val="SMDATA_6_WXOIaRMAAAAlAAAAAQAAAA8BAAAAkAAAAEgAAACQAAAASAAAAAAAAAAAAAAAAAAAABcAAAAUAAAAAAAAAAAAAAD/fwAA/38AAAAAAAAJAAAABAAAAFcAAQAfAAAAVAAAAAAAAAAAAAAAAAAAAAAAAAAAAAAAAAAAAAAAAAAAAAAAAAAAAAAAAAAAAAAAAAAAAAAAAAAAAAAAAAAAAAAAAAAAAAAAAAAAAAAAAAAAAAAAAAAAACEAAAAYAAAAFAAAADEKAAAlCQAAMRkAAJ4WAAAQAAAAJgAAAAgAAAD/////AAAAAA=="/>
              </a:ext>
            </a:extLst>
          </p:cNvGrpSpPr>
          <p:nvPr/>
        </p:nvGrpSpPr>
        <p:grpSpPr>
          <a:xfrm>
            <a:off x="1656715" y="1486535"/>
            <a:ext cx="2438400" cy="2190115"/>
            <a:chOff x="1656715" y="1486535"/>
            <a:chExt cx="2438400" cy="2190115"/>
          </a:xfrm>
        </p:grpSpPr>
        <p:grpSp>
          <p:nvGrpSpPr>
            <p:cNvPr id="47" name="Google Shape;544;p52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N8PAAAlCQAAvxEAAH0LAAAAAAAAJgAAAAgAAAD/////AAAAAA=="/>
                </a:ext>
              </a:extLst>
            </p:cNvGrpSpPr>
            <p:nvPr/>
          </p:nvGrpSpPr>
          <p:grpSpPr>
            <a:xfrm>
              <a:off x="2580005" y="1486535"/>
              <a:ext cx="304800" cy="381000"/>
              <a:chOff x="2580005" y="1486535"/>
              <a:chExt cx="304800" cy="381000"/>
            </a:xfrm>
          </p:grpSpPr>
          <p:sp>
            <p:nvSpPr>
              <p:cNvPr id="49" name="Google Shape;545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TOlU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3w8AACUJAAC/EQAAfQsAAAAAAAAmAAAACAAAAP//////////"/>
                  </a:ext>
                </a:extLst>
              </p:cNvSpPr>
              <p:nvPr/>
            </p:nvSpPr>
            <p:spPr>
              <a:xfrm>
                <a:off x="2580005" y="148653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152400" y="0"/>
                    </a:moveTo>
                    <a:lnTo>
                      <a:pt x="111887" y="6808"/>
                    </a:lnTo>
                    <a:lnTo>
                      <a:pt x="75483" y="26020"/>
                    </a:lnTo>
                    <a:lnTo>
                      <a:pt x="44638" y="55816"/>
                    </a:lnTo>
                    <a:lnTo>
                      <a:pt x="20808" y="94375"/>
                    </a:lnTo>
                    <a:lnTo>
                      <a:pt x="5444" y="139876"/>
                    </a:lnTo>
                    <a:lnTo>
                      <a:pt x="0" y="190500"/>
                    </a:lnTo>
                    <a:lnTo>
                      <a:pt x="5444" y="241123"/>
                    </a:lnTo>
                    <a:lnTo>
                      <a:pt x="20808" y="286624"/>
                    </a:lnTo>
                    <a:lnTo>
                      <a:pt x="44638" y="325183"/>
                    </a:lnTo>
                    <a:lnTo>
                      <a:pt x="75483" y="354979"/>
                    </a:lnTo>
                    <a:lnTo>
                      <a:pt x="111887" y="374191"/>
                    </a:lnTo>
                    <a:lnTo>
                      <a:pt x="152400" y="381000"/>
                    </a:lnTo>
                    <a:lnTo>
                      <a:pt x="192925" y="374191"/>
                    </a:lnTo>
                    <a:lnTo>
                      <a:pt x="229333" y="354979"/>
                    </a:lnTo>
                    <a:lnTo>
                      <a:pt x="260175" y="325183"/>
                    </a:lnTo>
                    <a:lnTo>
                      <a:pt x="284000" y="286624"/>
                    </a:lnTo>
                    <a:lnTo>
                      <a:pt x="299358" y="241123"/>
                    </a:lnTo>
                    <a:lnTo>
                      <a:pt x="304800" y="190500"/>
                    </a:lnTo>
                    <a:lnTo>
                      <a:pt x="299358" y="139876"/>
                    </a:lnTo>
                    <a:lnTo>
                      <a:pt x="284000" y="94375"/>
                    </a:lnTo>
                    <a:lnTo>
                      <a:pt x="260175" y="55816"/>
                    </a:lnTo>
                    <a:lnTo>
                      <a:pt x="229333" y="26020"/>
                    </a:lnTo>
                    <a:lnTo>
                      <a:pt x="192925" y="6808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48" name="Google Shape;546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3w8AACUJAAC/EQAAfQsAAAAAAAAmAAAACAAAAP//////////"/>
                  </a:ext>
                </a:extLst>
              </p:cNvSpPr>
              <p:nvPr/>
            </p:nvSpPr>
            <p:spPr>
              <a:xfrm>
                <a:off x="2580005" y="148653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0" y="190500"/>
                    </a:moveTo>
                    <a:lnTo>
                      <a:pt x="5444" y="139876"/>
                    </a:lnTo>
                    <a:lnTo>
                      <a:pt x="20808" y="94375"/>
                    </a:lnTo>
                    <a:lnTo>
                      <a:pt x="44638" y="55816"/>
                    </a:lnTo>
                    <a:lnTo>
                      <a:pt x="75483" y="26020"/>
                    </a:lnTo>
                    <a:lnTo>
                      <a:pt x="111887" y="6808"/>
                    </a:lnTo>
                    <a:lnTo>
                      <a:pt x="152400" y="0"/>
                    </a:lnTo>
                    <a:lnTo>
                      <a:pt x="192925" y="6808"/>
                    </a:lnTo>
                    <a:lnTo>
                      <a:pt x="229333" y="26020"/>
                    </a:lnTo>
                    <a:lnTo>
                      <a:pt x="260175" y="55816"/>
                    </a:lnTo>
                    <a:lnTo>
                      <a:pt x="284000" y="94375"/>
                    </a:lnTo>
                    <a:lnTo>
                      <a:pt x="299358" y="139876"/>
                    </a:lnTo>
                    <a:lnTo>
                      <a:pt x="304800" y="190500"/>
                    </a:lnTo>
                    <a:lnTo>
                      <a:pt x="299358" y="241123"/>
                    </a:lnTo>
                    <a:lnTo>
                      <a:pt x="284000" y="286624"/>
                    </a:lnTo>
                    <a:lnTo>
                      <a:pt x="260175" y="325183"/>
                    </a:lnTo>
                    <a:lnTo>
                      <a:pt x="229333" y="354979"/>
                    </a:lnTo>
                    <a:lnTo>
                      <a:pt x="192925" y="374191"/>
                    </a:lnTo>
                    <a:lnTo>
                      <a:pt x="152400" y="381000"/>
                    </a:lnTo>
                    <a:lnTo>
                      <a:pt x="111887" y="374191"/>
                    </a:lnTo>
                    <a:lnTo>
                      <a:pt x="75483" y="354979"/>
                    </a:lnTo>
                    <a:lnTo>
                      <a:pt x="44638" y="325183"/>
                    </a:lnTo>
                    <a:lnTo>
                      <a:pt x="20808" y="286624"/>
                    </a:lnTo>
                    <a:lnTo>
                      <a:pt x="5444" y="241123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46" name="Google Shape;547;p52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dhAAAIgJAAAsEQAA7QoAAAAgAAAmAAAACAAAAP//////////"/>
                </a:ext>
              </a:extLst>
            </p:cNvSpPr>
            <p:nvPr/>
          </p:nvSpPr>
          <p:spPr>
            <a:xfrm>
              <a:off x="2675890" y="1549400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1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grpSp>
          <p:nvGrpSpPr>
            <p:cNvPr id="43" name="Google Shape;548;p52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DEKAACLDgAAEQwAAOMQAAAAAAAAJgAAAAgAAAD/////AAAAAA=="/>
                </a:ext>
              </a:extLst>
            </p:cNvGrpSpPr>
            <p:nvPr/>
          </p:nvGrpSpPr>
          <p:grpSpPr>
            <a:xfrm>
              <a:off x="1656715" y="2364105"/>
              <a:ext cx="304800" cy="381000"/>
              <a:chOff x="1656715" y="2364105"/>
              <a:chExt cx="304800" cy="381000"/>
            </a:xfrm>
          </p:grpSpPr>
          <p:sp>
            <p:nvSpPr>
              <p:cNvPr id="45" name="Google Shape;549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MQoAAIsOAAARDAAA4xAAAAAAAAAmAAAACAAAAP//////////"/>
                  </a:ext>
                </a:extLst>
              </p:cNvSpPr>
              <p:nvPr/>
            </p:nvSpPr>
            <p:spPr>
              <a:xfrm>
                <a:off x="1656715" y="236410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152400" y="0"/>
                    </a:moveTo>
                    <a:lnTo>
                      <a:pt x="111887" y="6808"/>
                    </a:lnTo>
                    <a:lnTo>
                      <a:pt x="75483" y="26020"/>
                    </a:lnTo>
                    <a:lnTo>
                      <a:pt x="44638" y="55816"/>
                    </a:lnTo>
                    <a:lnTo>
                      <a:pt x="20808" y="94375"/>
                    </a:lnTo>
                    <a:lnTo>
                      <a:pt x="5444" y="139876"/>
                    </a:lnTo>
                    <a:lnTo>
                      <a:pt x="0" y="190500"/>
                    </a:lnTo>
                    <a:lnTo>
                      <a:pt x="5444" y="241123"/>
                    </a:lnTo>
                    <a:lnTo>
                      <a:pt x="20808" y="286624"/>
                    </a:lnTo>
                    <a:lnTo>
                      <a:pt x="44638" y="325183"/>
                    </a:lnTo>
                    <a:lnTo>
                      <a:pt x="75483" y="354979"/>
                    </a:lnTo>
                    <a:lnTo>
                      <a:pt x="111887" y="374191"/>
                    </a:lnTo>
                    <a:lnTo>
                      <a:pt x="152400" y="381000"/>
                    </a:lnTo>
                    <a:lnTo>
                      <a:pt x="192912" y="374191"/>
                    </a:lnTo>
                    <a:lnTo>
                      <a:pt x="229316" y="354979"/>
                    </a:lnTo>
                    <a:lnTo>
                      <a:pt x="260161" y="325183"/>
                    </a:lnTo>
                    <a:lnTo>
                      <a:pt x="283991" y="286624"/>
                    </a:lnTo>
                    <a:lnTo>
                      <a:pt x="299355" y="241123"/>
                    </a:lnTo>
                    <a:lnTo>
                      <a:pt x="304800" y="190500"/>
                    </a:lnTo>
                    <a:lnTo>
                      <a:pt x="299355" y="139876"/>
                    </a:lnTo>
                    <a:lnTo>
                      <a:pt x="283991" y="94375"/>
                    </a:lnTo>
                    <a:lnTo>
                      <a:pt x="260161" y="55816"/>
                    </a:lnTo>
                    <a:lnTo>
                      <a:pt x="229316" y="26020"/>
                    </a:lnTo>
                    <a:lnTo>
                      <a:pt x="192912" y="6808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44" name="Google Shape;550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MQoAAIsOAAARDAAA4xAAAAAAAAAmAAAACAAAAP//////////"/>
                  </a:ext>
                </a:extLst>
              </p:cNvSpPr>
              <p:nvPr/>
            </p:nvSpPr>
            <p:spPr>
              <a:xfrm>
                <a:off x="1656715" y="236410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0" y="190500"/>
                    </a:moveTo>
                    <a:lnTo>
                      <a:pt x="5444" y="139876"/>
                    </a:lnTo>
                    <a:lnTo>
                      <a:pt x="20808" y="94375"/>
                    </a:lnTo>
                    <a:lnTo>
                      <a:pt x="44638" y="55816"/>
                    </a:lnTo>
                    <a:lnTo>
                      <a:pt x="75483" y="26020"/>
                    </a:lnTo>
                    <a:lnTo>
                      <a:pt x="111887" y="6808"/>
                    </a:lnTo>
                    <a:lnTo>
                      <a:pt x="152400" y="0"/>
                    </a:lnTo>
                    <a:lnTo>
                      <a:pt x="192912" y="6808"/>
                    </a:lnTo>
                    <a:lnTo>
                      <a:pt x="229316" y="26020"/>
                    </a:lnTo>
                    <a:lnTo>
                      <a:pt x="260161" y="55816"/>
                    </a:lnTo>
                    <a:lnTo>
                      <a:pt x="283991" y="94375"/>
                    </a:lnTo>
                    <a:lnTo>
                      <a:pt x="299355" y="139876"/>
                    </a:lnTo>
                    <a:lnTo>
                      <a:pt x="304800" y="190500"/>
                    </a:lnTo>
                    <a:lnTo>
                      <a:pt x="299355" y="241123"/>
                    </a:lnTo>
                    <a:lnTo>
                      <a:pt x="283991" y="286624"/>
                    </a:lnTo>
                    <a:lnTo>
                      <a:pt x="260161" y="325183"/>
                    </a:lnTo>
                    <a:lnTo>
                      <a:pt x="229316" y="354979"/>
                    </a:lnTo>
                    <a:lnTo>
                      <a:pt x="192912" y="374191"/>
                    </a:lnTo>
                    <a:lnTo>
                      <a:pt x="152400" y="381000"/>
                    </a:lnTo>
                    <a:lnTo>
                      <a:pt x="111887" y="374191"/>
                    </a:lnTo>
                    <a:lnTo>
                      <a:pt x="75483" y="354979"/>
                    </a:lnTo>
                    <a:lnTo>
                      <a:pt x="44638" y="325183"/>
                    </a:lnTo>
                    <a:lnTo>
                      <a:pt x="20808" y="286624"/>
                    </a:lnTo>
                    <a:lnTo>
                      <a:pt x="5444" y="241123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42" name="Google Shape;551;p52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Vjb2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xgoAAO8OAAB8CwAAVBAAAAAgAAAmAAAACAAAAP//////////"/>
                </a:ext>
              </a:extLst>
            </p:cNvSpPr>
            <p:nvPr/>
          </p:nvSpPr>
          <p:spPr>
            <a:xfrm>
              <a:off x="1751330" y="2427605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2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grpSp>
          <p:nvGrpSpPr>
            <p:cNvPr id="39" name="Google Shape;552;p52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AkOAAAAFAAA6Q8AAFcWAAAAAAAAJgAAAAgAAAD/////AAAAAA=="/>
                </a:ext>
              </a:extLst>
            </p:cNvGrpSpPr>
            <p:nvPr/>
          </p:nvGrpSpPr>
          <p:grpSpPr>
            <a:xfrm>
              <a:off x="2281555" y="3251200"/>
              <a:ext cx="304800" cy="380365"/>
              <a:chOff x="2281555" y="3251200"/>
              <a:chExt cx="304800" cy="380365"/>
            </a:xfrm>
          </p:grpSpPr>
          <p:sp>
            <p:nvSpPr>
              <p:cNvPr id="41" name="Google Shape;553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AnWQ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CQ4AAAAUAADpDwAAVxYAAAAAAAAmAAAACAAAAP//////////"/>
                  </a:ext>
                </a:extLst>
              </p:cNvSpPr>
              <p:nvPr/>
            </p:nvSpPr>
            <p:spPr>
              <a:xfrm>
                <a:off x="2281555" y="3251200"/>
                <a:ext cx="304800" cy="380365"/>
              </a:xfrm>
              <a:custGeom>
                <a:avLst/>
                <a:gdLst/>
                <a:ahLst/>
                <a:cxnLst/>
                <a:rect l="0" t="0" r="304800" b="380365"/>
                <a:pathLst>
                  <a:path w="304800" h="380365">
                    <a:moveTo>
                      <a:pt x="152400" y="0"/>
                    </a:moveTo>
                    <a:lnTo>
                      <a:pt x="111887" y="6796"/>
                    </a:lnTo>
                    <a:lnTo>
                      <a:pt x="75483" y="25976"/>
                    </a:lnTo>
                    <a:lnTo>
                      <a:pt x="44638" y="55722"/>
                    </a:lnTo>
                    <a:lnTo>
                      <a:pt x="20808" y="94217"/>
                    </a:lnTo>
                    <a:lnTo>
                      <a:pt x="5444" y="139642"/>
                    </a:lnTo>
                    <a:lnTo>
                      <a:pt x="0" y="190182"/>
                    </a:lnTo>
                    <a:lnTo>
                      <a:pt x="5444" y="240721"/>
                    </a:lnTo>
                    <a:lnTo>
                      <a:pt x="20808" y="286146"/>
                    </a:lnTo>
                    <a:lnTo>
                      <a:pt x="44638" y="324641"/>
                    </a:lnTo>
                    <a:lnTo>
                      <a:pt x="75483" y="354387"/>
                    </a:lnTo>
                    <a:lnTo>
                      <a:pt x="111887" y="373567"/>
                    </a:lnTo>
                    <a:lnTo>
                      <a:pt x="152400" y="380365"/>
                    </a:lnTo>
                    <a:lnTo>
                      <a:pt x="192912" y="373567"/>
                    </a:lnTo>
                    <a:lnTo>
                      <a:pt x="229316" y="354387"/>
                    </a:lnTo>
                    <a:lnTo>
                      <a:pt x="260161" y="324641"/>
                    </a:lnTo>
                    <a:lnTo>
                      <a:pt x="283991" y="286146"/>
                    </a:lnTo>
                    <a:lnTo>
                      <a:pt x="299355" y="240721"/>
                    </a:lnTo>
                    <a:lnTo>
                      <a:pt x="304800" y="190182"/>
                    </a:lnTo>
                    <a:lnTo>
                      <a:pt x="299355" y="139642"/>
                    </a:lnTo>
                    <a:lnTo>
                      <a:pt x="283991" y="94217"/>
                    </a:lnTo>
                    <a:lnTo>
                      <a:pt x="260161" y="55722"/>
                    </a:lnTo>
                    <a:lnTo>
                      <a:pt x="229316" y="25976"/>
                    </a:lnTo>
                    <a:lnTo>
                      <a:pt x="192912" y="6796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40" name="Google Shape;554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ndZk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CQ4AAAAUAADpDwAAVxYAAAAAAAAmAAAACAAAAP//////////"/>
                  </a:ext>
                </a:extLst>
              </p:cNvSpPr>
              <p:nvPr/>
            </p:nvSpPr>
            <p:spPr>
              <a:xfrm>
                <a:off x="2281555" y="3251200"/>
                <a:ext cx="304800" cy="380365"/>
              </a:xfrm>
              <a:custGeom>
                <a:avLst/>
                <a:gdLst/>
                <a:ahLst/>
                <a:cxnLst/>
                <a:rect l="0" t="0" r="304800" b="380365"/>
                <a:pathLst>
                  <a:path w="304800" h="380365">
                    <a:moveTo>
                      <a:pt x="0" y="190182"/>
                    </a:moveTo>
                    <a:lnTo>
                      <a:pt x="5444" y="139642"/>
                    </a:lnTo>
                    <a:lnTo>
                      <a:pt x="20808" y="94217"/>
                    </a:lnTo>
                    <a:lnTo>
                      <a:pt x="44638" y="55722"/>
                    </a:lnTo>
                    <a:lnTo>
                      <a:pt x="75483" y="25976"/>
                    </a:lnTo>
                    <a:lnTo>
                      <a:pt x="111887" y="6796"/>
                    </a:lnTo>
                    <a:lnTo>
                      <a:pt x="152400" y="0"/>
                    </a:lnTo>
                    <a:lnTo>
                      <a:pt x="192912" y="6796"/>
                    </a:lnTo>
                    <a:lnTo>
                      <a:pt x="229316" y="25976"/>
                    </a:lnTo>
                    <a:lnTo>
                      <a:pt x="260161" y="55722"/>
                    </a:lnTo>
                    <a:lnTo>
                      <a:pt x="283991" y="94217"/>
                    </a:lnTo>
                    <a:lnTo>
                      <a:pt x="299355" y="139642"/>
                    </a:lnTo>
                    <a:lnTo>
                      <a:pt x="304800" y="190182"/>
                    </a:lnTo>
                    <a:lnTo>
                      <a:pt x="299355" y="240721"/>
                    </a:lnTo>
                    <a:lnTo>
                      <a:pt x="283991" y="286146"/>
                    </a:lnTo>
                    <a:lnTo>
                      <a:pt x="260161" y="324641"/>
                    </a:lnTo>
                    <a:lnTo>
                      <a:pt x="229316" y="354387"/>
                    </a:lnTo>
                    <a:lnTo>
                      <a:pt x="192912" y="373567"/>
                    </a:lnTo>
                    <a:lnTo>
                      <a:pt x="152400" y="380365"/>
                    </a:lnTo>
                    <a:lnTo>
                      <a:pt x="111887" y="373567"/>
                    </a:lnTo>
                    <a:lnTo>
                      <a:pt x="75483" y="354387"/>
                    </a:lnTo>
                    <a:lnTo>
                      <a:pt x="44638" y="324641"/>
                    </a:lnTo>
                    <a:lnTo>
                      <a:pt x="20808" y="286146"/>
                    </a:lnTo>
                    <a:lnTo>
                      <a:pt x="5444" y="240721"/>
                    </a:lnTo>
                    <a:lnTo>
                      <a:pt x="0" y="190182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38" name="Google Shape;555;p52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C3Hy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nA4AAGUUAABSDwAAyhUAAAAgAAAmAAAACAAAAP//////////"/>
                </a:ext>
              </a:extLst>
            </p:cNvSpPr>
            <p:nvPr/>
          </p:nvSpPr>
          <p:spPr>
            <a:xfrm>
              <a:off x="2374900" y="3315335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3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grpSp>
          <p:nvGrpSpPr>
            <p:cNvPr id="35" name="Google Shape;556;p52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HEVAACkEwAAURcAAPwVAAAAAAAAJgAAAAgAAAD/////AAAAAA=="/>
                </a:ext>
              </a:extLst>
            </p:cNvGrpSpPr>
            <p:nvPr/>
          </p:nvGrpSpPr>
          <p:grpSpPr>
            <a:xfrm>
              <a:off x="3485515" y="3192780"/>
              <a:ext cx="304800" cy="381000"/>
              <a:chOff x="3485515" y="3192780"/>
              <a:chExt cx="304800" cy="381000"/>
            </a:xfrm>
          </p:grpSpPr>
          <p:sp>
            <p:nvSpPr>
              <p:cNvPr id="37" name="Google Shape;557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PJL5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cRUAAKQTAABRFwAA/BUAAAAAAAAmAAAACAAAAP//////////"/>
                  </a:ext>
                </a:extLst>
              </p:cNvSpPr>
              <p:nvPr/>
            </p:nvSpPr>
            <p:spPr>
              <a:xfrm>
                <a:off x="3485515" y="3192780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152400" y="0"/>
                    </a:moveTo>
                    <a:lnTo>
                      <a:pt x="111874" y="6808"/>
                    </a:lnTo>
                    <a:lnTo>
                      <a:pt x="75466" y="26020"/>
                    </a:lnTo>
                    <a:lnTo>
                      <a:pt x="44624" y="55816"/>
                    </a:lnTo>
                    <a:lnTo>
                      <a:pt x="20799" y="94375"/>
                    </a:lnTo>
                    <a:lnTo>
                      <a:pt x="5441" y="139876"/>
                    </a:lnTo>
                    <a:lnTo>
                      <a:pt x="0" y="190500"/>
                    </a:lnTo>
                    <a:lnTo>
                      <a:pt x="5441" y="241123"/>
                    </a:lnTo>
                    <a:lnTo>
                      <a:pt x="20799" y="286624"/>
                    </a:lnTo>
                    <a:lnTo>
                      <a:pt x="44624" y="325183"/>
                    </a:lnTo>
                    <a:lnTo>
                      <a:pt x="75466" y="354979"/>
                    </a:lnTo>
                    <a:lnTo>
                      <a:pt x="111874" y="374191"/>
                    </a:lnTo>
                    <a:lnTo>
                      <a:pt x="152400" y="381000"/>
                    </a:lnTo>
                    <a:lnTo>
                      <a:pt x="192925" y="374191"/>
                    </a:lnTo>
                    <a:lnTo>
                      <a:pt x="229333" y="354979"/>
                    </a:lnTo>
                    <a:lnTo>
                      <a:pt x="260175" y="325183"/>
                    </a:lnTo>
                    <a:lnTo>
                      <a:pt x="284000" y="286624"/>
                    </a:lnTo>
                    <a:lnTo>
                      <a:pt x="299358" y="241123"/>
                    </a:lnTo>
                    <a:lnTo>
                      <a:pt x="304800" y="190500"/>
                    </a:lnTo>
                    <a:lnTo>
                      <a:pt x="299358" y="139876"/>
                    </a:lnTo>
                    <a:lnTo>
                      <a:pt x="284000" y="94375"/>
                    </a:lnTo>
                    <a:lnTo>
                      <a:pt x="260175" y="55816"/>
                    </a:lnTo>
                    <a:lnTo>
                      <a:pt x="229333" y="26020"/>
                    </a:lnTo>
                    <a:lnTo>
                      <a:pt x="192925" y="6808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36" name="Google Shape;558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PJL5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cRUAAKQTAABRFwAA/BUAAAAAAAAmAAAACAAAAP//////////"/>
                  </a:ext>
                </a:extLst>
              </p:cNvSpPr>
              <p:nvPr/>
            </p:nvSpPr>
            <p:spPr>
              <a:xfrm>
                <a:off x="3485515" y="3192780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0" y="190500"/>
                    </a:moveTo>
                    <a:lnTo>
                      <a:pt x="5441" y="139876"/>
                    </a:lnTo>
                    <a:lnTo>
                      <a:pt x="20799" y="94375"/>
                    </a:lnTo>
                    <a:lnTo>
                      <a:pt x="44624" y="55816"/>
                    </a:lnTo>
                    <a:lnTo>
                      <a:pt x="75466" y="26020"/>
                    </a:lnTo>
                    <a:lnTo>
                      <a:pt x="111874" y="6808"/>
                    </a:lnTo>
                    <a:lnTo>
                      <a:pt x="152400" y="0"/>
                    </a:lnTo>
                    <a:lnTo>
                      <a:pt x="192925" y="6808"/>
                    </a:lnTo>
                    <a:lnTo>
                      <a:pt x="229333" y="26020"/>
                    </a:lnTo>
                    <a:lnTo>
                      <a:pt x="260175" y="55816"/>
                    </a:lnTo>
                    <a:lnTo>
                      <a:pt x="284000" y="94375"/>
                    </a:lnTo>
                    <a:lnTo>
                      <a:pt x="299358" y="139876"/>
                    </a:lnTo>
                    <a:lnTo>
                      <a:pt x="304800" y="190500"/>
                    </a:lnTo>
                    <a:lnTo>
                      <a:pt x="299358" y="241123"/>
                    </a:lnTo>
                    <a:lnTo>
                      <a:pt x="284000" y="286624"/>
                    </a:lnTo>
                    <a:lnTo>
                      <a:pt x="260175" y="325183"/>
                    </a:lnTo>
                    <a:lnTo>
                      <a:pt x="229333" y="354979"/>
                    </a:lnTo>
                    <a:lnTo>
                      <a:pt x="192925" y="374191"/>
                    </a:lnTo>
                    <a:lnTo>
                      <a:pt x="152400" y="381000"/>
                    </a:lnTo>
                    <a:lnTo>
                      <a:pt x="111874" y="374191"/>
                    </a:lnTo>
                    <a:lnTo>
                      <a:pt x="75466" y="354979"/>
                    </a:lnTo>
                    <a:lnTo>
                      <a:pt x="44624" y="325183"/>
                    </a:lnTo>
                    <a:lnTo>
                      <a:pt x="20799" y="286624"/>
                    </a:lnTo>
                    <a:lnTo>
                      <a:pt x="5441" y="241123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34" name="Google Shape;559;p52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M+VBy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BxYAAAsUAAC9FgAAcBUAAAAgAAAmAAAACAAAAP//////////"/>
                </a:ext>
              </a:extLst>
            </p:cNvSpPr>
            <p:nvPr/>
          </p:nvSpPr>
          <p:spPr>
            <a:xfrm>
              <a:off x="3580765" y="3258185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4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grpSp>
          <p:nvGrpSpPr>
            <p:cNvPr id="31" name="Google Shape;560;p52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D9RAAAfAAAAVAAAAAAAAAAAAAAAAAAAAAAAAAAAAAAAAAAAAAAAAAAAAAAAAAAAAAAAAAAAAAAAAAAAAAAAAAAAAAAAAAAAAAAAAAAAAAAAAAAAAAAAAAAAAAAAAAAAACEAAAAYAAAAFAAAAFEXAAAVDQAAMRkAAG0PAAAAAAAAJgAAAAgAAAD/////AAAAAA=="/>
                </a:ext>
              </a:extLst>
            </p:cNvGrpSpPr>
            <p:nvPr/>
          </p:nvGrpSpPr>
          <p:grpSpPr>
            <a:xfrm>
              <a:off x="3790315" y="2126615"/>
              <a:ext cx="304800" cy="381000"/>
              <a:chOff x="3790315" y="2126615"/>
              <a:chExt cx="304800" cy="381000"/>
            </a:xfrm>
          </p:grpSpPr>
          <p:sp>
            <p:nvSpPr>
              <p:cNvPr id="33" name="Google Shape;561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M+VBy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URcAABUNAAAxGQAAbQ8AAAAAAAAmAAAACAAAAP//////////"/>
                  </a:ext>
                </a:extLst>
              </p:cNvSpPr>
              <p:nvPr/>
            </p:nvSpPr>
            <p:spPr>
              <a:xfrm>
                <a:off x="3790315" y="212661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152400" y="0"/>
                    </a:moveTo>
                    <a:lnTo>
                      <a:pt x="111874" y="6808"/>
                    </a:lnTo>
                    <a:lnTo>
                      <a:pt x="75466" y="26020"/>
                    </a:lnTo>
                    <a:lnTo>
                      <a:pt x="44624" y="55816"/>
                    </a:lnTo>
                    <a:lnTo>
                      <a:pt x="20799" y="94375"/>
                    </a:lnTo>
                    <a:lnTo>
                      <a:pt x="5441" y="139876"/>
                    </a:lnTo>
                    <a:lnTo>
                      <a:pt x="0" y="190500"/>
                    </a:lnTo>
                    <a:lnTo>
                      <a:pt x="5441" y="241123"/>
                    </a:lnTo>
                    <a:lnTo>
                      <a:pt x="20799" y="286624"/>
                    </a:lnTo>
                    <a:lnTo>
                      <a:pt x="44624" y="325183"/>
                    </a:lnTo>
                    <a:lnTo>
                      <a:pt x="75466" y="354979"/>
                    </a:lnTo>
                    <a:lnTo>
                      <a:pt x="111874" y="374191"/>
                    </a:lnTo>
                    <a:lnTo>
                      <a:pt x="152400" y="381000"/>
                    </a:lnTo>
                    <a:lnTo>
                      <a:pt x="192925" y="374191"/>
                    </a:lnTo>
                    <a:lnTo>
                      <a:pt x="229333" y="354979"/>
                    </a:lnTo>
                    <a:lnTo>
                      <a:pt x="260175" y="325183"/>
                    </a:lnTo>
                    <a:lnTo>
                      <a:pt x="284000" y="286624"/>
                    </a:lnTo>
                    <a:lnTo>
                      <a:pt x="299358" y="241123"/>
                    </a:lnTo>
                    <a:lnTo>
                      <a:pt x="304800" y="190500"/>
                    </a:lnTo>
                    <a:lnTo>
                      <a:pt x="299358" y="139876"/>
                    </a:lnTo>
                    <a:lnTo>
                      <a:pt x="284000" y="94375"/>
                    </a:lnTo>
                    <a:lnTo>
                      <a:pt x="260175" y="55816"/>
                    </a:lnTo>
                    <a:lnTo>
                      <a:pt x="229333" y="26020"/>
                    </a:lnTo>
                    <a:lnTo>
                      <a:pt x="192925" y="6808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32" name="Google Shape;562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FSBWd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URcAABUNAAAxGQAAbQ8AAAAAAAAmAAAACAAAAP//////////"/>
                  </a:ext>
                </a:extLst>
              </p:cNvSpPr>
              <p:nvPr/>
            </p:nvSpPr>
            <p:spPr>
              <a:xfrm>
                <a:off x="3790315" y="212661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0" y="190500"/>
                    </a:moveTo>
                    <a:lnTo>
                      <a:pt x="5441" y="139876"/>
                    </a:lnTo>
                    <a:lnTo>
                      <a:pt x="20799" y="94375"/>
                    </a:lnTo>
                    <a:lnTo>
                      <a:pt x="44624" y="55816"/>
                    </a:lnTo>
                    <a:lnTo>
                      <a:pt x="75466" y="26020"/>
                    </a:lnTo>
                    <a:lnTo>
                      <a:pt x="111874" y="6808"/>
                    </a:lnTo>
                    <a:lnTo>
                      <a:pt x="152400" y="0"/>
                    </a:lnTo>
                    <a:lnTo>
                      <a:pt x="192925" y="6808"/>
                    </a:lnTo>
                    <a:lnTo>
                      <a:pt x="229333" y="26020"/>
                    </a:lnTo>
                    <a:lnTo>
                      <a:pt x="260175" y="55816"/>
                    </a:lnTo>
                    <a:lnTo>
                      <a:pt x="284000" y="94375"/>
                    </a:lnTo>
                    <a:lnTo>
                      <a:pt x="299358" y="139876"/>
                    </a:lnTo>
                    <a:lnTo>
                      <a:pt x="304800" y="190500"/>
                    </a:lnTo>
                    <a:lnTo>
                      <a:pt x="299358" y="241123"/>
                    </a:lnTo>
                    <a:lnTo>
                      <a:pt x="284000" y="286624"/>
                    </a:lnTo>
                    <a:lnTo>
                      <a:pt x="260175" y="325183"/>
                    </a:lnTo>
                    <a:lnTo>
                      <a:pt x="229333" y="354979"/>
                    </a:lnTo>
                    <a:lnTo>
                      <a:pt x="192925" y="374191"/>
                    </a:lnTo>
                    <a:lnTo>
                      <a:pt x="152400" y="381000"/>
                    </a:lnTo>
                    <a:lnTo>
                      <a:pt x="111874" y="374191"/>
                    </a:lnTo>
                    <a:lnTo>
                      <a:pt x="75466" y="354979"/>
                    </a:lnTo>
                    <a:lnTo>
                      <a:pt x="44624" y="325183"/>
                    </a:lnTo>
                    <a:lnTo>
                      <a:pt x="20799" y="286624"/>
                    </a:lnTo>
                    <a:lnTo>
                      <a:pt x="5441" y="241123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30" name="Google Shape;563;p52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EA9T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5xcAAHgNAACdGAAA3Q4AAAAgAAAmAAAACAAAAP//////////"/>
                </a:ext>
              </a:extLst>
            </p:cNvSpPr>
            <p:nvPr/>
          </p:nvSpPr>
          <p:spPr>
            <a:xfrm>
              <a:off x="3885565" y="2189480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5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sp>
          <p:nvSpPr>
            <p:cNvPr id="29" name="Google Shape;564;p52"/>
            <p:cNvSpPr>
              <a:extLst>
                <a:ext uri="smNativeData">
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SX26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M+VBy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SX26AP///wEAAAAAAAAAAAAAAAAAAAAAAAAAAAAAAAAAAAAAAAAAAAAAAAJ/f38A5+bmA8zMzADAwP8Af39/AAAAAAAAAAAAAAAAAAAAAAAAAAAAIQAAABgAAAAUAAAAwgsAAE4KAAD5GAAA3RUAAAAAAAAmAAAACAAAAP//////////"/>
                </a:ext>
              </a:extLst>
            </p:cNvSpPr>
            <p:nvPr/>
          </p:nvSpPr>
          <p:spPr>
            <a:xfrm>
              <a:off x="1911350" y="1675130"/>
              <a:ext cx="2148205" cy="1878965"/>
            </a:xfrm>
            <a:custGeom>
              <a:avLst/>
              <a:gdLst/>
              <a:ahLst/>
              <a:cxnLst/>
              <a:rect l="0" t="0" r="2148205" b="1878965"/>
              <a:pathLst>
                <a:path w="2148205" h="1878965">
                  <a:moveTo>
                    <a:pt x="370268" y="1684085"/>
                  </a:moveTo>
                  <a:lnTo>
                    <a:pt x="341680" y="1697835"/>
                  </a:lnTo>
                  <a:lnTo>
                    <a:pt x="11430" y="1014005"/>
                  </a:lnTo>
                  <a:lnTo>
                    <a:pt x="0" y="1019591"/>
                  </a:lnTo>
                  <a:lnTo>
                    <a:pt x="330225" y="1703344"/>
                  </a:lnTo>
                  <a:lnTo>
                    <a:pt x="301637" y="1717094"/>
                  </a:lnTo>
                  <a:lnTo>
                    <a:pt x="369087" y="1769147"/>
                  </a:lnTo>
                  <a:lnTo>
                    <a:pt x="369836" y="1714809"/>
                  </a:lnTo>
                  <a:lnTo>
                    <a:pt x="370268" y="1684085"/>
                  </a:lnTo>
                  <a:close/>
                </a:path>
                <a:path w="2148205" h="1878965">
                  <a:moveTo>
                    <a:pt x="674852" y="9394"/>
                  </a:moveTo>
                  <a:lnTo>
                    <a:pt x="665378" y="1015"/>
                  </a:lnTo>
                  <a:lnTo>
                    <a:pt x="51739" y="687421"/>
                  </a:lnTo>
                  <a:lnTo>
                    <a:pt x="28079" y="666270"/>
                  </a:lnTo>
                  <a:lnTo>
                    <a:pt x="5715" y="748412"/>
                  </a:lnTo>
                  <a:lnTo>
                    <a:pt x="84899" y="717053"/>
                  </a:lnTo>
                  <a:lnTo>
                    <a:pt x="71818" y="705373"/>
                  </a:lnTo>
                  <a:lnTo>
                    <a:pt x="61226" y="695901"/>
                  </a:lnTo>
                  <a:lnTo>
                    <a:pt x="674852" y="9394"/>
                  </a:lnTo>
                  <a:close/>
                </a:path>
                <a:path w="2148205" h="1878965">
                  <a:moveTo>
                    <a:pt x="1618551" y="1847987"/>
                  </a:moveTo>
                  <a:lnTo>
                    <a:pt x="1557528" y="1847987"/>
                  </a:lnTo>
                  <a:lnTo>
                    <a:pt x="1544789" y="1847987"/>
                  </a:lnTo>
                  <a:lnTo>
                    <a:pt x="1542288" y="1878584"/>
                  </a:lnTo>
                  <a:lnTo>
                    <a:pt x="1618551" y="1847987"/>
                  </a:lnTo>
                  <a:close/>
                </a:path>
                <a:path w="2148205" h="1878965">
                  <a:moveTo>
                    <a:pt x="1621409" y="1846844"/>
                  </a:moveTo>
                  <a:lnTo>
                    <a:pt x="1548511" y="1802663"/>
                  </a:lnTo>
                  <a:lnTo>
                    <a:pt x="1545920" y="1834250"/>
                  </a:lnTo>
                  <a:lnTo>
                    <a:pt x="676795" y="1763053"/>
                  </a:lnTo>
                  <a:lnTo>
                    <a:pt x="675754" y="1775748"/>
                  </a:lnTo>
                  <a:lnTo>
                    <a:pt x="1544878" y="1846958"/>
                  </a:lnTo>
                  <a:lnTo>
                    <a:pt x="1557616" y="1846958"/>
                  </a:lnTo>
                  <a:lnTo>
                    <a:pt x="1621142" y="1846958"/>
                  </a:lnTo>
                  <a:lnTo>
                    <a:pt x="1621409" y="1846844"/>
                  </a:lnTo>
                  <a:close/>
                </a:path>
                <a:path w="2148205" h="1878965">
                  <a:moveTo>
                    <a:pt x="1925066" y="779135"/>
                  </a:moveTo>
                  <a:lnTo>
                    <a:pt x="1840484" y="789419"/>
                  </a:lnTo>
                  <a:lnTo>
                    <a:pt x="1858010" y="815902"/>
                  </a:lnTo>
                  <a:lnTo>
                    <a:pt x="1372857" y="1136709"/>
                  </a:lnTo>
                  <a:lnTo>
                    <a:pt x="1362290" y="1118377"/>
                  </a:lnTo>
                  <a:lnTo>
                    <a:pt x="1362290" y="1143705"/>
                  </a:lnTo>
                  <a:lnTo>
                    <a:pt x="992759" y="1388059"/>
                  </a:lnTo>
                  <a:lnTo>
                    <a:pt x="616305" y="1183074"/>
                  </a:lnTo>
                  <a:lnTo>
                    <a:pt x="699109" y="802355"/>
                  </a:lnTo>
                  <a:lnTo>
                    <a:pt x="1133055" y="745795"/>
                  </a:lnTo>
                  <a:lnTo>
                    <a:pt x="1362290" y="1143705"/>
                  </a:lnTo>
                  <a:lnTo>
                    <a:pt x="1362290" y="1118377"/>
                  </a:lnTo>
                  <a:lnTo>
                    <a:pt x="1146657" y="744018"/>
                  </a:lnTo>
                  <a:lnTo>
                    <a:pt x="1805482" y="658145"/>
                  </a:lnTo>
                  <a:lnTo>
                    <a:pt x="1809623" y="689630"/>
                  </a:lnTo>
                  <a:lnTo>
                    <a:pt x="1877402" y="643926"/>
                  </a:lnTo>
                  <a:lnTo>
                    <a:pt x="1880235" y="642022"/>
                  </a:lnTo>
                  <a:lnTo>
                    <a:pt x="1799717" y="614091"/>
                  </a:lnTo>
                  <a:lnTo>
                    <a:pt x="1803844" y="645576"/>
                  </a:lnTo>
                  <a:lnTo>
                    <a:pt x="1139812" y="732135"/>
                  </a:lnTo>
                  <a:lnTo>
                    <a:pt x="1126210" y="708534"/>
                  </a:lnTo>
                  <a:lnTo>
                    <a:pt x="1126210" y="733912"/>
                  </a:lnTo>
                  <a:lnTo>
                    <a:pt x="701967" y="789203"/>
                  </a:lnTo>
                  <a:lnTo>
                    <a:pt x="826985" y="214493"/>
                  </a:lnTo>
                  <a:lnTo>
                    <a:pt x="1126210" y="733912"/>
                  </a:lnTo>
                  <a:lnTo>
                    <a:pt x="1126210" y="708534"/>
                  </a:lnTo>
                  <a:lnTo>
                    <a:pt x="830999" y="196021"/>
                  </a:lnTo>
                  <a:lnTo>
                    <a:pt x="831113" y="195513"/>
                  </a:lnTo>
                  <a:lnTo>
                    <a:pt x="830643" y="195411"/>
                  </a:lnTo>
                  <a:lnTo>
                    <a:pt x="828078" y="190943"/>
                  </a:lnTo>
                  <a:lnTo>
                    <a:pt x="823226" y="193748"/>
                  </a:lnTo>
                  <a:lnTo>
                    <a:pt x="818692" y="192720"/>
                  </a:lnTo>
                  <a:lnTo>
                    <a:pt x="817778" y="196884"/>
                  </a:lnTo>
                  <a:lnTo>
                    <a:pt x="817079" y="197290"/>
                  </a:lnTo>
                  <a:lnTo>
                    <a:pt x="817524" y="198078"/>
                  </a:lnTo>
                  <a:lnTo>
                    <a:pt x="688581" y="790954"/>
                  </a:lnTo>
                  <a:lnTo>
                    <a:pt x="685723" y="791335"/>
                  </a:lnTo>
                  <a:lnTo>
                    <a:pt x="685723" y="804107"/>
                  </a:lnTo>
                  <a:lnTo>
                    <a:pt x="604685" y="1176739"/>
                  </a:lnTo>
                  <a:lnTo>
                    <a:pt x="68148" y="884598"/>
                  </a:lnTo>
                  <a:lnTo>
                    <a:pt x="685723" y="804107"/>
                  </a:lnTo>
                  <a:lnTo>
                    <a:pt x="685723" y="791335"/>
                  </a:lnTo>
                  <a:lnTo>
                    <a:pt x="50609" y="874099"/>
                  </a:lnTo>
                  <a:lnTo>
                    <a:pt x="51676" y="882274"/>
                  </a:lnTo>
                  <a:lnTo>
                    <a:pt x="48399" y="888318"/>
                  </a:lnTo>
                  <a:lnTo>
                    <a:pt x="601865" y="1189688"/>
                  </a:lnTo>
                  <a:lnTo>
                    <a:pt x="533868" y="1502410"/>
                  </a:lnTo>
                  <a:lnTo>
                    <a:pt x="502831" y="1495681"/>
                  </a:lnTo>
                  <a:lnTo>
                    <a:pt x="523874" y="1578203"/>
                  </a:lnTo>
                  <a:lnTo>
                    <a:pt x="572693" y="1517518"/>
                  </a:lnTo>
                  <a:lnTo>
                    <a:pt x="577291" y="1511805"/>
                  </a:lnTo>
                  <a:lnTo>
                    <a:pt x="546265" y="1505101"/>
                  </a:lnTo>
                  <a:lnTo>
                    <a:pt x="613486" y="1196023"/>
                  </a:lnTo>
                  <a:lnTo>
                    <a:pt x="980744" y="1395994"/>
                  </a:lnTo>
                  <a:lnTo>
                    <a:pt x="627049" y="1629875"/>
                  </a:lnTo>
                  <a:lnTo>
                    <a:pt x="634060" y="1640539"/>
                  </a:lnTo>
                  <a:lnTo>
                    <a:pt x="993419" y="1402900"/>
                  </a:lnTo>
                  <a:lnTo>
                    <a:pt x="1505521" y="1681723"/>
                  </a:lnTo>
                  <a:lnTo>
                    <a:pt x="1490345" y="1709604"/>
                  </a:lnTo>
                  <a:lnTo>
                    <a:pt x="1575435" y="1712524"/>
                  </a:lnTo>
                  <a:lnTo>
                    <a:pt x="1558188" y="1687767"/>
                  </a:lnTo>
                  <a:lnTo>
                    <a:pt x="1526794" y="1642697"/>
                  </a:lnTo>
                  <a:lnTo>
                    <a:pt x="1511617" y="1670551"/>
                  </a:lnTo>
                  <a:lnTo>
                    <a:pt x="1005446" y="1394953"/>
                  </a:lnTo>
                  <a:lnTo>
                    <a:pt x="1368666" y="1154775"/>
                  </a:lnTo>
                  <a:lnTo>
                    <a:pt x="1575562" y="1513874"/>
                  </a:lnTo>
                  <a:lnTo>
                    <a:pt x="1548003" y="1529706"/>
                  </a:lnTo>
                  <a:lnTo>
                    <a:pt x="1618996" y="1576807"/>
                  </a:lnTo>
                  <a:lnTo>
                    <a:pt x="1615960" y="1524881"/>
                  </a:lnTo>
                  <a:lnTo>
                    <a:pt x="1614043" y="1491745"/>
                  </a:lnTo>
                  <a:lnTo>
                    <a:pt x="1586509" y="1507576"/>
                  </a:lnTo>
                  <a:lnTo>
                    <a:pt x="1379232" y="1147780"/>
                  </a:lnTo>
                  <a:lnTo>
                    <a:pt x="1865045" y="826528"/>
                  </a:lnTo>
                  <a:lnTo>
                    <a:pt x="1882521" y="852897"/>
                  </a:lnTo>
                  <a:lnTo>
                    <a:pt x="1907921" y="808843"/>
                  </a:lnTo>
                  <a:lnTo>
                    <a:pt x="1925066" y="779135"/>
                  </a:lnTo>
                  <a:close/>
                </a:path>
                <a:path w="2148205" h="1878965">
                  <a:moveTo>
                    <a:pt x="2034159" y="448412"/>
                  </a:moveTo>
                  <a:lnTo>
                    <a:pt x="1047623" y="29225"/>
                  </a:lnTo>
                  <a:lnTo>
                    <a:pt x="1049731" y="24248"/>
                  </a:lnTo>
                  <a:lnTo>
                    <a:pt x="1060069" y="0"/>
                  </a:lnTo>
                  <a:lnTo>
                    <a:pt x="974979" y="5205"/>
                  </a:lnTo>
                  <a:lnTo>
                    <a:pt x="1030224" y="70080"/>
                  </a:lnTo>
                  <a:lnTo>
                    <a:pt x="1042644" y="40892"/>
                  </a:lnTo>
                  <a:lnTo>
                    <a:pt x="2029079" y="460219"/>
                  </a:lnTo>
                  <a:lnTo>
                    <a:pt x="2034159" y="448412"/>
                  </a:lnTo>
                  <a:close/>
                </a:path>
                <a:path w="2148205" h="1878965">
                  <a:moveTo>
                    <a:pt x="2147697" y="863943"/>
                  </a:moveTo>
                  <a:lnTo>
                    <a:pt x="2144941" y="836139"/>
                  </a:lnTo>
                  <a:lnTo>
                    <a:pt x="2139315" y="779135"/>
                  </a:lnTo>
                  <a:lnTo>
                    <a:pt x="2076577" y="836774"/>
                  </a:lnTo>
                  <a:lnTo>
                    <a:pt x="2106180" y="848085"/>
                  </a:lnTo>
                  <a:lnTo>
                    <a:pt x="1828546" y="1575791"/>
                  </a:lnTo>
                  <a:lnTo>
                    <a:pt x="1840484" y="1580234"/>
                  </a:lnTo>
                  <a:lnTo>
                    <a:pt x="2118118" y="852655"/>
                  </a:lnTo>
                  <a:lnTo>
                    <a:pt x="2147697" y="863943"/>
                  </a:lnTo>
                  <a:close/>
                </a:path>
              </a:pathLst>
            </a:custGeom>
            <a:solidFill>
              <a:srgbClr val="497DBA"/>
            </a:solidFill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>
                <a:defRPr lang="en-us"/>
              </a:pPr>
              <a:endParaRPr lang="en-us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8" name="Google Shape;565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M+VBy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ugwAAP4LAADcDQAAHQ0AAAAgAAAmAAAACAAAAP//////////"/>
                </a:ext>
              </a:extLst>
            </p:cNvSpPr>
            <p:nvPr/>
          </p:nvSpPr>
          <p:spPr>
            <a:xfrm>
              <a:off x="2068830" y="1949450"/>
              <a:ext cx="184150" cy="1822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70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7" name="Google Shape;566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M+VBy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Wg8AAK0MAAD5EAAAzQ0AAAAgAAAmAAAACAAAAP//////////"/>
                </a:ext>
              </a:extLst>
            </p:cNvSpPr>
            <p:nvPr/>
          </p:nvSpPr>
          <p:spPr>
            <a:xfrm>
              <a:off x="2495550" y="2060575"/>
              <a:ext cx="263525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125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6" name="Google Shape;567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+BEAAE4NAACXEwAAbQ4AAAAgAAAmAAAACAAAAP//////////"/>
                </a:ext>
              </a:extLst>
            </p:cNvSpPr>
            <p:nvPr/>
          </p:nvSpPr>
          <p:spPr>
            <a:xfrm>
              <a:off x="2921000" y="2162810"/>
              <a:ext cx="263525" cy="1822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100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5" name="Google Shape;568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eAsAAO8RAACaDAAADxMAAAAgAAAmAAAACAAAAP//////////"/>
                </a:ext>
              </a:extLst>
            </p:cNvSpPr>
            <p:nvPr/>
          </p:nvSpPr>
          <p:spPr>
            <a:xfrm>
              <a:off x="1864360" y="2915285"/>
              <a:ext cx="184150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50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4" name="Google Shape;569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Q0AAI8QAABLDgAArhEAAAAgAAAmAAAACAAAAP//////////"/>
                </a:ext>
              </a:extLst>
            </p:cNvSpPr>
            <p:nvPr/>
          </p:nvSpPr>
          <p:spPr>
            <a:xfrm>
              <a:off x="2139315" y="2691765"/>
              <a:ext cx="184150" cy="1822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75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3" name="Google Shape;570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Q0AAJkOAADIDgAAuQ8AAAAgAAAmAAAACAAAAP//////////"/>
                </a:ext>
              </a:extLst>
            </p:cNvSpPr>
            <p:nvPr/>
          </p:nvSpPr>
          <p:spPr>
            <a:xfrm>
              <a:off x="2139315" y="2372995"/>
              <a:ext cx="263525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125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2" name="Google Shape;571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bBcAAJ0RAACOGAAAvRIAAAAgAAAmAAAACAAAAP//////////"/>
                </a:ext>
              </a:extLst>
            </p:cNvSpPr>
            <p:nvPr/>
          </p:nvSpPr>
          <p:spPr>
            <a:xfrm>
              <a:off x="3807460" y="2863215"/>
              <a:ext cx="184150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50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1" name="Google Shape;572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E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phAAAH4VAABFEgAAnhYAAAAgAAAmAAAACAAAAP//////////"/>
                </a:ext>
              </a:extLst>
            </p:cNvSpPr>
            <p:nvPr/>
          </p:nvSpPr>
          <p:spPr>
            <a:xfrm>
              <a:off x="2706370" y="3493770"/>
              <a:ext cx="263525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100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0" name="Google Shape;573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NRQAAOIPAADUFQAAAhEAAAAgAAAmAAAACAAAAP//////////"/>
                </a:ext>
              </a:extLst>
            </p:cNvSpPr>
            <p:nvPr/>
          </p:nvSpPr>
          <p:spPr>
            <a:xfrm>
              <a:off x="3284855" y="2581910"/>
              <a:ext cx="263525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125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19" name="Google Shape;574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3RUAAA0LAAD/FgAALAwAAAAgAAAmAAAACAAAAP//////////"/>
                </a:ext>
              </a:extLst>
            </p:cNvSpPr>
            <p:nvPr/>
          </p:nvSpPr>
          <p:spPr>
            <a:xfrm>
              <a:off x="3554095" y="1796415"/>
              <a:ext cx="184150" cy="1822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75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"/>
          <p:cNvGraphicFramePr>
            <a:graphicFrameLocks noGrp="1"/>
          </p:cNvGraphicFramePr>
          <p:nvPr/>
        </p:nvGraphicFramePr>
        <p:xfrm>
          <a:off x="5502275" y="2965450"/>
          <a:ext cx="804545" cy="20421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8930"/>
                <a:gridCol w="475615"/>
              </a:tblGrid>
              <a:tr h="64770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n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h(n)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64770"/>
                  </a:ext>
                </a:extLst>
              </a:tr>
              <a:tr h="64770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1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60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64770"/>
                  </a:ext>
                </a:extLst>
              </a:tr>
              <a:tr h="64770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2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120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64770"/>
                  </a:ext>
                </a:extLst>
              </a:tr>
              <a:tr h="64770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3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>
                          <a:solidFill>
                            <a:srgbClr val="FF0000"/>
                          </a:solidFill>
                        </a:rPr>
                        <a:t>30</a:t>
                      </a:r>
                      <a:endParaRPr lang="en-in" sz="1400" cap="none">
                        <a:solidFill>
                          <a:srgbClr val="FF0000"/>
                        </a:solidFill>
                      </a:endParaRPr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64770"/>
                  </a:ext>
                </a:extLst>
              </a:tr>
              <a:tr h="64770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4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40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64770"/>
                  </a:ext>
                </a:extLst>
              </a:tr>
              <a:tr h="65405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5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0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65405"/>
                  </a:ext>
                </a:extLst>
              </a:tr>
            </a:tbl>
          </a:graphicData>
        </a:graphic>
      </p:graphicFrame>
      <p:sp>
        <p:nvSpPr>
          <p:cNvPr id="3" name="Google Shape;434;p44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QAsAAPAAAAAoMgAA+AcAABAAAAAmAAAACAAAAD0wAAD/HwAA"/>
              </a:ext>
            </a:extLst>
          </p:cNvSpPr>
          <p:nvPr>
            <p:ph type="body" idx="2"/>
          </p:nvPr>
        </p:nvSpPr>
        <p:spPr>
          <a:xfrm>
            <a:off x="1828800" y="152400"/>
            <a:ext cx="6324600" cy="1143000"/>
          </a:xfr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marL="12700">
              <a:spcBef>
                <a:spcPts val="100"/>
              </a:spcBef>
              <a:defRPr lang="en-us" sz="2800" cap="none">
                <a:solidFill>
                  <a:srgbClr val="FF0000"/>
                </a:solidFill>
              </a:defRPr>
            </a:pPr>
            <a:r>
              <a:rPr lang="en-in" cap="none"/>
              <a:t>Case Study – 1 Search in Treebanks</a:t>
            </a:r>
            <a:endParaRPr lang="en-in" cap="none"/>
          </a:p>
        </p:txBody>
      </p:sp>
      <p:pic>
        <p:nvPicPr>
          <p:cNvPr id="4" name="Picture1"/>
          <p:cNvPicPr>
            <a:extLst>
              <a:ext uri="smNativeData">
                <pr:smNativeData xmlns:pr="smNativeData" xmlns="smNativeData" val="SMDATA_17_WXOI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VY29t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LgNAAA3CgAAIjgAACQl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230120" y="1660525"/>
            <a:ext cx="6894830" cy="43770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1"/>
          <p:cNvSpPr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tQoAAH4kAACGOAAAVCkAABAAAAAmAAAACAAAAP//////////"/>
              </a:ext>
            </a:extLst>
          </p:cNvSpPr>
          <p:nvPr/>
        </p:nvSpPr>
        <p:spPr>
          <a:xfrm>
            <a:off x="1740535" y="5932170"/>
            <a:ext cx="7447915" cy="7861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12700">
              <a:lnSpc>
                <a:spcPct val="104000"/>
              </a:lnSpc>
              <a:defRPr lang="en-us"/>
            </a:pPr>
            <a:r>
              <a:rPr lang="en-in" sz="1100" cap="none">
                <a:solidFill>
                  <a:srgbClr val="000000"/>
                </a:solidFill>
              </a:rPr>
              <a:t>Source Credit :</a:t>
            </a:r>
            <a:endParaRPr lang="en-us" sz="1100" cap="none">
              <a:solidFill>
                <a:srgbClr val="000000"/>
              </a:solidFill>
            </a:endParaRPr>
          </a:p>
          <a:p>
            <a:pPr marL="12700">
              <a:spcBef>
                <a:spcPts val="380"/>
              </a:spcBef>
              <a:defRPr lang="en-us"/>
            </a:pPr>
            <a:r>
              <a:rPr lang="en-in" sz="1100" u="sng" cap="none">
                <a:solidFill>
                  <a:srgbClr val="0000FF"/>
                </a:solidFill>
                <a:hlinkClick r:id="rId4"/>
              </a:rPr>
              <a:t>https://catalog.ldc.upenn.edu/docs/LDC95T7/cl93.html</a:t>
            </a:r>
            <a:endParaRPr lang="en-us" sz="1100" cap="none">
              <a:solidFill>
                <a:srgbClr val="000000"/>
              </a:solidFill>
            </a:endParaRPr>
          </a:p>
          <a:p>
            <a:pPr marL="12700">
              <a:spcBef>
                <a:spcPts val="405"/>
              </a:spcBef>
              <a:defRPr lang="en-us"/>
            </a:pPr>
            <a:r>
              <a:rPr lang="en-in" sz="1100" u="sng" cap="none">
                <a:solidFill>
                  <a:srgbClr val="0000FF"/>
                </a:solidFill>
                <a:hlinkClick r:id="rId5"/>
              </a:rPr>
              <a:t>https://ufal.mff.cuni.cz/pdt3.5</a:t>
            </a:r>
            <a:endParaRPr lang="en-us" sz="1100" cap="none">
              <a:solidFill>
                <a:srgbClr val="000000"/>
              </a:solidFill>
            </a:endParaRPr>
          </a:p>
        </p:txBody>
      </p:sp>
      <p:sp>
        <p:nvSpPr>
          <p:cNvPr id="6" name="FooterArea1"/>
          <p:cNvSpPr>
            <a:extLst>
              <a:ext uri="smNativeData">
                <pr:smNativeData xmlns:pr="smNativeData" xmlns="smNativeData" val="SMDATA_15_WXOIaRMAAAAlAAAAZAAAAE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qCgAAG4lAACqOgAAeSYAABAgAAAmAAAACAAAAP//////////"/>
              </a:ext>
            </a:extLst>
          </p:cNvSpPr>
          <p:nvPr/>
        </p:nvSpPr>
        <p:spPr>
          <a:xfrm>
            <a:off x="6609080" y="6084570"/>
            <a:ext cx="2927350" cy="1695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t"/>
          <a:lstStyle/>
          <a:p>
            <a:pPr marL="12700">
              <a:defRPr lang="en-us" sz="1100" cap="none">
                <a:solidFill>
                  <a:srgbClr val="0E0F40"/>
                </a:solidFill>
                <a:latin typeface="Arial" pitchFamily="1" charset="0"/>
                <a:ea typeface="Calibri" pitchFamily="2" charset="0"/>
                <a:cs typeface="Calibri" pitchFamily="2" charset="0"/>
              </a:defRPr>
            </a:pPr>
            <a:r>
              <a:rPr lang="en-in" b="1" cap="none"/>
              <a:t>BITS </a:t>
            </a:r>
            <a:r>
              <a:rPr lang="en-in" cap="none"/>
              <a:t>Pilani, Pilani Campus</a:t>
            </a:r>
            <a:endParaRPr lang="en-i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5;p47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AIAAP8IAADaSQAAYCcAAAAAAAAmAAAACAAAAL2wAAD/HwAA"/>
              </a:ext>
            </a:extLst>
          </p:cNvSpPr>
          <p:nvPr>
            <p:ph type="body" idx="1"/>
          </p:nvPr>
        </p:nvSpPr>
        <p:spPr>
          <a:xfrm>
            <a:off x="350520" y="1462405"/>
            <a:ext cx="11654790" cy="4938395"/>
          </a:xfr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342900" indent="-342900">
              <a:spcBef>
                <a:spcPts val="360"/>
              </a:spcBef>
              <a:defRPr lang="en-us" cap="none"/>
            </a:pPr>
            <a:r>
              <a:rPr lang="en-in" cap="none"/>
              <a:t>Expands the node which lies in the closest path (estimated cheapest path) to  goal</a:t>
            </a:r>
            <a:endParaRPr lang="en-in" cap="none"/>
          </a:p>
          <a:p>
            <a:pPr marL="342900" indent="-342900">
              <a:spcBef>
                <a:spcPts val="360"/>
              </a:spcBef>
              <a:defRPr lang="en-us" cap="none"/>
            </a:pPr>
            <a:r>
              <a:rPr lang="en-in" cap="none"/>
              <a:t>Evaluation function </a:t>
            </a:r>
            <a:r>
              <a:rPr lang="en-in" b="1" cap="none"/>
              <a:t>f(n) = g(n) + h(n)</a:t>
            </a:r>
            <a:r>
              <a:rPr lang="en-in" cap="none"/>
              <a:t> </a:t>
            </a:r>
            <a:endParaRPr lang="en-in" cap="none"/>
          </a:p>
          <a:p>
            <a:pPr marL="900430" indent="-179070">
              <a:spcBef>
                <a:spcPts val="360"/>
              </a:spcBef>
              <a:defRPr lang="en-us" cap="none"/>
            </a:pPr>
            <a:r>
              <a:rPr lang="en-in" cap="none"/>
              <a:t>g(n) – the cost to reach the node</a:t>
            </a:r>
            <a:endParaRPr lang="en-in" cap="none"/>
          </a:p>
          <a:p>
            <a:pPr marL="900430" indent="-179070">
              <a:spcBef>
                <a:spcPts val="360"/>
              </a:spcBef>
              <a:defRPr lang="en-us" cap="none"/>
            </a:pPr>
            <a:r>
              <a:rPr lang="en-in" cap="none"/>
              <a:t>h(n) – the expected cost to go from node to goal</a:t>
            </a:r>
            <a:endParaRPr lang="en-in" cap="none"/>
          </a:p>
          <a:p>
            <a:pPr marL="900430" indent="-179070">
              <a:spcBef>
                <a:spcPts val="360"/>
              </a:spcBef>
              <a:defRPr lang="en-us" cap="none"/>
            </a:pPr>
            <a:r>
              <a:rPr lang="en-in" cap="none"/>
              <a:t>f(n) – estimated cost of cheapest path through node n</a:t>
            </a:r>
            <a:endParaRPr lang="en-in" cap="none"/>
          </a:p>
          <a:p>
            <a:pPr marL="342900" indent="-342900">
              <a:spcBef>
                <a:spcPts val="360"/>
              </a:spcBef>
              <a:defRPr lang="en-us" cap="none"/>
            </a:pPr>
          </a:p>
        </p:txBody>
      </p:sp>
      <p:sp>
        <p:nvSpPr>
          <p:cNvPr id="3" name="Google Shape;456;p47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1EI1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QAsAAPAAAADbMQAAXgYAABAAAAAmAAAACAAAAD0wAAD/HwAA"/>
              </a:ext>
            </a:extLst>
          </p:cNvSpPr>
          <p:nvPr>
            <p:ph type="body" idx="2"/>
          </p:nvPr>
        </p:nvSpPr>
        <p:spPr>
          <a:xfrm>
            <a:off x="1828800" y="152400"/>
            <a:ext cx="6275705" cy="882650"/>
          </a:xfr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marL="0" indent="0" algn="ctr">
              <a:lnSpc>
                <a:spcPct val="150000"/>
              </a:lnSpc>
              <a:defRPr lang="en-us" sz="3200" cap="none"/>
            </a:pPr>
            <a:r>
              <a:rPr lang="en-in" cap="none">
                <a:solidFill>
                  <a:srgbClr val="C00000"/>
                </a:solidFill>
              </a:rPr>
              <a:t>A*  Search</a:t>
            </a:r>
            <a:endParaRPr lang="en-us" cap="none">
              <a:solidFill>
                <a:srgbClr val="C00000"/>
              </a:solidFill>
            </a:endParaRPr>
          </a:p>
        </p:txBody>
      </p:sp>
      <p:pic>
        <p:nvPicPr>
          <p:cNvPr id="4" name="Google Shape;457;p47"/>
          <p:cNvPicPr>
            <a:extLst>
              <a:ext uri="smNativeData">
                <pr:smNativeData xmlns:pr="smNativeData" xmlns="smNativeData" val="SMDATA_17_WXOI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G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FsVAABVFgAAtT0AACgo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471545" y="3630295"/>
            <a:ext cx="6559550" cy="289750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"/>
          <p:cNvGraphicFramePr>
            <a:graphicFrameLocks noGrp="1"/>
          </p:cNvGraphicFramePr>
          <p:nvPr/>
        </p:nvGraphicFramePr>
        <p:xfrm>
          <a:off x="2007870" y="4041140"/>
          <a:ext cx="1294130" cy="22250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29590"/>
                <a:gridCol w="764540"/>
              </a:tblGrid>
              <a:tr h="370840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n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h(n)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370840"/>
                  </a:ext>
                </a:extLst>
              </a:tr>
              <a:tr h="370840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1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60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370840"/>
                  </a:ext>
                </a:extLst>
              </a:tr>
              <a:tr h="370840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2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120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370840"/>
                  </a:ext>
                </a:extLst>
              </a:tr>
              <a:tr h="370840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3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70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370840"/>
                  </a:ext>
                </a:extLst>
              </a:tr>
              <a:tr h="370840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4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40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370840"/>
                  </a:ext>
                </a:extLst>
              </a:tr>
              <a:tr h="370840"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5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sz="1400" cap="none"/>
                        <a:t>0</a:t>
                      </a:r>
                      <a:endParaRPr lang="en-in" sz="1400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370840"/>
                  </a:ext>
                </a:extLst>
              </a:tr>
            </a:tbl>
          </a:graphicData>
        </a:graphic>
      </p:graphicFrame>
      <p:sp>
        <p:nvSpPr>
          <p:cNvPr id="3" name="Google Shape;463;p48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GwsAAOAAAAADMgAA6AcAABAAAAAmAAAACAAAAD0wAAD/HwAA"/>
              </a:ext>
            </a:extLst>
          </p:cNvSpPr>
          <p:nvPr>
            <p:ph type="body" idx="2"/>
          </p:nvPr>
        </p:nvSpPr>
        <p:spPr>
          <a:xfrm>
            <a:off x="1805305" y="142240"/>
            <a:ext cx="6324600" cy="1143000"/>
          </a:xfr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marL="0" indent="0" algn="ctr">
              <a:lnSpc>
                <a:spcPct val="150000"/>
              </a:lnSpc>
              <a:defRPr lang="en-us" sz="3200" cap="none"/>
            </a:pPr>
            <a:r>
              <a:rPr lang="en-in" cap="none">
                <a:solidFill>
                  <a:srgbClr val="C00000"/>
                </a:solidFill>
              </a:rPr>
              <a:t>A* Search</a:t>
            </a:r>
            <a:endParaRPr lang="en-in" cap="none">
              <a:solidFill>
                <a:srgbClr val="C00000"/>
              </a:solidFill>
            </a:endParaRPr>
          </a:p>
        </p:txBody>
      </p:sp>
      <p:sp>
        <p:nvSpPr>
          <p:cNvPr id="4" name="Google Shape;490;p48"/>
          <p:cNvSpPr>
            <a:extLst>
              <a:ext uri="smNativeData">
                <pr:smNativeData xmlns:pr="smNativeData" xmlns="smNativeData" val="SMDATA_15_WXOI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bB8AANwZAAATQAAAWyYAABAgAAAmAAAACAAAAP//////////"/>
              </a:ext>
            </a:extLst>
          </p:cNvSpPr>
          <p:nvPr/>
        </p:nvSpPr>
        <p:spPr>
          <a:xfrm>
            <a:off x="5107940" y="4203700"/>
            <a:ext cx="5307965" cy="20313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en-us"/>
            </a:pPr>
            <a:r>
              <a:rPr lang="en-in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(1)</a:t>
            </a:r>
            <a:endParaRPr lang="en-in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r>
              <a:rPr lang="en-in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(1 4) (1 2) (1 3)</a:t>
            </a:r>
            <a:endParaRPr lang="en-in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r>
              <a:rPr lang="en-in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(1 4 5) (1 2) (1 3)</a:t>
            </a:r>
            <a:endParaRPr lang="en-in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endParaRPr lang="en-us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r>
              <a:rPr lang="en-in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C(1-4-5) = 100 + 150 =150</a:t>
            </a:r>
            <a:endParaRPr lang="en-in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r>
              <a:rPr lang="en-in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Expanded : 2</a:t>
            </a:r>
            <a:endParaRPr lang="en-in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r>
              <a:rPr lang="en-in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Generated : 5</a:t>
            </a:r>
            <a:endParaRPr lang="en-in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r>
              <a:rPr lang="en-in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Max Queue Length : 3</a:t>
            </a:r>
            <a:endParaRPr lang="en-in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>
              <a:defRPr lang="en-us"/>
            </a:pPr>
            <a:endParaRPr lang="en-us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5" name="Google Shape;491;p48"/>
          <p:cNvSpPr>
            <a:extLst>
              <a:ext uri="smNativeData">
                <pr:smNativeData xmlns:pr="smNativeData" xmlns="smNativeData" val="SMDATA_15_WXOIaRMAAAAlAAAAZgAAAA0AAAAAkAAAAEgAAACQAAAASAAAAAAAAAABAAAAAAAAAAEAAABQAAAAAAAAAAAA8D8AAAAAAADwPwAAAAAAAOA/AAAAAAAA4D8AAAAAAADgPwAAAAAAAOA/AAAAAAAA4D8AAAAAAADgPwAAAAAAAOA/AAAAAAAA4D8CAAAAjAAAAAEAAAAAAAAAT4G9DP///wgAAAAAAAAAAAAAAAAAAAAAAAAAAAAAAAAAAAAAeAAAAAEAAABAAAAAAAAAAAAAAABaAAAAAAAAAAAAAAAAAAAAAAAAAAAAAAAAAAAAAAAAAAAAAAAAAAAAAAAAAAAAAAAAAAAAAAAAAAAAAAAAAAAAAAAAAAAAAAAAAAAAFAAAADwAAAABAAAAAAAAADleiQAo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leiQB/f38A5+bmA8zMzADAwP8Af39/AAAAAAAAAAAAAAAAAAAAAAAAAAAAIQAAABgAAAAUAAAAvisAAGQLAACeLQAAvA0AABAAAAAmAAAACAAAAP//////////"/>
              </a:ext>
            </a:extLst>
          </p:cNvSpPr>
          <p:nvPr/>
        </p:nvSpPr>
        <p:spPr>
          <a:xfrm>
            <a:off x="7110730" y="1851660"/>
            <a:ext cx="304800" cy="381000"/>
          </a:xfrm>
          <a:prstGeom prst="ellipse">
            <a:avLst/>
          </a:prstGeom>
          <a:solidFill>
            <a:schemeClr val="accent1"/>
          </a:solidFill>
          <a:ln w="25400" cap="flat" cmpd="sng" algn="ctr">
            <a:solidFill>
              <a:srgbClr val="395E89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/>
            </a:pPr>
            <a:r>
              <a:rPr lang="en-in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1</a:t>
            </a:r>
            <a:endParaRPr lang="en-in" sz="1400" cap="none">
              <a:solidFill>
                <a:srgbClr val="FFFFFF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6" name="Google Shape;492;p48"/>
          <p:cNvSpPr>
            <a:extLst>
              <a:ext uri="smNativeData">
                <pr:smNativeData xmlns:pr="smNativeData" xmlns="smNativeData" val="SMDATA_15_WXOIaRMAAAAlAAAAZgAAAA0AAAAAkAAAAEgAAACQAAAASAAAAAAAAAABAAAAAAAAAAEAAABQAAAAAAAAAAAA8D8AAAAAAADwPwAAAAAAAOA/AAAAAAAA4D8AAAAAAADgPwAAAAAAAOA/AAAAAAAA4D8AAAAAAADgPwAAAAAAAOA/AAAAAAAA4D8CAAAAjAAAAAEAAAAAAAAAT4G9DP///wgAAAAAAAAAAAAAAAAAAAAAAAAAAAAAAAAAAAAAeAAAAAEAAABAAAAAAAAAAAAAAABaAAAAAAAAAAAAAAAAAAAAAAAAAAAAAAAAAAAAAAAAAAAAAAAAAAAAAAAAAAAAAAAAAAAAAAAAAAAAAAAAAAAAAAAAAAAAAAAAAAAAFAAAADwAAAABAAAAAAAAADleiQAo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leiQB/f38A5+bmA8zMzADAwP8Af39/AAAAAAAAAAAAAAAAAAAAAAAAAAAAIQAAABgAAAAUAAAAtycAAJwPAACXKQAA9BEAABAAAAAmAAAACAAAAP//////////"/>
              </a:ext>
            </a:extLst>
          </p:cNvSpPr>
          <p:nvPr/>
        </p:nvSpPr>
        <p:spPr>
          <a:xfrm>
            <a:off x="6456045" y="2537460"/>
            <a:ext cx="304800" cy="381000"/>
          </a:xfrm>
          <a:prstGeom prst="ellipse">
            <a:avLst/>
          </a:prstGeom>
          <a:solidFill>
            <a:schemeClr val="accent1"/>
          </a:solidFill>
          <a:ln w="25400" cap="flat" cmpd="sng" algn="ctr">
            <a:solidFill>
              <a:srgbClr val="395E89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/>
            </a:pPr>
            <a:r>
              <a:rPr lang="en-in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2</a:t>
            </a:r>
            <a:endParaRPr lang="en-in" sz="1400" cap="none">
              <a:solidFill>
                <a:srgbClr val="FFFFFF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7" name="Google Shape;493;p48"/>
          <p:cNvSpPr>
            <a:extLst>
              <a:ext uri="smNativeData">
                <pr:smNativeData xmlns:pr="smNativeData" xmlns="smNativeData" val="SMDATA_15_WXOIaRMAAAAlAAAAZgAAAA0AAAAAkAAAAEgAAACQAAAASAAAAAAAAAABAAAAAAAAAAEAAABQAAAAAAAAAAAA8D8AAAAAAADwPwAAAAAAAOA/AAAAAAAA4D8AAAAAAADgPwAAAAAAAOA/AAAAAAAA4D8AAAAAAADgPwAAAAAAAOA/AAAAAAAA4D8CAAAAjAAAAAEAAAAAAAAAT4G9DP///wgAAAAAAAAAAAAAAAAAAAAAAAAAAAAAAAAAAAAAeAAAAAEAAABAAAAAAAAAAAAAAABaAAAAAAAAAAAAAAAAAAAAAAAAAAAAAAAAAAAAAAAAAAAAAAAAAAAAAAAAAAAAAAAAAAAAAAAAAAAAAAAAAAAAAAAAAAAAAAAAAAAAFAAAADwAAAABAAAAAAAAADleiQAo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leiQB/f38A5+bmA8zMzADAwP8Af39/AAAAAAAAAAAAAAAAAAAAAAAAAAAAIQAAABgAAAAUAAAAvisAAJwPAACeLQAA9BEAABAAAAAmAAAACAAAAP//////////"/>
              </a:ext>
            </a:extLst>
          </p:cNvSpPr>
          <p:nvPr/>
        </p:nvSpPr>
        <p:spPr>
          <a:xfrm>
            <a:off x="7110730" y="2537460"/>
            <a:ext cx="304800" cy="381000"/>
          </a:xfrm>
          <a:prstGeom prst="ellipse">
            <a:avLst/>
          </a:prstGeom>
          <a:solidFill>
            <a:schemeClr val="accent1"/>
          </a:solidFill>
          <a:ln w="25400" cap="flat" cmpd="sng" algn="ctr">
            <a:solidFill>
              <a:srgbClr val="395E89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/>
            </a:pPr>
            <a:r>
              <a:rPr lang="en-in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3</a:t>
            </a:r>
            <a:endParaRPr lang="en-in" sz="1400" cap="none">
              <a:solidFill>
                <a:srgbClr val="FFFFFF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8" name="Google Shape;494;p48"/>
          <p:cNvSpPr>
            <a:extLst>
              <a:ext uri="smNativeData">
                <pr:smNativeData xmlns:pr="smNativeData" xmlns="smNativeData" val="SMDATA_15_WXOIaRMAAAAlAAAAZgAAAA0AAAAAkAAAAEgAAACQAAAASAAAAAAAAAABAAAAAAAAAAEAAABQAAAAAAAAAAAA8D8AAAAAAADwPwAAAAAAAOA/AAAAAAAA4D8AAAAAAADgPwAAAAAAAOA/AAAAAAAA4D8AAAAAAADgPwAAAAAAAOA/AAAAAAAA4D8CAAAAjAAAAAEAAAAAAAAAT4G9DP///wgAAAAAAAAAAAAAAAAAAAAAAAAAAAAAAAAAAAAAeAAAAAEAAABAAAAAAAAAAAAAAABaAAAAAAAAAAAAAAAAAAAAAAAAAAAAAAAAAAAAAAAAAAAAAAAAAAAAAAAAAAAAAAAAAAAAAAAAAAAAAAAAAAAAAAAAAAAAAAAAAAAAFAAAADwAAAABAAAAAAAAADleiQAo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FoJ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leiQB/f38A5+bmA8zMzADAwP8Af39/AAAAAAAAAAAAAAAAAAAAAAAAAAAAIQAAABgAAAAUAAAA7C8AAJwPAADMMQAA9BEAABAAAAAmAAAACAAAAP//////////"/>
              </a:ext>
            </a:extLst>
          </p:cNvSpPr>
          <p:nvPr/>
        </p:nvSpPr>
        <p:spPr>
          <a:xfrm>
            <a:off x="7790180" y="2537460"/>
            <a:ext cx="304800" cy="381000"/>
          </a:xfrm>
          <a:prstGeom prst="ellipse">
            <a:avLst/>
          </a:prstGeom>
          <a:solidFill>
            <a:schemeClr val="accent1"/>
          </a:solidFill>
          <a:ln w="25400" cap="flat" cmpd="sng" algn="ctr">
            <a:solidFill>
              <a:srgbClr val="395E89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/>
            </a:pPr>
            <a:r>
              <a:rPr lang="en-in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4</a:t>
            </a:r>
            <a:endParaRPr lang="en-in" sz="1400" cap="none">
              <a:solidFill>
                <a:srgbClr val="FFFFFF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cxnSp>
        <p:nvCxnSpPr>
          <p:cNvPr id="9" name="Google Shape;495;p48"/>
          <p:cNvCxnSpPr>
            <a:stCxn id="5" idx="2"/>
            <a:endCxn id="6" idx="7"/>
            <a:extLst>
              <a:ext uri="smNativeData">
                <pr:smNativeData xmlns:pr="smNativeData" xmlns="smNativeData" val="SMDATA_15_WXOIaRMAAAAlAAAADQAAAA0AAAAAkAAAAEgAAACQAAAASAAAAAAAAAAAAAAAAAAAAAEAAABQAAAAAAAAAAAA8L8AAAAAAAAAAAAAAAAAAP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Ep9ugAPAAAAAQAAACMAAAAjAAAAIwAAAB4AAAAAAAAASwAAAEsAAAAC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DVSQ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Ep9ugB/f38A5+bmA8zMzADAwP8Af39/AAAAAAAAAAAAAAAAAAAAAAAAAAAAIQAAABgAAAAUAAAAUSkAAJAMAAC+KwAA9A8AABAAAAAmAAAACAAAAP//////////"/>
              </a:ext>
            </a:extLst>
          </p:cNvCxnSpPr>
          <p:nvPr/>
        </p:nvCxnSpPr>
        <p:spPr>
          <a:xfrm rot="5400000">
            <a:off x="6638290" y="2120265"/>
            <a:ext cx="551180" cy="394335"/>
          </a:xfrm>
          <a:prstGeom prst="straightConnector1">
            <a:avLst/>
          </a:prstGeom>
          <a:noFill/>
          <a:ln w="9525" cap="flat" cmpd="sng" algn="ctr">
            <a:solidFill>
              <a:srgbClr val="4A7DBA"/>
            </a:solidFill>
            <a:prstDash val="solid"/>
            <a:headEnd type="none"/>
            <a:tailEnd type="triangle" w="med" len="med"/>
          </a:ln>
          <a:effectLst/>
        </p:spPr>
      </p:cxnSp>
      <p:cxnSp>
        <p:nvCxnSpPr>
          <p:cNvPr id="10" name="Google Shape;496;p48"/>
          <p:cNvCxnSpPr>
            <a:stCxn id="5" idx="4"/>
            <a:endCxn id="7" idx="0"/>
            <a:extLst>
              <a:ext uri="smNativeData">
                <pr:smNativeData xmlns:pr="smNativeData" xmlns="smNativeData" val="SMDATA_15_WXOIaRMAAAAlAAAADQAAAA0AAAAAkAAAAEgAAACQAAAASAAAAAAAAAAAAAAAAAAAAAEAAABQAAAAAAAAAAAA8L8AAAAAAAAAAAAAAAAAAP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Ep9ugAPAAAAAQAAACMAAAAjAAAAIwAAAB4AAAAAAAAASwAAAEsAAAAC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Ep9ugB/f38A5+bmA8zMzADAwP8Af39/AAAAAAAAAAAAAAAAAAAAAAAAAAAAIQAAABgAAAAUAAAAriwAALwNAACuLAAAnA8AABAAAAAmAAAACAAAAP//////////"/>
              </a:ext>
            </a:extLst>
          </p:cNvCxnSpPr>
          <p:nvPr/>
        </p:nvCxnSpPr>
        <p:spPr>
          <a:xfrm rot="16200000" flipH="1">
            <a:off x="7110730" y="2385060"/>
            <a:ext cx="304800" cy="12700"/>
          </a:xfrm>
          <a:prstGeom prst="straightConnector1">
            <a:avLst/>
          </a:prstGeom>
          <a:noFill/>
          <a:ln w="9525" cap="flat" cmpd="sng" algn="ctr">
            <a:solidFill>
              <a:srgbClr val="4A7DBA"/>
            </a:solidFill>
            <a:prstDash val="solid"/>
            <a:headEnd type="none"/>
            <a:tailEnd type="triangle" w="med" len="med"/>
          </a:ln>
          <a:effectLst/>
        </p:spPr>
      </p:cxnSp>
      <p:cxnSp>
        <p:nvCxnSpPr>
          <p:cNvPr id="11" name="Google Shape;497;p48"/>
          <p:cNvCxnSpPr>
            <a:stCxn id="5" idx="6"/>
            <a:endCxn id="8" idx="1"/>
            <a:extLst>
              <a:ext uri="smNativeData">
                <pr:smNativeData xmlns:pr="smNativeData" xmlns="smNativeData" val="SMDATA_15_WXOIaRMAAAAlAAAADQAAAA0AAAAAkAAAAEgAAACQAAAASAAAAAAAAAAAAAAAAAAAAAEAAABQAAAAAAAAAAAA8L8AAAAAAAAAAAAAAAAAAP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Ep9ugAPAAAAAQAAACMAAAAjAAAAIwAAAB4AAAAAAAAASwAAAEsAAAAC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Ep9ugB/f38A5+bmA8zMzADAwP8Af39/AAAAAAAAAAAAAAAAAAAAAAAAAAAAIQAAABgAAAAUAAAAni0AAJAMAAAyMAAA9A8AABAAAAAmAAAACAAAAP//////////"/>
              </a:ext>
            </a:extLst>
          </p:cNvCxnSpPr>
          <p:nvPr/>
        </p:nvCxnSpPr>
        <p:spPr>
          <a:xfrm rot="16200000" flipH="1">
            <a:off x="7349490" y="2108200"/>
            <a:ext cx="551180" cy="419100"/>
          </a:xfrm>
          <a:prstGeom prst="straightConnector1">
            <a:avLst/>
          </a:prstGeom>
          <a:noFill/>
          <a:ln w="9525" cap="flat" cmpd="sng" algn="ctr">
            <a:solidFill>
              <a:srgbClr val="4A7DBA"/>
            </a:solidFill>
            <a:prstDash val="solid"/>
            <a:headEnd type="none"/>
            <a:tailEnd type="triangle" w="med" len="med"/>
          </a:ln>
          <a:effectLst/>
        </p:spPr>
      </p:cxnSp>
      <p:sp>
        <p:nvSpPr>
          <p:cNvPr id="12" name="Google Shape;498;p48"/>
          <p:cNvSpPr>
            <a:extLst>
              <a:ext uri="smNativeData">
                <pr:smNativeData xmlns:pr="smNativeData" xmlns="smNativeData" val="SMDATA_15_WXOIaRMAAAAlAAAAZgAAAA0AAAAAkAAAAEgAAACQAAAASAAAAAAAAAABAAAAAAAAAAEAAABQAAAAAAAAAAAA8D8AAAAAAADwPwAAAAAAAOA/AAAAAAAA4D8AAAAAAADgPwAAAAAAAOA/AAAAAAAA4D8AAAAAAADgPwAAAAAAAOA/AAAAAAAA4D8CAAAAjAAAAAEAAAAAAAAAT4G9DP///wgAAAAAAAAAAAAAAAAAAAAAAAAAAAAAAAAAAAAAeAAAAAEAAABAAAAAAAAAAAAAAABaAAAAAAAAAAAAAAAAAAAAAAAAAAAAAAAAAAAAAAAAAAAAAAAAAAAAAAAAAAAAAAAAAAAAAAAAAAAAAAAAAAAAAAAAAAAAAAAAAAAAFAAAADwAAAABAAAAAAAAADleiQAo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leiQB/f38A5+bmA8zMzADAwP8Af39/AAAAAAAAAAAAAAAAAAAAAAAAAAAAIQAAABgAAAAUAAAANjIAAPQTAAC6MwAAcBYAABAAAAAmAAAACAAAAP//////////"/>
              </a:ext>
            </a:extLst>
          </p:cNvSpPr>
          <p:nvPr/>
        </p:nvSpPr>
        <p:spPr>
          <a:xfrm>
            <a:off x="8162290" y="3243580"/>
            <a:ext cx="246380" cy="403860"/>
          </a:xfrm>
          <a:prstGeom prst="ellipse">
            <a:avLst/>
          </a:prstGeom>
          <a:solidFill>
            <a:schemeClr val="accent1"/>
          </a:solidFill>
          <a:ln w="25400" cap="flat" cmpd="sng" algn="ctr">
            <a:solidFill>
              <a:srgbClr val="395E89"/>
            </a:solidFill>
            <a:prstDash val="solid"/>
            <a:headEnd type="none"/>
            <a:tailEnd type="none"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defRPr lang="en-us"/>
            </a:pPr>
            <a:r>
              <a:rPr lang="en-in" sz="1400" cap="none">
                <a:solidFill>
                  <a:srgbClr val="FFFFFF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5</a:t>
            </a:r>
            <a:endParaRPr lang="en-in" sz="1400" cap="none">
              <a:solidFill>
                <a:srgbClr val="FFFFFF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cxnSp>
        <p:nvCxnSpPr>
          <p:cNvPr id="13" name="Google Shape;499;p48"/>
          <p:cNvCxnSpPr>
            <a:stCxn id="8" idx="5"/>
            <a:endCxn id="12" idx="0"/>
            <a:extLst>
              <a:ext uri="smNativeData">
                <pr:smNativeData xmlns:pr="smNativeData" xmlns="smNativeData" val="SMDATA_15_WXOIaRMAAAAlAAAADQAAAA0AAAAAkAAAAEgAAACQAAAASAAAAAAAAAAAAAAAAAAAAAEAAABQAAAAAAAAAAAA8L8AAAAAAAAAAAAAAAAAAP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Ep9ugAPAAAAAQAAACMAAAAjAAAAIwAAAB4AAAAAAAAASwAAAEsAAAAC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Ep9ugB/f38A5+bmA8zMzADAwP8Af39/AAAAAAAAAAAAAAAAAAAAAAAAAAAAIQAAABgAAAAUAAAAhjEAAJwRAAD4MgAA9BMAABAAAAAmAAAACAAAAP//////////"/>
              </a:ext>
            </a:extLst>
          </p:cNvCxnSpPr>
          <p:nvPr/>
        </p:nvCxnSpPr>
        <p:spPr>
          <a:xfrm rot="16200000" flipH="1">
            <a:off x="7977505" y="2935605"/>
            <a:ext cx="381000" cy="234950"/>
          </a:xfrm>
          <a:prstGeom prst="straightConnector1">
            <a:avLst/>
          </a:prstGeom>
          <a:noFill/>
          <a:ln w="9525" cap="flat" cmpd="sng" algn="ctr">
            <a:solidFill>
              <a:srgbClr val="4A7DBA"/>
            </a:solidFill>
            <a:prstDash val="solid"/>
            <a:headEnd type="none"/>
            <a:tailEnd type="triangle" w="med" len="med"/>
          </a:ln>
          <a:effectLst/>
        </p:spPr>
      </p:cxnSp>
      <p:sp>
        <p:nvSpPr>
          <p:cNvPr id="14" name="Google Shape;500;p48"/>
          <p:cNvSpPr>
            <a:extLst>
              <a:ext uri="smNativeData">
                <pr:smNativeData xmlns:pr="smNativeData" xmlns="smNativeData" val="SMDATA_15_WXOI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+jEAALMWAAATNAAATxgAABAgAAAmAAAACAAAAP//////////"/>
              </a:ext>
            </a:extLst>
          </p:cNvSpPr>
          <p:nvPr/>
        </p:nvSpPr>
        <p:spPr>
          <a:xfrm>
            <a:off x="8124190" y="3689985"/>
            <a:ext cx="340995" cy="2616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en-us"/>
            </a:pPr>
            <a:r>
              <a:rPr lang="en-in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0</a:t>
            </a:r>
            <a:endParaRPr lang="en-in" sz="11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15" name="Google Shape;501;p48"/>
          <p:cNvSpPr>
            <a:extLst>
              <a:ext uri="smNativeData">
                <pr:smNativeData xmlns:pr="smNativeData" xmlns="smNativeData" val="SMDATA_15_WXOI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FTAVs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GCIAADgPAAAOKAAA3hEAABAgAAAmAAAACAAAAP//////////"/>
              </a:ext>
            </a:extLst>
          </p:cNvSpPr>
          <p:nvPr/>
        </p:nvSpPr>
        <p:spPr>
          <a:xfrm>
            <a:off x="5542280" y="2473960"/>
            <a:ext cx="969010" cy="4305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en-us"/>
            </a:pPr>
            <a:r>
              <a:rPr lang="en-in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70+120 = 190</a:t>
            </a:r>
            <a:endParaRPr lang="en-in" sz="11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16" name="Google Shape;502;p48"/>
          <p:cNvSpPr>
            <a:extLst>
              <a:ext uri="smNativeData">
                <pr:smNativeData xmlns:pr="smNativeData" xmlns="smNativeData" val="SMDATA_15_WXOI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C1AW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USoAAOIRAACJMAAAiRQAABAgAAAmAAAACAAAAP//////////"/>
              </a:ext>
            </a:extLst>
          </p:cNvSpPr>
          <p:nvPr/>
        </p:nvSpPr>
        <p:spPr>
          <a:xfrm>
            <a:off x="6878955" y="2907030"/>
            <a:ext cx="1010920" cy="4311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en-us"/>
            </a:pPr>
            <a:r>
              <a:rPr lang="en-in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125+70 = 195</a:t>
            </a:r>
            <a:endParaRPr lang="en-in" sz="11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17" name="Google Shape;503;p48"/>
          <p:cNvSpPr>
            <a:extLst>
              <a:ext uri="smNativeData">
                <pr:smNativeData xmlns:pr="smNativeData" xmlns="smNativeData" val="SMDATA_15_WXOI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Q7BD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UDMAAAUWAACkOwAAoRcAABAgAAAmAAAACAAAAP//////////"/>
              </a:ext>
            </a:extLst>
          </p:cNvSpPr>
          <p:nvPr/>
        </p:nvSpPr>
        <p:spPr>
          <a:xfrm>
            <a:off x="8341360" y="3579495"/>
            <a:ext cx="1353820" cy="2616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en-us"/>
            </a:pPr>
            <a:r>
              <a:rPr lang="en-in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100+ 50 + 0 = 150</a:t>
            </a:r>
            <a:endParaRPr lang="en-in" sz="11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18" name="Google Shape;504;p48"/>
          <p:cNvSpPr>
            <a:extLst>
              <a:ext uri="smNativeData">
                <pr:smNativeData xmlns:pr="smNativeData" xmlns="smNativeData" val="SMDATA_15_WXOI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jBq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djIAAIQQAAA2OQAAIBIAABAgAAAmAAAACAAAAP//////////"/>
              </a:ext>
            </a:extLst>
          </p:cNvSpPr>
          <p:nvPr/>
        </p:nvSpPr>
        <p:spPr>
          <a:xfrm>
            <a:off x="8202930" y="2684780"/>
            <a:ext cx="1097280" cy="2616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en-us"/>
            </a:pPr>
            <a:r>
              <a:rPr lang="en-in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100+40 = 140</a:t>
            </a:r>
            <a:endParaRPr lang="en-in" sz="11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pic>
        <p:nvPicPr>
          <p:cNvPr id="19" name="Ink 3"/>
          <p:cNvPicPr>
            <a:extLst>
              <a:ext uri="smNativeData">
                <pr:smNativeData xmlns:pr="smNativeData" xmlns="smNativeData" val="SMDATA_17_WXOI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MAQAAAJCgAATxEAAO8K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722880" y="1631315"/>
            <a:ext cx="90805" cy="14605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0" name="Group1"/>
          <p:cNvGrpSpPr>
            <a:extLst>
              <a:ext uri="smNativeData">
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PQJAAApCAAA9BgAAKIVAAAQAAAAJgAAAAgAAAD/////AAAAAA=="/>
              </a:ext>
            </a:extLst>
          </p:cNvGrpSpPr>
          <p:nvPr/>
        </p:nvGrpSpPr>
        <p:grpSpPr>
          <a:xfrm>
            <a:off x="1617980" y="1326515"/>
            <a:ext cx="2438400" cy="2190115"/>
            <a:chOff x="1617980" y="1326515"/>
            <a:chExt cx="2438400" cy="2190115"/>
          </a:xfrm>
        </p:grpSpPr>
        <p:grpSp>
          <p:nvGrpSpPr>
            <p:cNvPr id="49" name="Google Shape;544;p52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KIPAAApCAAAghEAAIEKAAAAAAAAJgAAAAgAAAD/////AAAAAA=="/>
                </a:ext>
              </a:extLst>
            </p:cNvGrpSpPr>
            <p:nvPr/>
          </p:nvGrpSpPr>
          <p:grpSpPr>
            <a:xfrm>
              <a:off x="2541270" y="1326515"/>
              <a:ext cx="304800" cy="381000"/>
              <a:chOff x="2541270" y="1326515"/>
              <a:chExt cx="304800" cy="381000"/>
            </a:xfrm>
          </p:grpSpPr>
          <p:sp>
            <p:nvSpPr>
              <p:cNvPr id="51" name="Google Shape;545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og8AACkIAACCEQAAgQoAAAAAAAAmAAAACAAAAP//////////"/>
                  </a:ext>
                </a:extLst>
              </p:cNvSpPr>
              <p:nvPr/>
            </p:nvSpPr>
            <p:spPr>
              <a:xfrm>
                <a:off x="2541270" y="132651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152400" y="0"/>
                    </a:moveTo>
                    <a:lnTo>
                      <a:pt x="111887" y="6808"/>
                    </a:lnTo>
                    <a:lnTo>
                      <a:pt x="75483" y="26020"/>
                    </a:lnTo>
                    <a:lnTo>
                      <a:pt x="44638" y="55816"/>
                    </a:lnTo>
                    <a:lnTo>
                      <a:pt x="20808" y="94375"/>
                    </a:lnTo>
                    <a:lnTo>
                      <a:pt x="5444" y="139876"/>
                    </a:lnTo>
                    <a:lnTo>
                      <a:pt x="0" y="190500"/>
                    </a:lnTo>
                    <a:lnTo>
                      <a:pt x="5444" y="241123"/>
                    </a:lnTo>
                    <a:lnTo>
                      <a:pt x="20808" y="286624"/>
                    </a:lnTo>
                    <a:lnTo>
                      <a:pt x="44638" y="325183"/>
                    </a:lnTo>
                    <a:lnTo>
                      <a:pt x="75483" y="354979"/>
                    </a:lnTo>
                    <a:lnTo>
                      <a:pt x="111887" y="374191"/>
                    </a:lnTo>
                    <a:lnTo>
                      <a:pt x="152400" y="381000"/>
                    </a:lnTo>
                    <a:lnTo>
                      <a:pt x="192925" y="374191"/>
                    </a:lnTo>
                    <a:lnTo>
                      <a:pt x="229333" y="354979"/>
                    </a:lnTo>
                    <a:lnTo>
                      <a:pt x="260175" y="325183"/>
                    </a:lnTo>
                    <a:lnTo>
                      <a:pt x="284000" y="286624"/>
                    </a:lnTo>
                    <a:lnTo>
                      <a:pt x="299358" y="241123"/>
                    </a:lnTo>
                    <a:lnTo>
                      <a:pt x="304800" y="190500"/>
                    </a:lnTo>
                    <a:lnTo>
                      <a:pt x="299358" y="139876"/>
                    </a:lnTo>
                    <a:lnTo>
                      <a:pt x="284000" y="94375"/>
                    </a:lnTo>
                    <a:lnTo>
                      <a:pt x="260175" y="55816"/>
                    </a:lnTo>
                    <a:lnTo>
                      <a:pt x="229333" y="26020"/>
                    </a:lnTo>
                    <a:lnTo>
                      <a:pt x="192925" y="6808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50" name="Google Shape;546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xRU1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og8AACkIAACCEQAAgQoAAAAAAAAmAAAACAAAAP//////////"/>
                  </a:ext>
                </a:extLst>
              </p:cNvSpPr>
              <p:nvPr/>
            </p:nvSpPr>
            <p:spPr>
              <a:xfrm>
                <a:off x="2541270" y="132651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0" y="190500"/>
                    </a:moveTo>
                    <a:lnTo>
                      <a:pt x="5444" y="139876"/>
                    </a:lnTo>
                    <a:lnTo>
                      <a:pt x="20808" y="94375"/>
                    </a:lnTo>
                    <a:lnTo>
                      <a:pt x="44638" y="55816"/>
                    </a:lnTo>
                    <a:lnTo>
                      <a:pt x="75483" y="26020"/>
                    </a:lnTo>
                    <a:lnTo>
                      <a:pt x="111887" y="6808"/>
                    </a:lnTo>
                    <a:lnTo>
                      <a:pt x="152400" y="0"/>
                    </a:lnTo>
                    <a:lnTo>
                      <a:pt x="192925" y="6808"/>
                    </a:lnTo>
                    <a:lnTo>
                      <a:pt x="229333" y="26020"/>
                    </a:lnTo>
                    <a:lnTo>
                      <a:pt x="260175" y="55816"/>
                    </a:lnTo>
                    <a:lnTo>
                      <a:pt x="284000" y="94375"/>
                    </a:lnTo>
                    <a:lnTo>
                      <a:pt x="299358" y="139876"/>
                    </a:lnTo>
                    <a:lnTo>
                      <a:pt x="304800" y="190500"/>
                    </a:lnTo>
                    <a:lnTo>
                      <a:pt x="299358" y="241123"/>
                    </a:lnTo>
                    <a:lnTo>
                      <a:pt x="284000" y="286624"/>
                    </a:lnTo>
                    <a:lnTo>
                      <a:pt x="260175" y="325183"/>
                    </a:lnTo>
                    <a:lnTo>
                      <a:pt x="229333" y="354979"/>
                    </a:lnTo>
                    <a:lnTo>
                      <a:pt x="192925" y="374191"/>
                    </a:lnTo>
                    <a:lnTo>
                      <a:pt x="152400" y="381000"/>
                    </a:lnTo>
                    <a:lnTo>
                      <a:pt x="111887" y="374191"/>
                    </a:lnTo>
                    <a:lnTo>
                      <a:pt x="75483" y="354979"/>
                    </a:lnTo>
                    <a:lnTo>
                      <a:pt x="44638" y="325183"/>
                    </a:lnTo>
                    <a:lnTo>
                      <a:pt x="20808" y="286624"/>
                    </a:lnTo>
                    <a:lnTo>
                      <a:pt x="5444" y="241123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48" name="Google Shape;547;p52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Oo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ORAAAIwIAADvEAAA8QkAAAAgAAAmAAAACAAAAP//////////"/>
                </a:ext>
              </a:extLst>
            </p:cNvSpPr>
            <p:nvPr/>
          </p:nvSpPr>
          <p:spPr>
            <a:xfrm>
              <a:off x="2637155" y="1389380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1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grpSp>
          <p:nvGrpSpPr>
            <p:cNvPr id="45" name="Google Shape;548;p52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PQJAACPDQAA1AsAAOcPAAAAAAAAJgAAAAgAAAD/////AAAAAA=="/>
                </a:ext>
              </a:extLst>
            </p:cNvGrpSpPr>
            <p:nvPr/>
          </p:nvGrpSpPr>
          <p:grpSpPr>
            <a:xfrm>
              <a:off x="1617980" y="2204085"/>
              <a:ext cx="304800" cy="381000"/>
              <a:chOff x="1617980" y="2204085"/>
              <a:chExt cx="304800" cy="381000"/>
            </a:xfrm>
          </p:grpSpPr>
          <p:sp>
            <p:nvSpPr>
              <p:cNvPr id="47" name="Google Shape;549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SOjE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9AkAAI8NAADUCwAA5w8AAAAAAAAmAAAACAAAAP//////////"/>
                  </a:ext>
                </a:extLst>
              </p:cNvSpPr>
              <p:nvPr/>
            </p:nvSpPr>
            <p:spPr>
              <a:xfrm>
                <a:off x="1617980" y="220408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152400" y="0"/>
                    </a:moveTo>
                    <a:lnTo>
                      <a:pt x="111887" y="6808"/>
                    </a:lnTo>
                    <a:lnTo>
                      <a:pt x="75483" y="26020"/>
                    </a:lnTo>
                    <a:lnTo>
                      <a:pt x="44638" y="55816"/>
                    </a:lnTo>
                    <a:lnTo>
                      <a:pt x="20808" y="94375"/>
                    </a:lnTo>
                    <a:lnTo>
                      <a:pt x="5444" y="139876"/>
                    </a:lnTo>
                    <a:lnTo>
                      <a:pt x="0" y="190500"/>
                    </a:lnTo>
                    <a:lnTo>
                      <a:pt x="5444" y="241123"/>
                    </a:lnTo>
                    <a:lnTo>
                      <a:pt x="20808" y="286624"/>
                    </a:lnTo>
                    <a:lnTo>
                      <a:pt x="44638" y="325183"/>
                    </a:lnTo>
                    <a:lnTo>
                      <a:pt x="75483" y="354979"/>
                    </a:lnTo>
                    <a:lnTo>
                      <a:pt x="111887" y="374191"/>
                    </a:lnTo>
                    <a:lnTo>
                      <a:pt x="152400" y="381000"/>
                    </a:lnTo>
                    <a:lnTo>
                      <a:pt x="192912" y="374191"/>
                    </a:lnTo>
                    <a:lnTo>
                      <a:pt x="229316" y="354979"/>
                    </a:lnTo>
                    <a:lnTo>
                      <a:pt x="260161" y="325183"/>
                    </a:lnTo>
                    <a:lnTo>
                      <a:pt x="283991" y="286624"/>
                    </a:lnTo>
                    <a:lnTo>
                      <a:pt x="299355" y="241123"/>
                    </a:lnTo>
                    <a:lnTo>
                      <a:pt x="304800" y="190500"/>
                    </a:lnTo>
                    <a:lnTo>
                      <a:pt x="299355" y="139876"/>
                    </a:lnTo>
                    <a:lnTo>
                      <a:pt x="283991" y="94375"/>
                    </a:lnTo>
                    <a:lnTo>
                      <a:pt x="260161" y="55816"/>
                    </a:lnTo>
                    <a:lnTo>
                      <a:pt x="229316" y="26020"/>
                    </a:lnTo>
                    <a:lnTo>
                      <a:pt x="192912" y="6808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46" name="Google Shape;550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9AkAAI8NAADUCwAA5w8AAAAAAAAmAAAACAAAAP//////////"/>
                  </a:ext>
                </a:extLst>
              </p:cNvSpPr>
              <p:nvPr/>
            </p:nvSpPr>
            <p:spPr>
              <a:xfrm>
                <a:off x="1617980" y="220408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0" y="190500"/>
                    </a:moveTo>
                    <a:lnTo>
                      <a:pt x="5444" y="139876"/>
                    </a:lnTo>
                    <a:lnTo>
                      <a:pt x="20808" y="94375"/>
                    </a:lnTo>
                    <a:lnTo>
                      <a:pt x="44638" y="55816"/>
                    </a:lnTo>
                    <a:lnTo>
                      <a:pt x="75483" y="26020"/>
                    </a:lnTo>
                    <a:lnTo>
                      <a:pt x="111887" y="6808"/>
                    </a:lnTo>
                    <a:lnTo>
                      <a:pt x="152400" y="0"/>
                    </a:lnTo>
                    <a:lnTo>
                      <a:pt x="192912" y="6808"/>
                    </a:lnTo>
                    <a:lnTo>
                      <a:pt x="229316" y="26020"/>
                    </a:lnTo>
                    <a:lnTo>
                      <a:pt x="260161" y="55816"/>
                    </a:lnTo>
                    <a:lnTo>
                      <a:pt x="283991" y="94375"/>
                    </a:lnTo>
                    <a:lnTo>
                      <a:pt x="299355" y="139876"/>
                    </a:lnTo>
                    <a:lnTo>
                      <a:pt x="304800" y="190500"/>
                    </a:lnTo>
                    <a:lnTo>
                      <a:pt x="299355" y="241123"/>
                    </a:lnTo>
                    <a:lnTo>
                      <a:pt x="283991" y="286624"/>
                    </a:lnTo>
                    <a:lnTo>
                      <a:pt x="260161" y="325183"/>
                    </a:lnTo>
                    <a:lnTo>
                      <a:pt x="229316" y="354979"/>
                    </a:lnTo>
                    <a:lnTo>
                      <a:pt x="192912" y="374191"/>
                    </a:lnTo>
                    <a:lnTo>
                      <a:pt x="152400" y="381000"/>
                    </a:lnTo>
                    <a:lnTo>
                      <a:pt x="111887" y="374191"/>
                    </a:lnTo>
                    <a:lnTo>
                      <a:pt x="75483" y="354979"/>
                    </a:lnTo>
                    <a:lnTo>
                      <a:pt x="44638" y="325183"/>
                    </a:lnTo>
                    <a:lnTo>
                      <a:pt x="20808" y="286624"/>
                    </a:lnTo>
                    <a:lnTo>
                      <a:pt x="5444" y="241123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44" name="Google Shape;551;p52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bjr0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iQoAAPMNAAA/CwAAWA8AAAAgAAAmAAAACAAAAP//////////"/>
                </a:ext>
              </a:extLst>
            </p:cNvSpPr>
            <p:nvPr/>
          </p:nvSpPr>
          <p:spPr>
            <a:xfrm>
              <a:off x="1712595" y="2267585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2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grpSp>
          <p:nvGrpSpPr>
            <p:cNvPr id="41" name="Google Shape;552;p52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MwNAAAEEwAArA8AAFsVAAAAAAAAJgAAAAgAAAD/////AAAAAA=="/>
                </a:ext>
              </a:extLst>
            </p:cNvGrpSpPr>
            <p:nvPr/>
          </p:nvGrpSpPr>
          <p:grpSpPr>
            <a:xfrm>
              <a:off x="2242820" y="3091180"/>
              <a:ext cx="304800" cy="380365"/>
              <a:chOff x="2242820" y="3091180"/>
              <a:chExt cx="304800" cy="380365"/>
            </a:xfrm>
          </p:grpSpPr>
          <p:sp>
            <p:nvSpPr>
              <p:cNvPr id="43" name="Google Shape;553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zA0AAAQTAACsDwAAWxUAAAAAAAAmAAAACAAAAP//////////"/>
                  </a:ext>
                </a:extLst>
              </p:cNvSpPr>
              <p:nvPr/>
            </p:nvSpPr>
            <p:spPr>
              <a:xfrm>
                <a:off x="2242820" y="3091180"/>
                <a:ext cx="304800" cy="380365"/>
              </a:xfrm>
              <a:custGeom>
                <a:avLst/>
                <a:gdLst/>
                <a:ahLst/>
                <a:cxnLst/>
                <a:rect l="0" t="0" r="304800" b="380365"/>
                <a:pathLst>
                  <a:path w="304800" h="380365">
                    <a:moveTo>
                      <a:pt x="152400" y="0"/>
                    </a:moveTo>
                    <a:lnTo>
                      <a:pt x="111887" y="6796"/>
                    </a:lnTo>
                    <a:lnTo>
                      <a:pt x="75483" y="25976"/>
                    </a:lnTo>
                    <a:lnTo>
                      <a:pt x="44638" y="55722"/>
                    </a:lnTo>
                    <a:lnTo>
                      <a:pt x="20808" y="94217"/>
                    </a:lnTo>
                    <a:lnTo>
                      <a:pt x="5444" y="139642"/>
                    </a:lnTo>
                    <a:lnTo>
                      <a:pt x="0" y="190182"/>
                    </a:lnTo>
                    <a:lnTo>
                      <a:pt x="5444" y="240721"/>
                    </a:lnTo>
                    <a:lnTo>
                      <a:pt x="20808" y="286146"/>
                    </a:lnTo>
                    <a:lnTo>
                      <a:pt x="44638" y="324641"/>
                    </a:lnTo>
                    <a:lnTo>
                      <a:pt x="75483" y="354387"/>
                    </a:lnTo>
                    <a:lnTo>
                      <a:pt x="111887" y="373567"/>
                    </a:lnTo>
                    <a:lnTo>
                      <a:pt x="152400" y="380365"/>
                    </a:lnTo>
                    <a:lnTo>
                      <a:pt x="192912" y="373567"/>
                    </a:lnTo>
                    <a:lnTo>
                      <a:pt x="229316" y="354387"/>
                    </a:lnTo>
                    <a:lnTo>
                      <a:pt x="260161" y="324641"/>
                    </a:lnTo>
                    <a:lnTo>
                      <a:pt x="283991" y="286146"/>
                    </a:lnTo>
                    <a:lnTo>
                      <a:pt x="299355" y="240721"/>
                    </a:lnTo>
                    <a:lnTo>
                      <a:pt x="304800" y="190182"/>
                    </a:lnTo>
                    <a:lnTo>
                      <a:pt x="299355" y="139642"/>
                    </a:lnTo>
                    <a:lnTo>
                      <a:pt x="283991" y="94217"/>
                    </a:lnTo>
                    <a:lnTo>
                      <a:pt x="260161" y="55722"/>
                    </a:lnTo>
                    <a:lnTo>
                      <a:pt x="229316" y="25976"/>
                    </a:lnTo>
                    <a:lnTo>
                      <a:pt x="192912" y="6796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42" name="Google Shape;554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zA0AAAQTAACsDwAAWxUAAAAAAAAmAAAACAAAAP//////////"/>
                  </a:ext>
                </a:extLst>
              </p:cNvSpPr>
              <p:nvPr/>
            </p:nvSpPr>
            <p:spPr>
              <a:xfrm>
                <a:off x="2242820" y="3091180"/>
                <a:ext cx="304800" cy="380365"/>
              </a:xfrm>
              <a:custGeom>
                <a:avLst/>
                <a:gdLst/>
                <a:ahLst/>
                <a:cxnLst/>
                <a:rect l="0" t="0" r="304800" b="380365"/>
                <a:pathLst>
                  <a:path w="304800" h="380365">
                    <a:moveTo>
                      <a:pt x="0" y="190182"/>
                    </a:moveTo>
                    <a:lnTo>
                      <a:pt x="5444" y="139642"/>
                    </a:lnTo>
                    <a:lnTo>
                      <a:pt x="20808" y="94217"/>
                    </a:lnTo>
                    <a:lnTo>
                      <a:pt x="44638" y="55722"/>
                    </a:lnTo>
                    <a:lnTo>
                      <a:pt x="75483" y="25976"/>
                    </a:lnTo>
                    <a:lnTo>
                      <a:pt x="111887" y="6796"/>
                    </a:lnTo>
                    <a:lnTo>
                      <a:pt x="152400" y="0"/>
                    </a:lnTo>
                    <a:lnTo>
                      <a:pt x="192912" y="6796"/>
                    </a:lnTo>
                    <a:lnTo>
                      <a:pt x="229316" y="25976"/>
                    </a:lnTo>
                    <a:lnTo>
                      <a:pt x="260161" y="55722"/>
                    </a:lnTo>
                    <a:lnTo>
                      <a:pt x="283991" y="94217"/>
                    </a:lnTo>
                    <a:lnTo>
                      <a:pt x="299355" y="139642"/>
                    </a:lnTo>
                    <a:lnTo>
                      <a:pt x="304800" y="190182"/>
                    </a:lnTo>
                    <a:lnTo>
                      <a:pt x="299355" y="240721"/>
                    </a:lnTo>
                    <a:lnTo>
                      <a:pt x="283991" y="286146"/>
                    </a:lnTo>
                    <a:lnTo>
                      <a:pt x="260161" y="324641"/>
                    </a:lnTo>
                    <a:lnTo>
                      <a:pt x="229316" y="354387"/>
                    </a:lnTo>
                    <a:lnTo>
                      <a:pt x="192912" y="373567"/>
                    </a:lnTo>
                    <a:lnTo>
                      <a:pt x="152400" y="380365"/>
                    </a:lnTo>
                    <a:lnTo>
                      <a:pt x="111887" y="373567"/>
                    </a:lnTo>
                    <a:lnTo>
                      <a:pt x="75483" y="354387"/>
                    </a:lnTo>
                    <a:lnTo>
                      <a:pt x="44638" y="324641"/>
                    </a:lnTo>
                    <a:lnTo>
                      <a:pt x="20808" y="286146"/>
                    </a:lnTo>
                    <a:lnTo>
                      <a:pt x="5444" y="240721"/>
                    </a:lnTo>
                    <a:lnTo>
                      <a:pt x="0" y="190182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40" name="Google Shape;555;p52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MDAwP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Xw4AAGkTAAAVDwAAzhQAAAAgAAAmAAAACAAAAP//////////"/>
                </a:ext>
              </a:extLst>
            </p:cNvSpPr>
            <p:nvPr/>
          </p:nvSpPr>
          <p:spPr>
            <a:xfrm>
              <a:off x="2336165" y="3155315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3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grpSp>
          <p:nvGrpSpPr>
            <p:cNvPr id="37" name="Google Shape;556;p52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JQRAAAfAAAAVAAAAAAAAAAAAAAAAAAAAAAAAAAAAAAAAAAAAAAAAAAAAAAAAAAAAAAAAAAAAAAAAAAAAAAAAAAAAAAAAAAAAAAAAAAAAAAAAAAAAAAAAAAAAAAAAAAAACEAAAAYAAAAFAAAADQVAACoEgAAFBcAAAAVAAAAAAAAJgAAAAgAAAD/////AAAAAA=="/>
                </a:ext>
              </a:extLst>
            </p:cNvGrpSpPr>
            <p:nvPr/>
          </p:nvGrpSpPr>
          <p:grpSpPr>
            <a:xfrm>
              <a:off x="3446780" y="3032760"/>
              <a:ext cx="304800" cy="381000"/>
              <a:chOff x="3446780" y="3032760"/>
              <a:chExt cx="304800" cy="381000"/>
            </a:xfrm>
          </p:grpSpPr>
          <p:sp>
            <p:nvSpPr>
              <p:cNvPr id="39" name="Google Shape;557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JhbW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NBUAAKgSAAAUFwAAABUAAAAAAAAmAAAACAAAAP//////////"/>
                  </a:ext>
                </a:extLst>
              </p:cNvSpPr>
              <p:nvPr/>
            </p:nvSpPr>
            <p:spPr>
              <a:xfrm>
                <a:off x="3446780" y="3032760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152400" y="0"/>
                    </a:moveTo>
                    <a:lnTo>
                      <a:pt x="111874" y="6808"/>
                    </a:lnTo>
                    <a:lnTo>
                      <a:pt x="75466" y="26020"/>
                    </a:lnTo>
                    <a:lnTo>
                      <a:pt x="44624" y="55816"/>
                    </a:lnTo>
                    <a:lnTo>
                      <a:pt x="20799" y="94375"/>
                    </a:lnTo>
                    <a:lnTo>
                      <a:pt x="5441" y="139876"/>
                    </a:lnTo>
                    <a:lnTo>
                      <a:pt x="0" y="190500"/>
                    </a:lnTo>
                    <a:lnTo>
                      <a:pt x="5441" y="241123"/>
                    </a:lnTo>
                    <a:lnTo>
                      <a:pt x="20799" y="286624"/>
                    </a:lnTo>
                    <a:lnTo>
                      <a:pt x="44624" y="325183"/>
                    </a:lnTo>
                    <a:lnTo>
                      <a:pt x="75466" y="354979"/>
                    </a:lnTo>
                    <a:lnTo>
                      <a:pt x="111874" y="374191"/>
                    </a:lnTo>
                    <a:lnTo>
                      <a:pt x="152400" y="381000"/>
                    </a:lnTo>
                    <a:lnTo>
                      <a:pt x="192925" y="374191"/>
                    </a:lnTo>
                    <a:lnTo>
                      <a:pt x="229333" y="354979"/>
                    </a:lnTo>
                    <a:lnTo>
                      <a:pt x="260175" y="325183"/>
                    </a:lnTo>
                    <a:lnTo>
                      <a:pt x="284000" y="286624"/>
                    </a:lnTo>
                    <a:lnTo>
                      <a:pt x="299358" y="241123"/>
                    </a:lnTo>
                    <a:lnTo>
                      <a:pt x="304800" y="190500"/>
                    </a:lnTo>
                    <a:lnTo>
                      <a:pt x="299358" y="139876"/>
                    </a:lnTo>
                    <a:lnTo>
                      <a:pt x="284000" y="94375"/>
                    </a:lnTo>
                    <a:lnTo>
                      <a:pt x="260175" y="55816"/>
                    </a:lnTo>
                    <a:lnTo>
                      <a:pt x="229333" y="26020"/>
                    </a:lnTo>
                    <a:lnTo>
                      <a:pt x="192925" y="6808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38" name="Google Shape;558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NBUAAKgSAAAUFwAAABUAAAAAAAAmAAAACAAAAP//////////"/>
                  </a:ext>
                </a:extLst>
              </p:cNvSpPr>
              <p:nvPr/>
            </p:nvSpPr>
            <p:spPr>
              <a:xfrm>
                <a:off x="3446780" y="3032760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0" y="190500"/>
                    </a:moveTo>
                    <a:lnTo>
                      <a:pt x="5441" y="139876"/>
                    </a:lnTo>
                    <a:lnTo>
                      <a:pt x="20799" y="94375"/>
                    </a:lnTo>
                    <a:lnTo>
                      <a:pt x="44624" y="55816"/>
                    </a:lnTo>
                    <a:lnTo>
                      <a:pt x="75466" y="26020"/>
                    </a:lnTo>
                    <a:lnTo>
                      <a:pt x="111874" y="6808"/>
                    </a:lnTo>
                    <a:lnTo>
                      <a:pt x="152400" y="0"/>
                    </a:lnTo>
                    <a:lnTo>
                      <a:pt x="192925" y="6808"/>
                    </a:lnTo>
                    <a:lnTo>
                      <a:pt x="229333" y="26020"/>
                    </a:lnTo>
                    <a:lnTo>
                      <a:pt x="260175" y="55816"/>
                    </a:lnTo>
                    <a:lnTo>
                      <a:pt x="284000" y="94375"/>
                    </a:lnTo>
                    <a:lnTo>
                      <a:pt x="299358" y="139876"/>
                    </a:lnTo>
                    <a:lnTo>
                      <a:pt x="304800" y="190500"/>
                    </a:lnTo>
                    <a:lnTo>
                      <a:pt x="299358" y="241123"/>
                    </a:lnTo>
                    <a:lnTo>
                      <a:pt x="284000" y="286624"/>
                    </a:lnTo>
                    <a:lnTo>
                      <a:pt x="260175" y="325183"/>
                    </a:lnTo>
                    <a:lnTo>
                      <a:pt x="229333" y="354979"/>
                    </a:lnTo>
                    <a:lnTo>
                      <a:pt x="192925" y="374191"/>
                    </a:lnTo>
                    <a:lnTo>
                      <a:pt x="152400" y="381000"/>
                    </a:lnTo>
                    <a:lnTo>
                      <a:pt x="111874" y="374191"/>
                    </a:lnTo>
                    <a:lnTo>
                      <a:pt x="75466" y="354979"/>
                    </a:lnTo>
                    <a:lnTo>
                      <a:pt x="44624" y="325183"/>
                    </a:lnTo>
                    <a:lnTo>
                      <a:pt x="20799" y="286624"/>
                    </a:lnTo>
                    <a:lnTo>
                      <a:pt x="5441" y="241123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36" name="Google Shape;559;p52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MDAwP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yhUAAA8TAACAFgAAdBQAAAAgAAAmAAAACAAAAP//////////"/>
                </a:ext>
              </a:extLst>
            </p:cNvSpPr>
            <p:nvPr/>
          </p:nvSpPr>
          <p:spPr>
            <a:xfrm>
              <a:off x="3542030" y="3098165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4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grpSp>
          <p:nvGrpSpPr>
            <p:cNvPr id="33" name="Google Shape;560;p52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BQXAAAZDAAA9BgAAHEOAAAAAAAAJgAAAAgAAAD/////AAAAAA=="/>
                </a:ext>
              </a:extLst>
            </p:cNvGrpSpPr>
            <p:nvPr/>
          </p:nvGrpSpPr>
          <p:grpSpPr>
            <a:xfrm>
              <a:off x="3751580" y="1966595"/>
              <a:ext cx="304800" cy="381000"/>
              <a:chOff x="3751580" y="1966595"/>
              <a:chExt cx="304800" cy="381000"/>
            </a:xfrm>
          </p:grpSpPr>
          <p:sp>
            <p:nvSpPr>
              <p:cNvPr id="35" name="Google Shape;561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FBcAABkMAAD0GAAAcQ4AAAAAAAAmAAAACAAAAP//////////"/>
                  </a:ext>
                </a:extLst>
              </p:cNvSpPr>
              <p:nvPr/>
            </p:nvSpPr>
            <p:spPr>
              <a:xfrm>
                <a:off x="3751580" y="196659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152400" y="0"/>
                    </a:moveTo>
                    <a:lnTo>
                      <a:pt x="111874" y="6808"/>
                    </a:lnTo>
                    <a:lnTo>
                      <a:pt x="75466" y="26020"/>
                    </a:lnTo>
                    <a:lnTo>
                      <a:pt x="44624" y="55816"/>
                    </a:lnTo>
                    <a:lnTo>
                      <a:pt x="20799" y="94375"/>
                    </a:lnTo>
                    <a:lnTo>
                      <a:pt x="5441" y="139876"/>
                    </a:lnTo>
                    <a:lnTo>
                      <a:pt x="0" y="190500"/>
                    </a:lnTo>
                    <a:lnTo>
                      <a:pt x="5441" y="241123"/>
                    </a:lnTo>
                    <a:lnTo>
                      <a:pt x="20799" y="286624"/>
                    </a:lnTo>
                    <a:lnTo>
                      <a:pt x="44624" y="325183"/>
                    </a:lnTo>
                    <a:lnTo>
                      <a:pt x="75466" y="354979"/>
                    </a:lnTo>
                    <a:lnTo>
                      <a:pt x="111874" y="374191"/>
                    </a:lnTo>
                    <a:lnTo>
                      <a:pt x="152400" y="381000"/>
                    </a:lnTo>
                    <a:lnTo>
                      <a:pt x="192925" y="374191"/>
                    </a:lnTo>
                    <a:lnTo>
                      <a:pt x="229333" y="354979"/>
                    </a:lnTo>
                    <a:lnTo>
                      <a:pt x="260175" y="325183"/>
                    </a:lnTo>
                    <a:lnTo>
                      <a:pt x="284000" y="286624"/>
                    </a:lnTo>
                    <a:lnTo>
                      <a:pt x="299358" y="241123"/>
                    </a:lnTo>
                    <a:lnTo>
                      <a:pt x="304800" y="190500"/>
                    </a:lnTo>
                    <a:lnTo>
                      <a:pt x="299358" y="139876"/>
                    </a:lnTo>
                    <a:lnTo>
                      <a:pt x="284000" y="94375"/>
                    </a:lnTo>
                    <a:lnTo>
                      <a:pt x="260175" y="55816"/>
                    </a:lnTo>
                    <a:lnTo>
                      <a:pt x="229333" y="26020"/>
                    </a:lnTo>
                    <a:lnTo>
                      <a:pt x="192925" y="6808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34" name="Google Shape;562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B2YW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FBcAABkMAAD0GAAAcQ4AAAAAAAAmAAAACAAAAP//////////"/>
                  </a:ext>
                </a:extLst>
              </p:cNvSpPr>
              <p:nvPr/>
            </p:nvSpPr>
            <p:spPr>
              <a:xfrm>
                <a:off x="3751580" y="196659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0" y="190500"/>
                    </a:moveTo>
                    <a:lnTo>
                      <a:pt x="5441" y="139876"/>
                    </a:lnTo>
                    <a:lnTo>
                      <a:pt x="20799" y="94375"/>
                    </a:lnTo>
                    <a:lnTo>
                      <a:pt x="44624" y="55816"/>
                    </a:lnTo>
                    <a:lnTo>
                      <a:pt x="75466" y="26020"/>
                    </a:lnTo>
                    <a:lnTo>
                      <a:pt x="111874" y="6808"/>
                    </a:lnTo>
                    <a:lnTo>
                      <a:pt x="152400" y="0"/>
                    </a:lnTo>
                    <a:lnTo>
                      <a:pt x="192925" y="6808"/>
                    </a:lnTo>
                    <a:lnTo>
                      <a:pt x="229333" y="26020"/>
                    </a:lnTo>
                    <a:lnTo>
                      <a:pt x="260175" y="55816"/>
                    </a:lnTo>
                    <a:lnTo>
                      <a:pt x="284000" y="94375"/>
                    </a:lnTo>
                    <a:lnTo>
                      <a:pt x="299358" y="139876"/>
                    </a:lnTo>
                    <a:lnTo>
                      <a:pt x="304800" y="190500"/>
                    </a:lnTo>
                    <a:lnTo>
                      <a:pt x="299358" y="241123"/>
                    </a:lnTo>
                    <a:lnTo>
                      <a:pt x="284000" y="286624"/>
                    </a:lnTo>
                    <a:lnTo>
                      <a:pt x="260175" y="325183"/>
                    </a:lnTo>
                    <a:lnTo>
                      <a:pt x="229333" y="354979"/>
                    </a:lnTo>
                    <a:lnTo>
                      <a:pt x="192925" y="374191"/>
                    </a:lnTo>
                    <a:lnTo>
                      <a:pt x="152400" y="381000"/>
                    </a:lnTo>
                    <a:lnTo>
                      <a:pt x="111874" y="374191"/>
                    </a:lnTo>
                    <a:lnTo>
                      <a:pt x="75466" y="354979"/>
                    </a:lnTo>
                    <a:lnTo>
                      <a:pt x="44624" y="325183"/>
                    </a:lnTo>
                    <a:lnTo>
                      <a:pt x="20799" y="286624"/>
                    </a:lnTo>
                    <a:lnTo>
                      <a:pt x="5441" y="241123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32" name="Google Shape;563;p52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E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qhcAAHwMAABgGAAA4Q0AAAAgAAAmAAAACAAAAP//////////"/>
                </a:ext>
              </a:extLst>
            </p:cNvSpPr>
            <p:nvPr/>
          </p:nvSpPr>
          <p:spPr>
            <a:xfrm>
              <a:off x="3846830" y="2029460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5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sp>
          <p:nvSpPr>
            <p:cNvPr id="31" name="Google Shape;564;p52"/>
            <p:cNvSpPr>
              <a:extLst>
                <a:ext uri="smNativeData">
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SX26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FsPS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SX26AP///wEAAAAAAAAAAAAAAAAAAAAAAAAAAAAAAAAAAAAAAAAAAAAAAAJ/f38A5+bmA8zMzADAwP8Af39/AAAAAAAAAAAAAAAAAAAAAAAAAAAAIQAAABgAAAAUAAAAhQsAAFIJAAC8GAAA4RQAAAAAAAAmAAAACAAAAP//////////"/>
                </a:ext>
              </a:extLst>
            </p:cNvSpPr>
            <p:nvPr/>
          </p:nvSpPr>
          <p:spPr>
            <a:xfrm>
              <a:off x="1872615" y="1515110"/>
              <a:ext cx="2148205" cy="1878965"/>
            </a:xfrm>
            <a:custGeom>
              <a:avLst/>
              <a:gdLst/>
              <a:ahLst/>
              <a:cxnLst/>
              <a:rect l="0" t="0" r="2148205" b="1878965"/>
              <a:pathLst>
                <a:path w="2148205" h="1878965">
                  <a:moveTo>
                    <a:pt x="370268" y="1684085"/>
                  </a:moveTo>
                  <a:lnTo>
                    <a:pt x="341680" y="1697835"/>
                  </a:lnTo>
                  <a:lnTo>
                    <a:pt x="11430" y="1014005"/>
                  </a:lnTo>
                  <a:lnTo>
                    <a:pt x="0" y="1019591"/>
                  </a:lnTo>
                  <a:lnTo>
                    <a:pt x="330225" y="1703344"/>
                  </a:lnTo>
                  <a:lnTo>
                    <a:pt x="301637" y="1717094"/>
                  </a:lnTo>
                  <a:lnTo>
                    <a:pt x="369087" y="1769147"/>
                  </a:lnTo>
                  <a:lnTo>
                    <a:pt x="369836" y="1714809"/>
                  </a:lnTo>
                  <a:lnTo>
                    <a:pt x="370268" y="1684085"/>
                  </a:lnTo>
                  <a:close/>
                </a:path>
                <a:path w="2148205" h="1878965">
                  <a:moveTo>
                    <a:pt x="674852" y="9394"/>
                  </a:moveTo>
                  <a:lnTo>
                    <a:pt x="665378" y="1015"/>
                  </a:lnTo>
                  <a:lnTo>
                    <a:pt x="51739" y="687421"/>
                  </a:lnTo>
                  <a:lnTo>
                    <a:pt x="28079" y="666270"/>
                  </a:lnTo>
                  <a:lnTo>
                    <a:pt x="5715" y="748412"/>
                  </a:lnTo>
                  <a:lnTo>
                    <a:pt x="84899" y="717053"/>
                  </a:lnTo>
                  <a:lnTo>
                    <a:pt x="71818" y="705373"/>
                  </a:lnTo>
                  <a:lnTo>
                    <a:pt x="61226" y="695901"/>
                  </a:lnTo>
                  <a:lnTo>
                    <a:pt x="674852" y="9394"/>
                  </a:lnTo>
                  <a:close/>
                </a:path>
                <a:path w="2148205" h="1878965">
                  <a:moveTo>
                    <a:pt x="1618551" y="1847987"/>
                  </a:moveTo>
                  <a:lnTo>
                    <a:pt x="1557528" y="1847987"/>
                  </a:lnTo>
                  <a:lnTo>
                    <a:pt x="1544789" y="1847987"/>
                  </a:lnTo>
                  <a:lnTo>
                    <a:pt x="1542288" y="1878584"/>
                  </a:lnTo>
                  <a:lnTo>
                    <a:pt x="1618551" y="1847987"/>
                  </a:lnTo>
                  <a:close/>
                </a:path>
                <a:path w="2148205" h="1878965">
                  <a:moveTo>
                    <a:pt x="1621409" y="1846844"/>
                  </a:moveTo>
                  <a:lnTo>
                    <a:pt x="1548511" y="1802663"/>
                  </a:lnTo>
                  <a:lnTo>
                    <a:pt x="1545920" y="1834250"/>
                  </a:lnTo>
                  <a:lnTo>
                    <a:pt x="676795" y="1763053"/>
                  </a:lnTo>
                  <a:lnTo>
                    <a:pt x="675754" y="1775748"/>
                  </a:lnTo>
                  <a:lnTo>
                    <a:pt x="1544878" y="1846958"/>
                  </a:lnTo>
                  <a:lnTo>
                    <a:pt x="1557616" y="1846958"/>
                  </a:lnTo>
                  <a:lnTo>
                    <a:pt x="1621142" y="1846958"/>
                  </a:lnTo>
                  <a:lnTo>
                    <a:pt x="1621409" y="1846844"/>
                  </a:lnTo>
                  <a:close/>
                </a:path>
                <a:path w="2148205" h="1878965">
                  <a:moveTo>
                    <a:pt x="1925066" y="779135"/>
                  </a:moveTo>
                  <a:lnTo>
                    <a:pt x="1840484" y="789419"/>
                  </a:lnTo>
                  <a:lnTo>
                    <a:pt x="1858010" y="815902"/>
                  </a:lnTo>
                  <a:lnTo>
                    <a:pt x="1372857" y="1136709"/>
                  </a:lnTo>
                  <a:lnTo>
                    <a:pt x="1362290" y="1118377"/>
                  </a:lnTo>
                  <a:lnTo>
                    <a:pt x="1362290" y="1143705"/>
                  </a:lnTo>
                  <a:lnTo>
                    <a:pt x="992759" y="1388059"/>
                  </a:lnTo>
                  <a:lnTo>
                    <a:pt x="616305" y="1183074"/>
                  </a:lnTo>
                  <a:lnTo>
                    <a:pt x="699109" y="802355"/>
                  </a:lnTo>
                  <a:lnTo>
                    <a:pt x="1133055" y="745795"/>
                  </a:lnTo>
                  <a:lnTo>
                    <a:pt x="1362290" y="1143705"/>
                  </a:lnTo>
                  <a:lnTo>
                    <a:pt x="1362290" y="1118377"/>
                  </a:lnTo>
                  <a:lnTo>
                    <a:pt x="1146657" y="744018"/>
                  </a:lnTo>
                  <a:lnTo>
                    <a:pt x="1805482" y="658145"/>
                  </a:lnTo>
                  <a:lnTo>
                    <a:pt x="1809623" y="689630"/>
                  </a:lnTo>
                  <a:lnTo>
                    <a:pt x="1877402" y="643926"/>
                  </a:lnTo>
                  <a:lnTo>
                    <a:pt x="1880235" y="642022"/>
                  </a:lnTo>
                  <a:lnTo>
                    <a:pt x="1799717" y="614091"/>
                  </a:lnTo>
                  <a:lnTo>
                    <a:pt x="1803844" y="645576"/>
                  </a:lnTo>
                  <a:lnTo>
                    <a:pt x="1139812" y="732135"/>
                  </a:lnTo>
                  <a:lnTo>
                    <a:pt x="1126210" y="708534"/>
                  </a:lnTo>
                  <a:lnTo>
                    <a:pt x="1126210" y="733912"/>
                  </a:lnTo>
                  <a:lnTo>
                    <a:pt x="701967" y="789203"/>
                  </a:lnTo>
                  <a:lnTo>
                    <a:pt x="826985" y="214493"/>
                  </a:lnTo>
                  <a:lnTo>
                    <a:pt x="1126210" y="733912"/>
                  </a:lnTo>
                  <a:lnTo>
                    <a:pt x="1126210" y="708534"/>
                  </a:lnTo>
                  <a:lnTo>
                    <a:pt x="830999" y="196021"/>
                  </a:lnTo>
                  <a:lnTo>
                    <a:pt x="831113" y="195513"/>
                  </a:lnTo>
                  <a:lnTo>
                    <a:pt x="830643" y="195411"/>
                  </a:lnTo>
                  <a:lnTo>
                    <a:pt x="828078" y="190943"/>
                  </a:lnTo>
                  <a:lnTo>
                    <a:pt x="823226" y="193748"/>
                  </a:lnTo>
                  <a:lnTo>
                    <a:pt x="818692" y="192720"/>
                  </a:lnTo>
                  <a:lnTo>
                    <a:pt x="817778" y="196884"/>
                  </a:lnTo>
                  <a:lnTo>
                    <a:pt x="817079" y="197290"/>
                  </a:lnTo>
                  <a:lnTo>
                    <a:pt x="817524" y="198078"/>
                  </a:lnTo>
                  <a:lnTo>
                    <a:pt x="688581" y="790954"/>
                  </a:lnTo>
                  <a:lnTo>
                    <a:pt x="685723" y="791335"/>
                  </a:lnTo>
                  <a:lnTo>
                    <a:pt x="685723" y="804107"/>
                  </a:lnTo>
                  <a:lnTo>
                    <a:pt x="604685" y="1176739"/>
                  </a:lnTo>
                  <a:lnTo>
                    <a:pt x="68148" y="884598"/>
                  </a:lnTo>
                  <a:lnTo>
                    <a:pt x="685723" y="804107"/>
                  </a:lnTo>
                  <a:lnTo>
                    <a:pt x="685723" y="791335"/>
                  </a:lnTo>
                  <a:lnTo>
                    <a:pt x="50609" y="874099"/>
                  </a:lnTo>
                  <a:lnTo>
                    <a:pt x="51676" y="882274"/>
                  </a:lnTo>
                  <a:lnTo>
                    <a:pt x="48399" y="888318"/>
                  </a:lnTo>
                  <a:lnTo>
                    <a:pt x="601865" y="1189688"/>
                  </a:lnTo>
                  <a:lnTo>
                    <a:pt x="533868" y="1502410"/>
                  </a:lnTo>
                  <a:lnTo>
                    <a:pt x="502831" y="1495681"/>
                  </a:lnTo>
                  <a:lnTo>
                    <a:pt x="523874" y="1578203"/>
                  </a:lnTo>
                  <a:lnTo>
                    <a:pt x="572693" y="1517518"/>
                  </a:lnTo>
                  <a:lnTo>
                    <a:pt x="577291" y="1511805"/>
                  </a:lnTo>
                  <a:lnTo>
                    <a:pt x="546265" y="1505101"/>
                  </a:lnTo>
                  <a:lnTo>
                    <a:pt x="613486" y="1196023"/>
                  </a:lnTo>
                  <a:lnTo>
                    <a:pt x="980744" y="1395994"/>
                  </a:lnTo>
                  <a:lnTo>
                    <a:pt x="627049" y="1629875"/>
                  </a:lnTo>
                  <a:lnTo>
                    <a:pt x="634060" y="1640539"/>
                  </a:lnTo>
                  <a:lnTo>
                    <a:pt x="993419" y="1402900"/>
                  </a:lnTo>
                  <a:lnTo>
                    <a:pt x="1505521" y="1681723"/>
                  </a:lnTo>
                  <a:lnTo>
                    <a:pt x="1490345" y="1709604"/>
                  </a:lnTo>
                  <a:lnTo>
                    <a:pt x="1575435" y="1712524"/>
                  </a:lnTo>
                  <a:lnTo>
                    <a:pt x="1558188" y="1687767"/>
                  </a:lnTo>
                  <a:lnTo>
                    <a:pt x="1526794" y="1642697"/>
                  </a:lnTo>
                  <a:lnTo>
                    <a:pt x="1511617" y="1670551"/>
                  </a:lnTo>
                  <a:lnTo>
                    <a:pt x="1005446" y="1394953"/>
                  </a:lnTo>
                  <a:lnTo>
                    <a:pt x="1368666" y="1154775"/>
                  </a:lnTo>
                  <a:lnTo>
                    <a:pt x="1575562" y="1513874"/>
                  </a:lnTo>
                  <a:lnTo>
                    <a:pt x="1548003" y="1529706"/>
                  </a:lnTo>
                  <a:lnTo>
                    <a:pt x="1618996" y="1576807"/>
                  </a:lnTo>
                  <a:lnTo>
                    <a:pt x="1615960" y="1524881"/>
                  </a:lnTo>
                  <a:lnTo>
                    <a:pt x="1614043" y="1491745"/>
                  </a:lnTo>
                  <a:lnTo>
                    <a:pt x="1586509" y="1507576"/>
                  </a:lnTo>
                  <a:lnTo>
                    <a:pt x="1379232" y="1147780"/>
                  </a:lnTo>
                  <a:lnTo>
                    <a:pt x="1865045" y="826528"/>
                  </a:lnTo>
                  <a:lnTo>
                    <a:pt x="1882521" y="852897"/>
                  </a:lnTo>
                  <a:lnTo>
                    <a:pt x="1907921" y="808843"/>
                  </a:lnTo>
                  <a:lnTo>
                    <a:pt x="1925066" y="779135"/>
                  </a:lnTo>
                  <a:close/>
                </a:path>
                <a:path w="2148205" h="1878965">
                  <a:moveTo>
                    <a:pt x="2034159" y="448412"/>
                  </a:moveTo>
                  <a:lnTo>
                    <a:pt x="1047623" y="29225"/>
                  </a:lnTo>
                  <a:lnTo>
                    <a:pt x="1049731" y="24248"/>
                  </a:lnTo>
                  <a:lnTo>
                    <a:pt x="1060069" y="0"/>
                  </a:lnTo>
                  <a:lnTo>
                    <a:pt x="974979" y="5205"/>
                  </a:lnTo>
                  <a:lnTo>
                    <a:pt x="1030224" y="70080"/>
                  </a:lnTo>
                  <a:lnTo>
                    <a:pt x="1042644" y="40892"/>
                  </a:lnTo>
                  <a:lnTo>
                    <a:pt x="2029079" y="460219"/>
                  </a:lnTo>
                  <a:lnTo>
                    <a:pt x="2034159" y="448412"/>
                  </a:lnTo>
                  <a:close/>
                </a:path>
                <a:path w="2148205" h="1878965">
                  <a:moveTo>
                    <a:pt x="2147697" y="863943"/>
                  </a:moveTo>
                  <a:lnTo>
                    <a:pt x="2144941" y="836139"/>
                  </a:lnTo>
                  <a:lnTo>
                    <a:pt x="2139315" y="779135"/>
                  </a:lnTo>
                  <a:lnTo>
                    <a:pt x="2076577" y="836774"/>
                  </a:lnTo>
                  <a:lnTo>
                    <a:pt x="2106180" y="848085"/>
                  </a:lnTo>
                  <a:lnTo>
                    <a:pt x="1828546" y="1575791"/>
                  </a:lnTo>
                  <a:lnTo>
                    <a:pt x="1840484" y="1580234"/>
                  </a:lnTo>
                  <a:lnTo>
                    <a:pt x="2118118" y="852655"/>
                  </a:lnTo>
                  <a:lnTo>
                    <a:pt x="2147697" y="863943"/>
                  </a:lnTo>
                  <a:close/>
                </a:path>
              </a:pathLst>
            </a:custGeom>
            <a:solidFill>
              <a:srgbClr val="497DBA"/>
            </a:solidFill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>
                <a:defRPr lang="en-us"/>
              </a:pPr>
              <a:endParaRPr lang="en-us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30" name="Google Shape;565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EAQ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fQwAAAILAACfDQAAIQwAAAAgAAAmAAAACAAAAP//////////"/>
                </a:ext>
              </a:extLst>
            </p:cNvSpPr>
            <p:nvPr/>
          </p:nvSpPr>
          <p:spPr>
            <a:xfrm>
              <a:off x="2030095" y="1789430"/>
              <a:ext cx="184150" cy="1822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70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9" name="Google Shape;566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HQ8AALELAAC8EAAA0QwAAAAgAAAmAAAACAAAAP//////////"/>
                </a:ext>
              </a:extLst>
            </p:cNvSpPr>
            <p:nvPr/>
          </p:nvSpPr>
          <p:spPr>
            <a:xfrm>
              <a:off x="2456815" y="1900555"/>
              <a:ext cx="263525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125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8" name="Google Shape;567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uxEAAFIMAABaEwAAcQ0AAAAgAAAmAAAACAAAAP//////////"/>
                </a:ext>
              </a:extLst>
            </p:cNvSpPr>
            <p:nvPr/>
          </p:nvSpPr>
          <p:spPr>
            <a:xfrm>
              <a:off x="2882265" y="2002790"/>
              <a:ext cx="263525" cy="1822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100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7" name="Google Shape;568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NWbW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OwsAAPMQAABdDAAAExIAAAAgAAAmAAAACAAAAP//////////"/>
                </a:ext>
              </a:extLst>
            </p:cNvSpPr>
            <p:nvPr/>
          </p:nvSpPr>
          <p:spPr>
            <a:xfrm>
              <a:off x="1825625" y="2755265"/>
              <a:ext cx="184150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50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6" name="Google Shape;569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7AwAAJMPAAAODgAAshAAAAAgAAAmAAAACAAAAP//////////"/>
                </a:ext>
              </a:extLst>
            </p:cNvSpPr>
            <p:nvPr/>
          </p:nvSpPr>
          <p:spPr>
            <a:xfrm>
              <a:off x="2100580" y="2531745"/>
              <a:ext cx="184150" cy="1822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75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5" name="Google Shape;570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7AwAAJ0NAACLDgAAvQ4AAAAgAAAmAAAACAAAAP//////////"/>
                </a:ext>
              </a:extLst>
            </p:cNvSpPr>
            <p:nvPr/>
          </p:nvSpPr>
          <p:spPr>
            <a:xfrm>
              <a:off x="2100580" y="2212975"/>
              <a:ext cx="263525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125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4" name="Google Shape;571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LxcAAKEQAABRGAAAwREAAAAgAAAmAAAACAAAAP//////////"/>
                </a:ext>
              </a:extLst>
            </p:cNvSpPr>
            <p:nvPr/>
          </p:nvSpPr>
          <p:spPr>
            <a:xfrm>
              <a:off x="3768725" y="2703195"/>
              <a:ext cx="184150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50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3" name="Google Shape;572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F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aRAAAIIUAAAIEgAAohUAAAAgAAAmAAAACAAAAP//////////"/>
                </a:ext>
              </a:extLst>
            </p:cNvSpPr>
            <p:nvPr/>
          </p:nvSpPr>
          <p:spPr>
            <a:xfrm>
              <a:off x="2667635" y="3333750"/>
              <a:ext cx="263525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100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2" name="Google Shape;573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0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+BMAAOYOAACXFQAABhAAAAAgAAAmAAAACAAAAP//////////"/>
                </a:ext>
              </a:extLst>
            </p:cNvSpPr>
            <p:nvPr/>
          </p:nvSpPr>
          <p:spPr>
            <a:xfrm>
              <a:off x="3246120" y="2421890"/>
              <a:ext cx="263525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125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1" name="Google Shape;574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M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oBUAABEKAADCFgAAMAsAAAAgAAAmAAAACAAAAP//////////"/>
                </a:ext>
              </a:extLst>
            </p:cNvSpPr>
            <p:nvPr/>
          </p:nvSpPr>
          <p:spPr>
            <a:xfrm>
              <a:off x="3515360" y="1636395"/>
              <a:ext cx="184150" cy="1822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75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Subtitle1"/>
          <p:cNvSpPr>
            <a:extLst>
              <a:ext uri="smNativeData">
                <pr:smNativeData xmlns:pr="smNativeData" xmlns="smNativeData" val="SMDATA_15_WXOIaRMAAAAlAAAAZAAAAA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Vjb2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MAwAANgJAADPPgAAryUAABAAAAAmAAAACAAAAP//////////"/>
              </a:ext>
            </a:extLst>
          </p:cNvSpPr>
          <p:nvPr/>
        </p:nvSpPr>
        <p:spPr>
          <a:xfrm>
            <a:off x="1981200" y="1600200"/>
            <a:ext cx="8228965" cy="45256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spcCol="215900" anchor="ctr"/>
          <a:lstStyle/>
          <a:p>
            <a:pPr marL="457200" indent="-228600" algn="ctr">
              <a:defRPr lang="en-us" sz="2800" cap="none"/>
            </a:pPr>
            <a:r>
              <a:rPr lang="en-in" sz="3200" cap="none">
                <a:solidFill>
                  <a:srgbClr val="7030A0"/>
                </a:solidFill>
              </a:rPr>
              <a:t>Optimality of A*</a:t>
            </a:r>
            <a:endParaRPr lang="en-us" sz="3200" cap="none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50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tQMAALQIAABORwAA/CYAABAAAAAmAAAACAAAAL2wAAD/HwAA"/>
              </a:ext>
            </a:extLst>
          </p:cNvSpPr>
          <p:nvPr>
            <p:ph type="body" idx="1"/>
          </p:nvPr>
        </p:nvSpPr>
        <p:spPr>
          <a:xfrm>
            <a:off x="602615" y="1414780"/>
            <a:ext cx="10988675" cy="4922520"/>
          </a:xfr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342900" indent="-342900">
              <a:spcBef>
                <a:spcPts val="0"/>
              </a:spcBef>
              <a:defRPr lang="en-us" cap="none"/>
            </a:pPr>
            <a:r>
              <a:rPr lang="en-in" b="1" cap="none">
                <a:solidFill>
                  <a:srgbClr val="9966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Test for Admissibility:</a:t>
            </a:r>
            <a:endParaRPr lang="en-in" b="1" cap="none">
              <a:solidFill>
                <a:srgbClr val="996600"/>
              </a:solidFill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342900" indent="-342900">
              <a:spcBef>
                <a:spcPts val="0"/>
              </a:spcBef>
              <a:defRPr lang="en-us" cap="none"/>
            </a:pPr>
          </a:p>
          <a:p>
            <a:pPr marL="342900" indent="-342900">
              <a:spcBef>
                <a:spcPts val="0"/>
              </a:spcBef>
              <a:defRPr lang="en-us" cap="none"/>
            </a:pPr>
            <a:r>
              <a:rPr lang="en-in" cap="none">
                <a:latin typeface="Calibri" pitchFamily="2" charset="0"/>
                <a:ea typeface="Calibri" pitchFamily="2" charset="0"/>
                <a:cs typeface="Calibri" pitchFamily="2" charset="0"/>
              </a:rPr>
              <a:t>Expands the node which lies in the closest path (estimated cheapest path) to the goal</a:t>
            </a:r>
            <a:endParaRPr lang="en-in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342900" indent="-342900">
              <a:spcBef>
                <a:spcPts val="360"/>
              </a:spcBef>
              <a:defRPr lang="en-us" cap="none"/>
            </a:pPr>
            <a:r>
              <a:rPr lang="en-in" cap="none">
                <a:latin typeface="Calibri" pitchFamily="2" charset="0"/>
                <a:ea typeface="Calibri" pitchFamily="2" charset="0"/>
                <a:cs typeface="Calibri" pitchFamily="2" charset="0"/>
              </a:rPr>
              <a:t>Evaluation function </a:t>
            </a:r>
            <a:r>
              <a:rPr lang="en-in" b="1" cap="none">
                <a:latin typeface="Calibri" pitchFamily="2" charset="0"/>
                <a:ea typeface="Calibri" pitchFamily="2" charset="0"/>
                <a:cs typeface="Calibri" pitchFamily="2" charset="0"/>
              </a:rPr>
              <a:t>f(n) = g(n) + h(n)</a:t>
            </a:r>
            <a:r>
              <a:rPr lang="en-in" cap="none">
                <a:latin typeface="Calibri" pitchFamily="2" charset="0"/>
                <a:ea typeface="Calibri" pitchFamily="2" charset="0"/>
                <a:cs typeface="Calibri" pitchFamily="2" charset="0"/>
              </a:rPr>
              <a:t> </a:t>
            </a:r>
            <a:endParaRPr lang="en-in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900430" indent="-179070">
              <a:spcBef>
                <a:spcPts val="360"/>
              </a:spcBef>
              <a:defRPr lang="en-us" cap="none"/>
            </a:pPr>
            <a:r>
              <a:rPr lang="en-in" cap="none">
                <a:latin typeface="Calibri" pitchFamily="2" charset="0"/>
                <a:ea typeface="Calibri" pitchFamily="2" charset="0"/>
                <a:cs typeface="Calibri" pitchFamily="2" charset="0"/>
              </a:rPr>
              <a:t>g(n) – the cost to reach the node</a:t>
            </a:r>
            <a:endParaRPr lang="en-in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900430" indent="-179070">
              <a:spcBef>
                <a:spcPts val="360"/>
              </a:spcBef>
              <a:defRPr lang="en-us" cap="none"/>
            </a:pPr>
            <a:r>
              <a:rPr lang="en-in" cap="none">
                <a:latin typeface="Calibri" pitchFamily="2" charset="0"/>
                <a:ea typeface="Calibri" pitchFamily="2" charset="0"/>
                <a:cs typeface="Calibri" pitchFamily="2" charset="0"/>
              </a:rPr>
              <a:t>h(n) – the expected cost to go from node to goal</a:t>
            </a:r>
            <a:endParaRPr lang="en-in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900430" indent="-179070">
              <a:spcBef>
                <a:spcPts val="360"/>
              </a:spcBef>
              <a:defRPr lang="en-us" cap="none"/>
            </a:pPr>
            <a:r>
              <a:rPr lang="en-in" cap="none">
                <a:latin typeface="Calibri" pitchFamily="2" charset="0"/>
                <a:ea typeface="Calibri" pitchFamily="2" charset="0"/>
                <a:cs typeface="Calibri" pitchFamily="2" charset="0"/>
              </a:rPr>
              <a:t>f(n) – estimated cost of cheapest path through node n</a:t>
            </a:r>
            <a:endParaRPr lang="en-in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900430" indent="-179070">
              <a:spcBef>
                <a:spcPts val="360"/>
              </a:spcBef>
              <a:defRPr lang="en-us" cap="none"/>
            </a:pPr>
            <a:endParaRPr lang="en-us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900430" indent="-179070">
              <a:spcBef>
                <a:spcPts val="360"/>
              </a:spcBef>
              <a:defRPr lang="en-us" cap="none"/>
            </a:pPr>
            <a:endParaRPr lang="en-us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263525" indent="-179705">
              <a:spcBef>
                <a:spcPts val="360"/>
              </a:spcBef>
              <a:defRPr lang="en-us" cap="none"/>
            </a:pPr>
            <a:r>
              <a:rPr lang="en-in" cap="none">
                <a:latin typeface="Calibri" pitchFamily="2" charset="0"/>
                <a:ea typeface="Calibri" pitchFamily="2" charset="0"/>
                <a:cs typeface="Calibri" pitchFamily="2" charset="0"/>
              </a:rPr>
              <a:t>	</a:t>
            </a:r>
            <a:r>
              <a:rPr lang="en-in" cap="none">
                <a:solidFill>
                  <a:srgbClr val="0070C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A heuristic is admissible or optimistic if , </a:t>
            </a:r>
            <a:r>
              <a:rPr lang="en-in" b="1" cap="none">
                <a:solidFill>
                  <a:srgbClr val="0070C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0 ≤ h(n) ≤ h*(n)</a:t>
            </a:r>
            <a:r>
              <a:rPr lang="en-in" cap="none">
                <a:solidFill>
                  <a:srgbClr val="0070C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, where h*(n) is the actual cost to reach the goal</a:t>
            </a:r>
            <a:endParaRPr lang="en-us" cap="none">
              <a:solidFill>
                <a:srgbClr val="0070C0"/>
              </a:solidFill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900430" indent="-179070">
              <a:spcBef>
                <a:spcPts val="360"/>
              </a:spcBef>
              <a:defRPr lang="en-us" cap="none"/>
            </a:pPr>
            <a:endParaRPr lang="en-us" cap="none">
              <a:latin typeface="Calibri" pitchFamily="2" charset="0"/>
              <a:ea typeface="Calibri" pitchFamily="2" charset="0"/>
              <a:cs typeface="Calibri" pitchFamily="2" charset="0"/>
            </a:endParaRPr>
          </a:p>
          <a:p>
            <a:pPr marL="342900" indent="-342900">
              <a:spcBef>
                <a:spcPts val="360"/>
              </a:spcBef>
              <a:defRPr lang="en-us" cap="none"/>
            </a:pPr>
            <a:endParaRPr lang="en-us" cap="none"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  <p:sp>
        <p:nvSpPr>
          <p:cNvPr id="3" name="Google Shape;516;p50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ExIAANABAADGLwAA0gYAABAAAAAmAAAACAAAAD0wAAD/HwAA"/>
              </a:ext>
            </a:extLst>
          </p:cNvSpPr>
          <p:nvPr>
            <p:ph type="body" idx="2"/>
          </p:nvPr>
        </p:nvSpPr>
        <p:spPr>
          <a:xfrm>
            <a:off x="2938145" y="294640"/>
            <a:ext cx="4827905" cy="814070"/>
          </a:xfrm>
          <a:noFill/>
          <a:ln>
            <a:noFill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marL="0" indent="0" algn="ctr">
              <a:lnSpc>
                <a:spcPct val="140000"/>
              </a:lnSpc>
              <a:defRPr lang="en-us" sz="3200" cap="none"/>
            </a:pPr>
            <a:r>
              <a:rPr lang="en-in" cap="none">
                <a:solidFill>
                  <a:srgbClr val="C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A*  Search</a:t>
            </a:r>
            <a:endParaRPr lang="en-us" cap="none">
              <a:solidFill>
                <a:srgbClr val="C00000"/>
              </a:solidFill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1;p5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EAAAACAAAA////AP///wgAAAAAAAAAAPHT9BmF/gTqoJo2ZMGtmG8B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EAAADF////sP///w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P///wEAAAAAAAAAAAAAAAAAAAAAAAAAAAAAAAAAAAAAAAAAAAAAAAJ/f38A5+bmA8zMzADAwP8Af39/AAAAAAAAAAAAAAAAAAAAAAAAAAAAIQAAABgAAAAUAAAAQAsAAJ4LAADgPQAAdScAABAAAAAmAAAACAAAAL2wAAD/HwAA"/>
              </a:ext>
            </a:extLst>
          </p:cNvSpPr>
          <p:nvPr>
            <p:ph type="body" idx="1"/>
          </p:nvPr>
        </p:nvSpPr>
        <p:spPr>
          <a:xfrm>
            <a:off x="1828800" y="1888490"/>
            <a:ext cx="8229600" cy="4525645"/>
          </a:xfrm>
          <a:blipFill rotWithShape="1">
            <a:blip r:embed="rId3"/>
            <a:srcRect/>
            <a:stretch>
              <a:fillRect l="-590" t="-800" r="0" b="0"/>
            </a:stretch>
          </a:blipFill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342900" indent="-342900">
              <a:spcBef>
                <a:spcPts val="0"/>
              </a:spcBef>
              <a:defRPr lang="en-us"/>
            </a:pPr>
            <a:r>
              <a:rPr lang="en-in" cap="none"/>
              <a:t> </a:t>
            </a:r>
            <a:endParaRPr lang="en-in" cap="none"/>
          </a:p>
        </p:txBody>
      </p:sp>
      <p:pic>
        <p:nvPicPr>
          <p:cNvPr id="3" name="Google Shape;523;p51"/>
          <p:cNvPicPr>
            <a:extLst>
              <a:ext uri="smNativeData">
                <pr:smNativeData xmlns:pr="smNativeData" xmlns="smNativeData" val="SMDATA_17_WXOI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GooAAChBwAAmkAAAJwO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6569710" y="1240155"/>
            <a:ext cx="3931920" cy="113474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SlideText2"/>
          <p:cNvSpPr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I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ExIAANABAADGLwAA0gYAABAAAAAmAAAACAAAAP//////////"/>
              </a:ext>
            </a:extLst>
          </p:cNvSpPr>
          <p:nvPr/>
        </p:nvSpPr>
        <p:spPr>
          <a:xfrm>
            <a:off x="2938145" y="294640"/>
            <a:ext cx="4827905" cy="8140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lnSpc>
                <a:spcPct val="140000"/>
              </a:lnSpc>
              <a:defRPr lang="en-us" sz="3600" b="1" cap="none">
                <a:latin typeface="Arial" pitchFamily="1" charset="0"/>
                <a:ea typeface="Calibri" pitchFamily="2" charset="0"/>
                <a:cs typeface="Calibri" pitchFamily="2" charset="0"/>
              </a:defRPr>
            </a:pPr>
            <a:r>
              <a:rPr lang="en-in" sz="2400" cap="none">
                <a:solidFill>
                  <a:srgbClr val="C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A*  Search</a:t>
            </a:r>
            <a:endParaRPr lang="en-us" sz="2400" cap="none">
              <a:solidFill>
                <a:srgbClr val="C00000"/>
              </a:solidFill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28;p52"/>
          <p:cNvGrpSpPr>
            <a:extLst>
              <a:ext uri="smNativeData">
                <pr:smNativeData xmlns:pr="smNativeData" xmlns="smNativeData" val="SMDATA_6_WXOIaRMAAAAlAAAAAQAAAA8BAAAAkAAAAEgAAACQAAAASAAAAAAAAAAAAAAAAAAAABcAAAAUAAAAAAAAAAAAAAD/fwAA/38AAAAAAAAJAAAABAAAABBCwwsfAAAAVAAAAAAAAAAAAAAAAAAAAAAAAAAAAAAAAAAAAAAAAAAAAAAAAAAAAAAAAAAAAAAAAAAAAAAAAAAAAAAAAAAAAAAAAAAAAAAAAAAAAAAAAAAAAAAAAAAAACEAAAAYAAAAFAAAADMWAABLKAAAoUEAAJgoAAAQAAAAJgAAAAgAAAD/////AAAAAA=="/>
              </a:ext>
            </a:extLst>
          </p:cNvGrpSpPr>
          <p:nvPr/>
        </p:nvGrpSpPr>
        <p:grpSpPr>
          <a:xfrm>
            <a:off x="3608705" y="6550025"/>
            <a:ext cx="7059930" cy="48895"/>
            <a:chOff x="3608705" y="6550025"/>
            <a:chExt cx="7059930" cy="48895"/>
          </a:xfrm>
        </p:grpSpPr>
        <p:sp>
          <p:nvSpPr>
            <p:cNvPr id="8" name="Google Shape;529;p52"/>
            <p:cNvSpPr>
              <a:extLst>
                <a:ext uri="smNativeData">
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dsLk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kAP///wEAAAAAAAAAAAAAAAAAAAAAAAAAAAAAAAAAAAAAAAAAAAAAAAJ/f38A5+bmA8zMzADAwP8Af39/AAAAAAAAAAAAAAAAAAAAAAAAAAAAIQAAABgAAAAUAAAA2yUAAEsoAAAvNAAAmCgAAAAAAAAmAAAACAAAAP//////////"/>
                </a:ext>
              </a:extLst>
            </p:cNvSpPr>
            <p:nvPr/>
          </p:nvSpPr>
          <p:spPr>
            <a:xfrm>
              <a:off x="6153785" y="6550025"/>
              <a:ext cx="2329180" cy="48895"/>
            </a:xfrm>
            <a:custGeom>
              <a:avLst/>
              <a:gdLst/>
              <a:ahLst/>
              <a:cxnLst/>
              <a:rect l="0" t="0" r="2329180" b="48895"/>
              <a:pathLst>
                <a:path w="2329180" h="48895">
                  <a:moveTo>
                    <a:pt x="2328673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3" y="48768"/>
                  </a:lnTo>
                  <a:lnTo>
                    <a:pt x="2328673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>
                <a:defRPr lang="en-us"/>
              </a:pPr>
              <a:endParaRPr lang="en-us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7" name="Google Shape;530;p52"/>
            <p:cNvSpPr>
              <a:extLst>
                <a:ext uri="smNativeData">
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4hwj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4hwjAP///wEAAAAAAAAAAAAAAAAAAAAAAAAAAAAAAAAAAAAAAAAAAAAAAAJ/f38A5+bmA8zMzADAwP8Af39/AAAAAAAAAAAAAAAAAAAAAAAAAAAAIQAAABgAAAAUAAAA4jMAAEsoAAChQQAAkygAAAAAAAAmAAAACAAAAP//////////"/>
                </a:ext>
              </a:extLst>
            </p:cNvSpPr>
            <p:nvPr/>
          </p:nvSpPr>
          <p:spPr>
            <a:xfrm>
              <a:off x="8434070" y="6550025"/>
              <a:ext cx="2234565" cy="45720"/>
            </a:xfrm>
            <a:custGeom>
              <a:avLst/>
              <a:gdLst/>
              <a:ahLst/>
              <a:cxnLst/>
              <a:rect l="0" t="0" r="2234565" b="45720"/>
              <a:pathLst>
                <a:path w="2234565" h="45720">
                  <a:moveTo>
                    <a:pt x="2234183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4183" y="45720"/>
                  </a:lnTo>
                  <a:lnTo>
                    <a:pt x="2234183" y="0"/>
                  </a:lnTo>
                  <a:close/>
                </a:path>
              </a:pathLst>
            </a:custGeom>
            <a:solidFill>
              <a:srgbClr val="E21C23"/>
            </a:solidFill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>
                <a:defRPr lang="en-us"/>
              </a:pPr>
              <a:endParaRPr lang="en-us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6" name="Google Shape;531;p52"/>
            <p:cNvSpPr>
              <a:extLst>
                <a:ext uri="smNativeData">
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+68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68XAP///wEAAAAAAAAAAAAAAAAAAAAAAAAAAAAAAAAAAAAAAAAAAAAAAAJ/f38A5+bmA8zMzADAwP8Af39/AAAAAAAAAAAAAAAAAAAAAAAAAAAAIQAAABgAAAAUAAAAMxYAAEsoAAAVJgAAmCgAAAAAAAAmAAAACAAAAP//////////"/>
                </a:ext>
              </a:extLst>
            </p:cNvSpPr>
            <p:nvPr/>
          </p:nvSpPr>
          <p:spPr>
            <a:xfrm>
              <a:off x="3608705" y="6550025"/>
              <a:ext cx="2581910" cy="48895"/>
            </a:xfrm>
            <a:custGeom>
              <a:avLst/>
              <a:gdLst/>
              <a:ahLst/>
              <a:cxnLst/>
              <a:rect l="0" t="0" r="2581910" b="48895"/>
              <a:pathLst>
                <a:path w="2581910" h="48895">
                  <a:moveTo>
                    <a:pt x="2581656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581656" y="48768"/>
                  </a:lnTo>
                  <a:lnTo>
                    <a:pt x="2581656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>
                <a:defRPr lang="en-us"/>
              </a:pPr>
              <a:endParaRPr lang="en-us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5" name="Google Shape;532;p52"/>
            <p:cNvSpPr>
              <a:extLst>
                <a:ext uri="smNativeData">
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dsLk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kAP///wEAAAAAAAAAAAAAAAAAAAAAAAAAAAAAAAAAAAAAAAAAAAAAAAJ/f38A5+bmA8zMzADAwP8Af39/AAAAAAAAAAAAAAAAAAAAAAAAAAAAIQAAABgAAAAUAAAACCUAAFAoAABcMwAAmCgAAAAAAAAmAAAACAAAAP//////////"/>
                </a:ext>
              </a:extLst>
            </p:cNvSpPr>
            <p:nvPr/>
          </p:nvSpPr>
          <p:spPr>
            <a:xfrm>
              <a:off x="6019800" y="6553200"/>
              <a:ext cx="2329180" cy="45720"/>
            </a:xfrm>
            <a:custGeom>
              <a:avLst/>
              <a:gdLst/>
              <a:ahLst/>
              <a:cxnLst/>
              <a:rect l="0" t="0" r="2329180" b="45720"/>
              <a:pathLst>
                <a:path w="2329180" h="45720">
                  <a:moveTo>
                    <a:pt x="2328673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3" y="45720"/>
                  </a:lnTo>
                  <a:lnTo>
                    <a:pt x="2328673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>
                <a:defRPr lang="en-us"/>
              </a:pPr>
              <a:endParaRPr lang="en-us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4" name="Google Shape;533;p52"/>
            <p:cNvSpPr>
              <a:extLst>
                <a:ext uri="smNativeData">
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+68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68XAP///wEAAAAAAAAAAAAAAAAAAAAAAAAAAAAAAAAAAAAAAAAAAAAAAAJ/f38A5+bmA8zMzADAwP8Af39/AAAAAAAAAAAAAAAAAAAAAAAAAAAAIQAAABgAAAAUAAAAgBYAAFAoAAAIJQAAmCgAAAAAAAAmAAAACAAAAP//////////"/>
                </a:ext>
              </a:extLst>
            </p:cNvSpPr>
            <p:nvPr/>
          </p:nvSpPr>
          <p:spPr>
            <a:xfrm>
              <a:off x="3657600" y="6553200"/>
              <a:ext cx="2362200" cy="45720"/>
            </a:xfrm>
            <a:custGeom>
              <a:avLst/>
              <a:gdLst/>
              <a:ahLst/>
              <a:cxnLst/>
              <a:rect l="0" t="0" r="2362200" b="45720"/>
              <a:pathLst>
                <a:path w="2362200" h="45720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>
                <a:defRPr lang="en-us"/>
              </a:pPr>
              <a:endParaRPr lang="en-us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3" name="Google Shape;534;p52"/>
            <p:cNvSpPr>
              <a:extLst>
                <a:ext uri="smNativeData">
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/wA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P///wEAAAAAAAAAAAAAAAAAAAAAAAAAAAAAAAAAAAAAAAAAAAAAAAJ/f38A5+bmA8zMzADAwP8Af39/AAAAAAAAAAAAAAAAAAAAAAAAAAAAIQAAABgAAAAUAAAATTMAAFAoAAChQQAAmCgAAAAAAAAmAAAACAAAAP//////////"/>
                </a:ext>
              </a:extLst>
            </p:cNvSpPr>
            <p:nvPr/>
          </p:nvSpPr>
          <p:spPr>
            <a:xfrm>
              <a:off x="8339455" y="6553200"/>
              <a:ext cx="2329180" cy="45720"/>
            </a:xfrm>
            <a:custGeom>
              <a:avLst/>
              <a:gdLst/>
              <a:ahLst/>
              <a:cxnLst/>
              <a:rect l="0" t="0" r="2329180" b="45720"/>
              <a:pathLst>
                <a:path w="2329180" h="45720">
                  <a:moveTo>
                    <a:pt x="2328673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3" y="45720"/>
                  </a:lnTo>
                  <a:lnTo>
                    <a:pt x="232867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>
                <a:defRPr lang="en-us"/>
              </a:pPr>
              <a:endParaRPr lang="en-us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</p:grpSp>
      <p:pic>
        <p:nvPicPr>
          <p:cNvPr id="9" name="Google Shape;535;p52"/>
          <p:cNvPicPr>
            <a:extLst>
              <a:ext uri="smNativeData">
                <pr:smNativeData xmlns:pr="smNativeData" xmlns="smNativeData" val="SMDATA_17_WXOIaRMAAAAlAAAAEQ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CgyAAAAAAAAqD8AAEIE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0"/>
            <a:ext cx="2194560" cy="69215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0" name="Google Shape;536;p52"/>
          <p:cNvGrpSpPr>
            <a:extLst>
              <a:ext uri="smNativeData">
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GAJAAD4BwAAgTQAAEAIAAAQAAAAJgAAAAgAAAD/////AAAAAA=="/>
              </a:ext>
            </a:extLst>
          </p:cNvGrpSpPr>
          <p:nvPr/>
        </p:nvGrpSpPr>
        <p:grpSpPr>
          <a:xfrm>
            <a:off x="1524000" y="1295400"/>
            <a:ext cx="7011035" cy="45720"/>
            <a:chOff x="1524000" y="1295400"/>
            <a:chExt cx="7011035" cy="45720"/>
          </a:xfrm>
        </p:grpSpPr>
        <p:sp>
          <p:nvSpPr>
            <p:cNvPr id="13" name="Google Shape;537;p52"/>
            <p:cNvSpPr>
              <a:extLst>
                <a:ext uri="smNativeData">
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dsLk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dsLkAP///wEAAAAAAAAAAAAAAAAAAAAAAAAAAAAAAAAAAAAAAAAAAAAAAAJ/f38A5+bmA8zMzADAwP8Af39/AAAAAAAAAAAAAAAAAAAAAAAAAAAAIQAAABgAAAAUAAAA6BcAAPgHAAA8JgAAQAgAAAAAAAAmAAAACAAAAP//////////"/>
                </a:ext>
              </a:extLst>
            </p:cNvSpPr>
            <p:nvPr/>
          </p:nvSpPr>
          <p:spPr>
            <a:xfrm>
              <a:off x="3886200" y="1295400"/>
              <a:ext cx="2329180" cy="45720"/>
            </a:xfrm>
            <a:custGeom>
              <a:avLst/>
              <a:gdLst/>
              <a:ahLst/>
              <a:cxnLst/>
              <a:rect l="0" t="0" r="2329180" b="45720"/>
              <a:pathLst>
                <a:path w="2329180" h="45720">
                  <a:moveTo>
                    <a:pt x="2328673" y="0"/>
                  </a:moveTo>
                  <a:lnTo>
                    <a:pt x="0" y="0"/>
                  </a:lnTo>
                  <a:lnTo>
                    <a:pt x="0" y="45721"/>
                  </a:lnTo>
                  <a:lnTo>
                    <a:pt x="2328673" y="45721"/>
                  </a:lnTo>
                  <a:lnTo>
                    <a:pt x="2328673" y="0"/>
                  </a:lnTo>
                  <a:close/>
                </a:path>
              </a:pathLst>
            </a:custGeom>
            <a:solidFill>
              <a:srgbClr val="76C2E4"/>
            </a:solidFill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>
                <a:defRPr lang="en-us"/>
              </a:pPr>
              <a:endParaRPr lang="en-us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12" name="Google Shape;538;p52"/>
            <p:cNvSpPr>
              <a:extLst>
                <a:ext uri="smNativeData">
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+68X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68XAP///wEAAAAAAAAAAAAAAAAAAAAAAAAAAAAAAAAAAAAAAAAAAAAAAAJ/f38A5+bmA8zMzADAwP8Af39/AAAAAAAAAAAAAAAAAAAAAAAAAAAAIQAAABgAAAAUAAAAYAkAAPgHAADoFwAAQAgAAAAAAAAmAAAACAAAAP//////////"/>
                </a:ext>
              </a:extLst>
            </p:cNvSpPr>
            <p:nvPr/>
          </p:nvSpPr>
          <p:spPr>
            <a:xfrm>
              <a:off x="1524000" y="1295400"/>
              <a:ext cx="2362200" cy="45720"/>
            </a:xfrm>
            <a:custGeom>
              <a:avLst/>
              <a:gdLst/>
              <a:ahLst/>
              <a:cxnLst/>
              <a:rect l="0" t="0" r="2362200" b="45720"/>
              <a:pathLst>
                <a:path w="2362200" h="45720">
                  <a:moveTo>
                    <a:pt x="2362200" y="0"/>
                  </a:moveTo>
                  <a:lnTo>
                    <a:pt x="0" y="0"/>
                  </a:lnTo>
                  <a:lnTo>
                    <a:pt x="0" y="45721"/>
                  </a:lnTo>
                  <a:lnTo>
                    <a:pt x="2362200" y="45721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>
                <a:defRPr lang="en-us"/>
              </a:pPr>
              <a:endParaRPr lang="en-us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11" name="Google Shape;539;p52"/>
            <p:cNvSpPr>
              <a:extLst>
                <a:ext uri="smNativeData">
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/wAA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wAAAP///wEAAAAAAAAAAAAAAAAAAAAAAAAAAAAAAAAAAAAAAAAAAAAAAAJ/f38A5+bmA8zMzADAwP8Af39/AAAAAAAAAAAAAAAAAAAAAAAAAAAAIQAAABgAAAAUAAAALSYAAPgHAACBNAAAQAgAAAAAAAAmAAAACAAAAP//////////"/>
                </a:ext>
              </a:extLst>
            </p:cNvSpPr>
            <p:nvPr/>
          </p:nvSpPr>
          <p:spPr>
            <a:xfrm>
              <a:off x="6205855" y="1295400"/>
              <a:ext cx="2329180" cy="45720"/>
            </a:xfrm>
            <a:custGeom>
              <a:avLst/>
              <a:gdLst/>
              <a:ahLst/>
              <a:cxnLst/>
              <a:rect l="0" t="0" r="2329180" b="45720"/>
              <a:pathLst>
                <a:path w="2329180" h="45720">
                  <a:moveTo>
                    <a:pt x="2328673" y="0"/>
                  </a:moveTo>
                  <a:lnTo>
                    <a:pt x="0" y="0"/>
                  </a:lnTo>
                  <a:lnTo>
                    <a:pt x="0" y="45721"/>
                  </a:lnTo>
                  <a:lnTo>
                    <a:pt x="2328673" y="45721"/>
                  </a:lnTo>
                  <a:lnTo>
                    <a:pt x="232867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>
                <a:defRPr lang="en-us"/>
              </a:pPr>
              <a:endParaRPr lang="en-us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</p:grpSp>
      <p:graphicFrame>
        <p:nvGraphicFramePr>
          <p:cNvPr id="14" name=""/>
          <p:cNvGraphicFramePr>
            <a:graphicFrameLocks noGrp="1"/>
          </p:cNvGraphicFramePr>
          <p:nvPr/>
        </p:nvGraphicFramePr>
        <p:xfrm>
          <a:off x="3848735" y="3809365"/>
          <a:ext cx="7449820" cy="25457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15975"/>
                <a:gridCol w="1066800"/>
                <a:gridCol w="2488565"/>
                <a:gridCol w="3078480"/>
              </a:tblGrid>
              <a:tr h="565785">
                <a:tc>
                  <a:txBody>
                    <a:bodyPr wrap="square" numCol="1"/>
                    <a:lstStyle/>
                    <a:p>
                      <a:pPr marL="9207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b="1" cap="none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in" b="1" cap="none">
                        <a:solidFill>
                          <a:srgbClr val="FFFFFF"/>
                        </a:solidFill>
                      </a:endParaRPr>
                    </a:p>
                  </a:txBody>
                  <a:tcPr marL="0" marR="3175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C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9271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b="1" cap="none">
                          <a:solidFill>
                            <a:srgbClr val="FFFFFF"/>
                          </a:solidFill>
                        </a:rPr>
                        <a:t>h(n)</a:t>
                      </a:r>
                      <a:endParaRPr lang="en-in" b="1" cap="none">
                        <a:solidFill>
                          <a:srgbClr val="FFFFFF"/>
                        </a:solidFill>
                      </a:endParaRPr>
                    </a:p>
                  </a:txBody>
                  <a:tcPr marL="0" marR="3175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C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9271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b="1" cap="none">
                          <a:solidFill>
                            <a:srgbClr val="FFFFFF"/>
                          </a:solidFill>
                        </a:rPr>
                        <a:t>Is Admissible?</a:t>
                      </a:r>
                      <a:endParaRPr lang="en-in" b="1" cap="none">
                        <a:solidFill>
                          <a:srgbClr val="FFFFFF"/>
                        </a:solidFill>
                      </a:endParaRPr>
                    </a:p>
                    <a:p>
                      <a:pPr marL="9271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b="1" cap="none">
                          <a:solidFill>
                            <a:srgbClr val="FFFFFF"/>
                          </a:solidFill>
                        </a:rPr>
                        <a:t>h(n) &lt;= h*(n)</a:t>
                      </a:r>
                      <a:endParaRPr lang="en-in" b="1" cap="none">
                        <a:solidFill>
                          <a:srgbClr val="FFFFFF"/>
                        </a:solidFill>
                      </a:endParaRPr>
                    </a:p>
                  </a:txBody>
                  <a:tcPr marL="0" marR="3175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C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9334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b="1" cap="none">
                          <a:solidFill>
                            <a:srgbClr val="FFFFFF"/>
                          </a:solidFill>
                        </a:rPr>
                        <a:t>Is Consistent?</a:t>
                      </a:r>
                      <a:endParaRPr lang="en-in" b="1" cap="none">
                        <a:solidFill>
                          <a:srgbClr val="FFFFFF"/>
                        </a:solidFill>
                      </a:endParaRPr>
                    </a:p>
                    <a:p>
                      <a:pPr marL="9334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b="1" cap="none">
                          <a:solidFill>
                            <a:srgbClr val="FFFFFF"/>
                          </a:solidFill>
                        </a:rPr>
                        <a:t>For every arc (i,j):</a:t>
                      </a:r>
                      <a:endParaRPr lang="en-in" b="1" cap="none">
                        <a:solidFill>
                          <a:srgbClr val="FFFFFF"/>
                        </a:solidFill>
                      </a:endParaRPr>
                    </a:p>
                    <a:p>
                      <a:pPr marL="144780" marR="0" indent="0" algn="l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b="1" cap="none">
                          <a:solidFill>
                            <a:srgbClr val="FFFFFF"/>
                          </a:solidFill>
                        </a:rPr>
                        <a:t>h(i) &lt;= g(i,j) + h(j)</a:t>
                      </a:r>
                      <a:endParaRPr lang="en-in" b="1" cap="none">
                        <a:solidFill>
                          <a:srgbClr val="FFFFFF"/>
                        </a:solidFill>
                      </a:endParaRPr>
                    </a:p>
                  </a:txBody>
                  <a:tcPr marL="0" marR="3175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C"/>
                    </a:solidFill>
                  </a:tcPr>
                </a:tc>
                <a:extLst>
                  <a:ext uri="smNativeData">
                    <pr:rowheight xmlns="" xmlns:pr="smNativeData" dt="1770550105" type="min" val="565785"/>
                  </a:ext>
                </a:extLst>
              </a:tr>
              <a:tr h="379095">
                <a:tc>
                  <a:txBody>
                    <a:bodyPr wrap="square" numCol="1"/>
                    <a:lstStyle/>
                    <a:p>
                      <a:pPr marL="9207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cap="none"/>
                        <a:t>1</a:t>
                      </a:r>
                      <a:endParaRPr lang="en-in" cap="none"/>
                    </a:p>
                  </a:txBody>
                  <a:tcPr marL="0" marR="32385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7E8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9271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cap="none"/>
                        <a:t>80</a:t>
                      </a:r>
                      <a:endParaRPr lang="en-in" cap="none"/>
                    </a:p>
                  </a:txBody>
                  <a:tcPr marL="0" marR="32385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7E8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9271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7F0000"/>
                          </a:solidFill>
                        </a:defRPr>
                      </a:pPr>
                    </a:p>
                  </a:txBody>
                  <a:tcPr marL="0" marR="32385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7E8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9334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7F0000"/>
                          </a:solidFill>
                        </a:defRPr>
                      </a:pPr>
                    </a:p>
                  </a:txBody>
                  <a:tcPr marL="0" marR="34925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7E8"/>
                    </a:solidFill>
                  </a:tcPr>
                </a:tc>
                <a:extLst>
                  <a:ext uri="smNativeData">
                    <pr:rowheight xmlns="" xmlns:pr="smNativeData" dt="1770550105" type="min" val="379095"/>
                  </a:ext>
                </a:extLst>
              </a:tr>
              <a:tr h="325120">
                <a:tc>
                  <a:txBody>
                    <a:bodyPr wrap="square" numCol="1"/>
                    <a:lstStyle/>
                    <a:p>
                      <a:pPr marL="9207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cap="none"/>
                        <a:t>2</a:t>
                      </a:r>
                      <a:endParaRPr lang="en-in" cap="none"/>
                    </a:p>
                  </a:txBody>
                  <a:tcPr marL="0" marR="32385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9271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cap="none"/>
                        <a:t>60</a:t>
                      </a:r>
                      <a:endParaRPr lang="en-in" cap="none"/>
                    </a:p>
                  </a:txBody>
                  <a:tcPr marL="0" marR="32385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9271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7F0000"/>
                          </a:solidFill>
                        </a:defRPr>
                      </a:pPr>
                    </a:p>
                  </a:txBody>
                  <a:tcPr marL="0" marR="32385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9334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7F0000"/>
                          </a:solidFill>
                        </a:defRPr>
                      </a:pPr>
                    </a:p>
                  </a:txBody>
                  <a:tcPr marL="0" marR="3556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extLst>
                  <a:ext uri="smNativeData">
                    <pr:rowheight xmlns="" xmlns:pr="smNativeData" dt="1770550105" type="min" val="325120"/>
                  </a:ext>
                </a:extLst>
              </a:tr>
              <a:tr h="365760">
                <a:tc>
                  <a:txBody>
                    <a:bodyPr wrap="square" numCol="1"/>
                    <a:lstStyle/>
                    <a:p>
                      <a:pPr marL="9207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cap="none"/>
                        <a:t>3</a:t>
                      </a:r>
                      <a:endParaRPr lang="en-in" cap="none"/>
                    </a:p>
                  </a:txBody>
                  <a:tcPr marL="0" marR="32385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7E8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9271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cap="none"/>
                        <a:t>0</a:t>
                      </a:r>
                      <a:endParaRPr lang="en-in" cap="none"/>
                    </a:p>
                  </a:txBody>
                  <a:tcPr marL="0" marR="32385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7E8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9271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7F0000"/>
                          </a:solidFill>
                        </a:defRPr>
                      </a:pPr>
                    </a:p>
                  </a:txBody>
                  <a:tcPr marL="0" marR="32385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7E8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sz="1600" cap="none">
                          <a:solidFill>
                            <a:srgbClr val="7F0000"/>
                          </a:solidFill>
                          <a:latin typeface="Times New Roman" pitchFamily="1" charset="0"/>
                          <a:ea typeface="Times New Roman" pitchFamily="1" charset="0"/>
                          <a:cs typeface="Times New Roman" pitchFamily="1" charset="0"/>
                        </a:defRPr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7E8"/>
                    </a:solidFill>
                  </a:tcPr>
                </a:tc>
                <a:extLst>
                  <a:ext uri="smNativeData">
                    <pr:rowheight xmlns="" xmlns:pr="smNativeData" dt="1770550105" type="min" val="365760"/>
                  </a:ext>
                </a:extLst>
              </a:tr>
              <a:tr h="298450">
                <a:tc>
                  <a:txBody>
                    <a:bodyPr wrap="square" numCol="1"/>
                    <a:lstStyle/>
                    <a:p>
                      <a:pPr marL="9207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cap="none"/>
                        <a:t>4</a:t>
                      </a:r>
                      <a:endParaRPr lang="en-in" cap="none"/>
                    </a:p>
                  </a:txBody>
                  <a:tcPr marL="0" marR="32385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9271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cap="none"/>
                        <a:t>200</a:t>
                      </a:r>
                      <a:endParaRPr lang="en-in" cap="none"/>
                    </a:p>
                  </a:txBody>
                  <a:tcPr marL="0" marR="32385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9271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7F0000"/>
                          </a:solidFill>
                        </a:defRPr>
                      </a:pPr>
                    </a:p>
                  </a:txBody>
                  <a:tcPr marL="0" marR="32385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9334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7F0000"/>
                          </a:solidFill>
                        </a:defRPr>
                      </a:pPr>
                    </a:p>
                  </a:txBody>
                  <a:tcPr marL="0" marR="3556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CF4"/>
                    </a:solidFill>
                  </a:tcPr>
                </a:tc>
                <a:extLst>
                  <a:ext uri="smNativeData">
                    <pr:rowheight xmlns="" xmlns:pr="smNativeData" dt="1770550105" type="min" val="298450"/>
                  </a:ext>
                </a:extLst>
              </a:tr>
              <a:tr h="76200">
                <a:tc>
                  <a:txBody>
                    <a:bodyPr wrap="square" numCol="1"/>
                    <a:lstStyle/>
                    <a:p>
                      <a:pPr marL="9207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cap="none"/>
                        <a:t>5</a:t>
                      </a:r>
                      <a:endParaRPr lang="en-in" cap="none"/>
                    </a:p>
                  </a:txBody>
                  <a:tcPr marL="0" marR="3302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7E8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9271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cap="none"/>
                        <a:t>190</a:t>
                      </a:r>
                      <a:endParaRPr lang="en-in" cap="none"/>
                    </a:p>
                  </a:txBody>
                  <a:tcPr marL="0" marR="3302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7E8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9271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7F0000"/>
                          </a:solidFill>
                        </a:defRPr>
                      </a:pPr>
                    </a:p>
                  </a:txBody>
                  <a:tcPr marL="0" marR="3302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7E8"/>
                    </a:solidFill>
                  </a:tcPr>
                </a:tc>
                <a:tc>
                  <a:txBody>
                    <a:bodyPr wrap="square" numCol="1"/>
                    <a:lstStyle/>
                    <a:p>
                      <a:pPr marL="9334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cap="none">
                          <a:solidFill>
                            <a:srgbClr val="7F0000"/>
                          </a:solidFill>
                        </a:defRPr>
                      </a:pPr>
                    </a:p>
                  </a:txBody>
                  <a:tcPr marL="0" marR="36195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7E8"/>
                    </a:solidFill>
                  </a:tcPr>
                </a:tc>
                <a:extLst>
                  <a:ext uri="smNativeData">
                    <pr:rowheight xmlns="" xmlns:pr="smNativeData" dt="1770550105" type="min" val="76200"/>
                  </a:ext>
                </a:extLst>
              </a:tr>
            </a:tbl>
          </a:graphicData>
        </a:graphic>
      </p:graphicFrame>
      <p:sp>
        <p:nvSpPr>
          <p:cNvPr id="15" name="Google Shape;541;p52"/>
          <p:cNvSpPr>
            <a:spLocks noGrp="1" noChangeArrowheads="1"/>
            <a:extLst>
              <a:ext uri="smNativeData">
                <pr:smNativeData xmlns:pr="smNativeData" xmlns="smNativeData" val="SMDATA_15_WXOIaRMAAAAlAAAAZAAAAA0AAAAAAAAAABQ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IU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CxEAAA8CAAD8KQAA0wYAABAAAAAmAAAACAAAAD0wAAD/HwAA"/>
              </a:ext>
            </a:extLst>
          </p:cNvSpPr>
          <p:nvPr>
            <p:ph type="title"/>
          </p:nvPr>
        </p:nvSpPr>
        <p:spPr>
          <a:xfrm>
            <a:off x="2770505" y="334645"/>
            <a:ext cx="4054475" cy="774700"/>
          </a:xfrm>
          <a:noFill/>
          <a:ln>
            <a:noFill/>
          </a:ln>
        </p:spPr>
        <p:txBody>
          <a:bodyPr vert="horz" wrap="square" lIns="0" tIns="12700" rIns="0" bIns="0" numCol="1" spcCol="215900" anchor="ctr">
            <a:prstTxWarp prst="textNoShape">
              <a:avLst/>
            </a:prstTxWarp>
          </a:bodyPr>
          <a:lstStyle/>
          <a:p>
            <a:pPr marL="12700" algn="ctr">
              <a:lnSpc>
                <a:spcPct val="100000"/>
              </a:lnSpc>
              <a:spcBef>
                <a:spcPts val="0"/>
              </a:spcBef>
              <a:defRPr lang="en-us" sz="3600" cap="none"/>
            </a:pPr>
            <a:r>
              <a:rPr lang="en-in" b="1" cap="none">
                <a:solidFill>
                  <a:srgbClr val="C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A* Search</a:t>
            </a:r>
            <a:endParaRPr lang="en-us" cap="none"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  <p:sp>
        <p:nvSpPr>
          <p:cNvPr id="16" name="Google Shape;542;p52"/>
          <p:cNvSpPr>
            <a:extLst>
              <a:ext uri="smNativeData">
                <pr:smNativeData xmlns:pr="smNativeData" xmlns="smNativeData" val="SMDATA_15_WXOIaRMAAAAlAAAAZAAAAA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gAwAAI8JAADoOgAAJg0AABAAAAAmAAAACAAAAP//////////"/>
              </a:ext>
            </a:extLst>
          </p:cNvSpPr>
          <p:nvPr/>
        </p:nvSpPr>
        <p:spPr>
          <a:xfrm>
            <a:off x="2032000" y="1553845"/>
            <a:ext cx="7543800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11430" rIns="0" bIns="0" numCol="1" spcCol="215900" anchor="t"/>
          <a:lstStyle/>
          <a:p>
            <a:pPr marL="12700">
              <a:defRPr lang="en-us" sz="2400" cap="none"/>
            </a:pPr>
            <a:r>
              <a:rPr lang="en-in" b="1" cap="none">
                <a:solidFill>
                  <a:srgbClr val="996600"/>
                </a:solidFill>
              </a:rPr>
              <a:t>Is theheuristicdesigned leads to optimalsolution?</a:t>
            </a:r>
            <a:endParaRPr lang="en-us" cap="none">
              <a:solidFill>
                <a:srgbClr val="000000"/>
              </a:solidFill>
            </a:endParaRPr>
          </a:p>
        </p:txBody>
      </p:sp>
      <p:grpSp>
        <p:nvGrpSpPr>
          <p:cNvPr id="17" name="Google Shape;543;p52"/>
          <p:cNvGrpSpPr>
            <a:extLst>
              <a:ext uri="smNativeData">
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AUFAADbEQAABRQAAFQfAAAQAAAAJgAAAAgAAAD/////AAAAAA=="/>
              </a:ext>
            </a:extLst>
          </p:cNvGrpSpPr>
          <p:nvPr/>
        </p:nvGrpSpPr>
        <p:grpSpPr>
          <a:xfrm>
            <a:off x="815975" y="2902585"/>
            <a:ext cx="2438400" cy="2190115"/>
            <a:chOff x="815975" y="2902585"/>
            <a:chExt cx="2438400" cy="2190115"/>
          </a:xfrm>
        </p:grpSpPr>
        <p:grpSp>
          <p:nvGrpSpPr>
            <p:cNvPr id="46" name="Google Shape;544;p52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NoBAAAfAAAAVAAAAAAAAAAAAAAAAAAAAAAAAAAAAAAAAAAAAAAAAAAAAAAAAAAAAAAAAAAAAAAAAAAAAAAAAAAAAAAAAAAAAAAAAAAAAAAAAAAAAAAAAAAAAAAAAAAAACEAAAAYAAAAFAAAALMKAADbEQAAkwwAADMUAAAAAAAAJgAAAAgAAAD/////AAAAAA=="/>
                </a:ext>
              </a:extLst>
            </p:cNvGrpSpPr>
            <p:nvPr/>
          </p:nvGrpSpPr>
          <p:grpSpPr>
            <a:xfrm>
              <a:off x="1739265" y="2902585"/>
              <a:ext cx="304800" cy="381000"/>
              <a:chOff x="1739265" y="2902585"/>
              <a:chExt cx="304800" cy="381000"/>
            </a:xfrm>
          </p:grpSpPr>
          <p:sp>
            <p:nvSpPr>
              <p:cNvPr id="48" name="Google Shape;545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swoAANsRAACTDAAAMxQAAAAAAAAmAAAACAAAAP//////////"/>
                  </a:ext>
                </a:extLst>
              </p:cNvSpPr>
              <p:nvPr/>
            </p:nvSpPr>
            <p:spPr>
              <a:xfrm>
                <a:off x="1739265" y="290258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152400" y="0"/>
                    </a:moveTo>
                    <a:lnTo>
                      <a:pt x="111887" y="6808"/>
                    </a:lnTo>
                    <a:lnTo>
                      <a:pt x="75483" y="26020"/>
                    </a:lnTo>
                    <a:lnTo>
                      <a:pt x="44638" y="55816"/>
                    </a:lnTo>
                    <a:lnTo>
                      <a:pt x="20808" y="94375"/>
                    </a:lnTo>
                    <a:lnTo>
                      <a:pt x="5444" y="139876"/>
                    </a:lnTo>
                    <a:lnTo>
                      <a:pt x="0" y="190500"/>
                    </a:lnTo>
                    <a:lnTo>
                      <a:pt x="5444" y="241123"/>
                    </a:lnTo>
                    <a:lnTo>
                      <a:pt x="20808" y="286624"/>
                    </a:lnTo>
                    <a:lnTo>
                      <a:pt x="44638" y="325183"/>
                    </a:lnTo>
                    <a:lnTo>
                      <a:pt x="75483" y="354979"/>
                    </a:lnTo>
                    <a:lnTo>
                      <a:pt x="111887" y="374191"/>
                    </a:lnTo>
                    <a:lnTo>
                      <a:pt x="152400" y="381000"/>
                    </a:lnTo>
                    <a:lnTo>
                      <a:pt x="192925" y="374191"/>
                    </a:lnTo>
                    <a:lnTo>
                      <a:pt x="229333" y="354979"/>
                    </a:lnTo>
                    <a:lnTo>
                      <a:pt x="260175" y="325183"/>
                    </a:lnTo>
                    <a:lnTo>
                      <a:pt x="284000" y="286624"/>
                    </a:lnTo>
                    <a:lnTo>
                      <a:pt x="299358" y="241123"/>
                    </a:lnTo>
                    <a:lnTo>
                      <a:pt x="304800" y="190500"/>
                    </a:lnTo>
                    <a:lnTo>
                      <a:pt x="299358" y="139876"/>
                    </a:lnTo>
                    <a:lnTo>
                      <a:pt x="284000" y="94375"/>
                    </a:lnTo>
                    <a:lnTo>
                      <a:pt x="260175" y="55816"/>
                    </a:lnTo>
                    <a:lnTo>
                      <a:pt x="229333" y="26020"/>
                    </a:lnTo>
                    <a:lnTo>
                      <a:pt x="192925" y="6808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47" name="Google Shape;546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swoAANsRAACTDAAAMxQAAAAAAAAmAAAACAAAAP//////////"/>
                  </a:ext>
                </a:extLst>
              </p:cNvSpPr>
              <p:nvPr/>
            </p:nvSpPr>
            <p:spPr>
              <a:xfrm>
                <a:off x="1739265" y="290258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0" y="190500"/>
                    </a:moveTo>
                    <a:lnTo>
                      <a:pt x="5444" y="139876"/>
                    </a:lnTo>
                    <a:lnTo>
                      <a:pt x="20808" y="94375"/>
                    </a:lnTo>
                    <a:lnTo>
                      <a:pt x="44638" y="55816"/>
                    </a:lnTo>
                    <a:lnTo>
                      <a:pt x="75483" y="26020"/>
                    </a:lnTo>
                    <a:lnTo>
                      <a:pt x="111887" y="6808"/>
                    </a:lnTo>
                    <a:lnTo>
                      <a:pt x="152400" y="0"/>
                    </a:lnTo>
                    <a:lnTo>
                      <a:pt x="192925" y="6808"/>
                    </a:lnTo>
                    <a:lnTo>
                      <a:pt x="229333" y="26020"/>
                    </a:lnTo>
                    <a:lnTo>
                      <a:pt x="260175" y="55816"/>
                    </a:lnTo>
                    <a:lnTo>
                      <a:pt x="284000" y="94375"/>
                    </a:lnTo>
                    <a:lnTo>
                      <a:pt x="299358" y="139876"/>
                    </a:lnTo>
                    <a:lnTo>
                      <a:pt x="304800" y="190500"/>
                    </a:lnTo>
                    <a:lnTo>
                      <a:pt x="299358" y="241123"/>
                    </a:lnTo>
                    <a:lnTo>
                      <a:pt x="284000" y="286624"/>
                    </a:lnTo>
                    <a:lnTo>
                      <a:pt x="260175" y="325183"/>
                    </a:lnTo>
                    <a:lnTo>
                      <a:pt x="229333" y="354979"/>
                    </a:lnTo>
                    <a:lnTo>
                      <a:pt x="192925" y="374191"/>
                    </a:lnTo>
                    <a:lnTo>
                      <a:pt x="152400" y="381000"/>
                    </a:lnTo>
                    <a:lnTo>
                      <a:pt x="111887" y="374191"/>
                    </a:lnTo>
                    <a:lnTo>
                      <a:pt x="75483" y="354979"/>
                    </a:lnTo>
                    <a:lnTo>
                      <a:pt x="44638" y="325183"/>
                    </a:lnTo>
                    <a:lnTo>
                      <a:pt x="20808" y="286624"/>
                    </a:lnTo>
                    <a:lnTo>
                      <a:pt x="5444" y="241123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45" name="Rectangle1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SgsAAD4SAAAADAAAoxMAAAAgAAAmAAAACAAAAP//////////"/>
                </a:ext>
              </a:extLst>
            </p:cNvSpPr>
            <p:nvPr/>
          </p:nvSpPr>
          <p:spPr>
            <a:xfrm>
              <a:off x="1835150" y="2965450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1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grpSp>
          <p:nvGrpSpPr>
            <p:cNvPr id="42" name="Group3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AUFAABBFwAA5QYAAJkZAAAAAAAAJgAAAAgAAAD/////AAAAAA=="/>
                </a:ext>
              </a:extLst>
            </p:cNvGrpSpPr>
            <p:nvPr/>
          </p:nvGrpSpPr>
          <p:grpSpPr>
            <a:xfrm>
              <a:off x="815975" y="3780155"/>
              <a:ext cx="304800" cy="381000"/>
              <a:chOff x="815975" y="3780155"/>
              <a:chExt cx="304800" cy="381000"/>
            </a:xfrm>
          </p:grpSpPr>
          <p:sp>
            <p:nvSpPr>
              <p:cNvPr id="44" name="Google Shape;549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BQUAAEEXAADlBgAAmRkAAAAAAAAmAAAACAAAAP//////////"/>
                  </a:ext>
                </a:extLst>
              </p:cNvSpPr>
              <p:nvPr/>
            </p:nvSpPr>
            <p:spPr>
              <a:xfrm>
                <a:off x="815975" y="378015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152400" y="0"/>
                    </a:moveTo>
                    <a:lnTo>
                      <a:pt x="111887" y="6808"/>
                    </a:lnTo>
                    <a:lnTo>
                      <a:pt x="75483" y="26020"/>
                    </a:lnTo>
                    <a:lnTo>
                      <a:pt x="44638" y="55816"/>
                    </a:lnTo>
                    <a:lnTo>
                      <a:pt x="20808" y="94375"/>
                    </a:lnTo>
                    <a:lnTo>
                      <a:pt x="5444" y="139876"/>
                    </a:lnTo>
                    <a:lnTo>
                      <a:pt x="0" y="190500"/>
                    </a:lnTo>
                    <a:lnTo>
                      <a:pt x="5444" y="241123"/>
                    </a:lnTo>
                    <a:lnTo>
                      <a:pt x="20808" y="286624"/>
                    </a:lnTo>
                    <a:lnTo>
                      <a:pt x="44638" y="325183"/>
                    </a:lnTo>
                    <a:lnTo>
                      <a:pt x="75483" y="354979"/>
                    </a:lnTo>
                    <a:lnTo>
                      <a:pt x="111887" y="374191"/>
                    </a:lnTo>
                    <a:lnTo>
                      <a:pt x="152400" y="381000"/>
                    </a:lnTo>
                    <a:lnTo>
                      <a:pt x="192912" y="374191"/>
                    </a:lnTo>
                    <a:lnTo>
                      <a:pt x="229316" y="354979"/>
                    </a:lnTo>
                    <a:lnTo>
                      <a:pt x="260161" y="325183"/>
                    </a:lnTo>
                    <a:lnTo>
                      <a:pt x="283991" y="286624"/>
                    </a:lnTo>
                    <a:lnTo>
                      <a:pt x="299355" y="241123"/>
                    </a:lnTo>
                    <a:lnTo>
                      <a:pt x="304800" y="190500"/>
                    </a:lnTo>
                    <a:lnTo>
                      <a:pt x="299355" y="139876"/>
                    </a:lnTo>
                    <a:lnTo>
                      <a:pt x="283991" y="94375"/>
                    </a:lnTo>
                    <a:lnTo>
                      <a:pt x="260161" y="55816"/>
                    </a:lnTo>
                    <a:lnTo>
                      <a:pt x="229316" y="26020"/>
                    </a:lnTo>
                    <a:lnTo>
                      <a:pt x="192912" y="6808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43" name="Google Shape;550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BQUAAEEXAADlBgAAmRkAAAAAAAAmAAAACAAAAP//////////"/>
                  </a:ext>
                </a:extLst>
              </p:cNvSpPr>
              <p:nvPr/>
            </p:nvSpPr>
            <p:spPr>
              <a:xfrm>
                <a:off x="815975" y="378015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0" y="190500"/>
                    </a:moveTo>
                    <a:lnTo>
                      <a:pt x="5444" y="139876"/>
                    </a:lnTo>
                    <a:lnTo>
                      <a:pt x="20808" y="94375"/>
                    </a:lnTo>
                    <a:lnTo>
                      <a:pt x="44638" y="55816"/>
                    </a:lnTo>
                    <a:lnTo>
                      <a:pt x="75483" y="26020"/>
                    </a:lnTo>
                    <a:lnTo>
                      <a:pt x="111887" y="6808"/>
                    </a:lnTo>
                    <a:lnTo>
                      <a:pt x="152400" y="0"/>
                    </a:lnTo>
                    <a:lnTo>
                      <a:pt x="192912" y="6808"/>
                    </a:lnTo>
                    <a:lnTo>
                      <a:pt x="229316" y="26020"/>
                    </a:lnTo>
                    <a:lnTo>
                      <a:pt x="260161" y="55816"/>
                    </a:lnTo>
                    <a:lnTo>
                      <a:pt x="283991" y="94375"/>
                    </a:lnTo>
                    <a:lnTo>
                      <a:pt x="299355" y="139876"/>
                    </a:lnTo>
                    <a:lnTo>
                      <a:pt x="304800" y="190500"/>
                    </a:lnTo>
                    <a:lnTo>
                      <a:pt x="299355" y="241123"/>
                    </a:lnTo>
                    <a:lnTo>
                      <a:pt x="283991" y="286624"/>
                    </a:lnTo>
                    <a:lnTo>
                      <a:pt x="260161" y="325183"/>
                    </a:lnTo>
                    <a:lnTo>
                      <a:pt x="229316" y="354979"/>
                    </a:lnTo>
                    <a:lnTo>
                      <a:pt x="192912" y="374191"/>
                    </a:lnTo>
                    <a:lnTo>
                      <a:pt x="152400" y="381000"/>
                    </a:lnTo>
                    <a:lnTo>
                      <a:pt x="111887" y="374191"/>
                    </a:lnTo>
                    <a:lnTo>
                      <a:pt x="75483" y="354979"/>
                    </a:lnTo>
                    <a:lnTo>
                      <a:pt x="44638" y="325183"/>
                    </a:lnTo>
                    <a:lnTo>
                      <a:pt x="20808" y="286624"/>
                    </a:lnTo>
                    <a:lnTo>
                      <a:pt x="5444" y="241123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41" name="Google Shape;551;p52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mgUAAKUXAABQBgAAChkAAAAgAAAmAAAACAAAAP//////////"/>
                </a:ext>
              </a:extLst>
            </p:cNvSpPr>
            <p:nvPr/>
          </p:nvSpPr>
          <p:spPr>
            <a:xfrm>
              <a:off x="910590" y="3843655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2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grpSp>
          <p:nvGrpSpPr>
            <p:cNvPr id="38" name="Group4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N0IAAC2HAAAvQoAAA0fAAAAAAAAJgAAAAgAAAD/////AAAAAA=="/>
                </a:ext>
              </a:extLst>
            </p:cNvGrpSpPr>
            <p:nvPr/>
          </p:nvGrpSpPr>
          <p:grpSpPr>
            <a:xfrm>
              <a:off x="1440815" y="4667250"/>
              <a:ext cx="304800" cy="380365"/>
              <a:chOff x="1440815" y="4667250"/>
              <a:chExt cx="304800" cy="380365"/>
            </a:xfrm>
          </p:grpSpPr>
          <p:sp>
            <p:nvSpPr>
              <p:cNvPr id="40" name="Curve5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3QgAALYcAAC9CgAADR8AAAAAAAAmAAAACAAAAP//////////"/>
                  </a:ext>
                </a:extLst>
              </p:cNvSpPr>
              <p:nvPr/>
            </p:nvSpPr>
            <p:spPr>
              <a:xfrm>
                <a:off x="1440815" y="4667250"/>
                <a:ext cx="304800" cy="380365"/>
              </a:xfrm>
              <a:custGeom>
                <a:avLst/>
                <a:gdLst/>
                <a:ahLst/>
                <a:cxnLst/>
                <a:rect l="0" t="0" r="304800" b="380365"/>
                <a:pathLst>
                  <a:path w="304800" h="380365">
                    <a:moveTo>
                      <a:pt x="152400" y="0"/>
                    </a:moveTo>
                    <a:lnTo>
                      <a:pt x="111887" y="6796"/>
                    </a:lnTo>
                    <a:lnTo>
                      <a:pt x="75483" y="25976"/>
                    </a:lnTo>
                    <a:lnTo>
                      <a:pt x="44638" y="55722"/>
                    </a:lnTo>
                    <a:lnTo>
                      <a:pt x="20808" y="94217"/>
                    </a:lnTo>
                    <a:lnTo>
                      <a:pt x="5444" y="139642"/>
                    </a:lnTo>
                    <a:lnTo>
                      <a:pt x="0" y="190182"/>
                    </a:lnTo>
                    <a:lnTo>
                      <a:pt x="5444" y="240721"/>
                    </a:lnTo>
                    <a:lnTo>
                      <a:pt x="20808" y="286146"/>
                    </a:lnTo>
                    <a:lnTo>
                      <a:pt x="44638" y="324641"/>
                    </a:lnTo>
                    <a:lnTo>
                      <a:pt x="75483" y="354387"/>
                    </a:lnTo>
                    <a:lnTo>
                      <a:pt x="111887" y="373567"/>
                    </a:lnTo>
                    <a:lnTo>
                      <a:pt x="152400" y="380365"/>
                    </a:lnTo>
                    <a:lnTo>
                      <a:pt x="192912" y="373567"/>
                    </a:lnTo>
                    <a:lnTo>
                      <a:pt x="229316" y="354387"/>
                    </a:lnTo>
                    <a:lnTo>
                      <a:pt x="260161" y="324641"/>
                    </a:lnTo>
                    <a:lnTo>
                      <a:pt x="283991" y="286146"/>
                    </a:lnTo>
                    <a:lnTo>
                      <a:pt x="299355" y="240721"/>
                    </a:lnTo>
                    <a:lnTo>
                      <a:pt x="304800" y="190182"/>
                    </a:lnTo>
                    <a:lnTo>
                      <a:pt x="299355" y="139642"/>
                    </a:lnTo>
                    <a:lnTo>
                      <a:pt x="283991" y="94217"/>
                    </a:lnTo>
                    <a:lnTo>
                      <a:pt x="260161" y="55722"/>
                    </a:lnTo>
                    <a:lnTo>
                      <a:pt x="229316" y="25976"/>
                    </a:lnTo>
                    <a:lnTo>
                      <a:pt x="192912" y="6796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39" name="Google Shape;554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3QgAALYcAAC9CgAADR8AAAAAAAAmAAAACAAAAP//////////"/>
                  </a:ext>
                </a:extLst>
              </p:cNvSpPr>
              <p:nvPr/>
            </p:nvSpPr>
            <p:spPr>
              <a:xfrm>
                <a:off x="1440815" y="4667250"/>
                <a:ext cx="304800" cy="380365"/>
              </a:xfrm>
              <a:custGeom>
                <a:avLst/>
                <a:gdLst/>
                <a:ahLst/>
                <a:cxnLst/>
                <a:rect l="0" t="0" r="304800" b="380365"/>
                <a:pathLst>
                  <a:path w="304800" h="380365">
                    <a:moveTo>
                      <a:pt x="0" y="190182"/>
                    </a:moveTo>
                    <a:lnTo>
                      <a:pt x="5444" y="139642"/>
                    </a:lnTo>
                    <a:lnTo>
                      <a:pt x="20808" y="94217"/>
                    </a:lnTo>
                    <a:lnTo>
                      <a:pt x="44638" y="55722"/>
                    </a:lnTo>
                    <a:lnTo>
                      <a:pt x="75483" y="25976"/>
                    </a:lnTo>
                    <a:lnTo>
                      <a:pt x="111887" y="6796"/>
                    </a:lnTo>
                    <a:lnTo>
                      <a:pt x="152400" y="0"/>
                    </a:lnTo>
                    <a:lnTo>
                      <a:pt x="192912" y="6796"/>
                    </a:lnTo>
                    <a:lnTo>
                      <a:pt x="229316" y="25976"/>
                    </a:lnTo>
                    <a:lnTo>
                      <a:pt x="260161" y="55722"/>
                    </a:lnTo>
                    <a:lnTo>
                      <a:pt x="283991" y="94217"/>
                    </a:lnTo>
                    <a:lnTo>
                      <a:pt x="299355" y="139642"/>
                    </a:lnTo>
                    <a:lnTo>
                      <a:pt x="304800" y="190182"/>
                    </a:lnTo>
                    <a:lnTo>
                      <a:pt x="299355" y="240721"/>
                    </a:lnTo>
                    <a:lnTo>
                      <a:pt x="283991" y="286146"/>
                    </a:lnTo>
                    <a:lnTo>
                      <a:pt x="260161" y="324641"/>
                    </a:lnTo>
                    <a:lnTo>
                      <a:pt x="229316" y="354387"/>
                    </a:lnTo>
                    <a:lnTo>
                      <a:pt x="192912" y="373567"/>
                    </a:lnTo>
                    <a:lnTo>
                      <a:pt x="152400" y="380365"/>
                    </a:lnTo>
                    <a:lnTo>
                      <a:pt x="111887" y="373567"/>
                    </a:lnTo>
                    <a:lnTo>
                      <a:pt x="75483" y="354387"/>
                    </a:lnTo>
                    <a:lnTo>
                      <a:pt x="44638" y="324641"/>
                    </a:lnTo>
                    <a:lnTo>
                      <a:pt x="20808" y="286146"/>
                    </a:lnTo>
                    <a:lnTo>
                      <a:pt x="5444" y="240721"/>
                    </a:lnTo>
                    <a:lnTo>
                      <a:pt x="0" y="190182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37" name="Google Shape;555;p52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cAkAABsdAAAmCgAAgB4AAAAgAAAmAAAACAAAAP//////////"/>
                </a:ext>
              </a:extLst>
            </p:cNvSpPr>
            <p:nvPr/>
          </p:nvSpPr>
          <p:spPr>
            <a:xfrm>
              <a:off x="1534160" y="4731385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3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grpSp>
          <p:nvGrpSpPr>
            <p:cNvPr id="34" name="Group5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EUQAABaHAAAJRIAALIeAAAAAAAAJgAAAAgAAAD/////AAAAAA=="/>
                </a:ext>
              </a:extLst>
            </p:cNvGrpSpPr>
            <p:nvPr/>
          </p:nvGrpSpPr>
          <p:grpSpPr>
            <a:xfrm>
              <a:off x="2644775" y="4608830"/>
              <a:ext cx="304800" cy="381000"/>
              <a:chOff x="2644775" y="4608830"/>
              <a:chExt cx="304800" cy="381000"/>
            </a:xfrm>
          </p:grpSpPr>
          <p:sp>
            <p:nvSpPr>
              <p:cNvPr id="36" name="Curve7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RRAAAFocAAAlEgAAsh4AAAAAAAAmAAAACAAAAP//////////"/>
                  </a:ext>
                </a:extLst>
              </p:cNvSpPr>
              <p:nvPr/>
            </p:nvSpPr>
            <p:spPr>
              <a:xfrm>
                <a:off x="2644775" y="4608830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152400" y="0"/>
                    </a:moveTo>
                    <a:lnTo>
                      <a:pt x="111874" y="6808"/>
                    </a:lnTo>
                    <a:lnTo>
                      <a:pt x="75466" y="26020"/>
                    </a:lnTo>
                    <a:lnTo>
                      <a:pt x="44624" y="55816"/>
                    </a:lnTo>
                    <a:lnTo>
                      <a:pt x="20799" y="94375"/>
                    </a:lnTo>
                    <a:lnTo>
                      <a:pt x="5441" y="139876"/>
                    </a:lnTo>
                    <a:lnTo>
                      <a:pt x="0" y="190500"/>
                    </a:lnTo>
                    <a:lnTo>
                      <a:pt x="5441" y="241123"/>
                    </a:lnTo>
                    <a:lnTo>
                      <a:pt x="20799" y="286624"/>
                    </a:lnTo>
                    <a:lnTo>
                      <a:pt x="44624" y="325183"/>
                    </a:lnTo>
                    <a:lnTo>
                      <a:pt x="75466" y="354979"/>
                    </a:lnTo>
                    <a:lnTo>
                      <a:pt x="111874" y="374191"/>
                    </a:lnTo>
                    <a:lnTo>
                      <a:pt x="152400" y="381000"/>
                    </a:lnTo>
                    <a:lnTo>
                      <a:pt x="192925" y="374191"/>
                    </a:lnTo>
                    <a:lnTo>
                      <a:pt x="229333" y="354979"/>
                    </a:lnTo>
                    <a:lnTo>
                      <a:pt x="260175" y="325183"/>
                    </a:lnTo>
                    <a:lnTo>
                      <a:pt x="284000" y="286624"/>
                    </a:lnTo>
                    <a:lnTo>
                      <a:pt x="299358" y="241123"/>
                    </a:lnTo>
                    <a:lnTo>
                      <a:pt x="304800" y="190500"/>
                    </a:lnTo>
                    <a:lnTo>
                      <a:pt x="299358" y="139876"/>
                    </a:lnTo>
                    <a:lnTo>
                      <a:pt x="284000" y="94375"/>
                    </a:lnTo>
                    <a:lnTo>
                      <a:pt x="260175" y="55816"/>
                    </a:lnTo>
                    <a:lnTo>
                      <a:pt x="229333" y="26020"/>
                    </a:lnTo>
                    <a:lnTo>
                      <a:pt x="192925" y="6808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35" name="Curve8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RRAAAFocAAAlEgAAsh4AAAAAAAAmAAAACAAAAP//////////"/>
                  </a:ext>
                </a:extLst>
              </p:cNvSpPr>
              <p:nvPr/>
            </p:nvSpPr>
            <p:spPr>
              <a:xfrm>
                <a:off x="2644775" y="4608830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0" y="190500"/>
                    </a:moveTo>
                    <a:lnTo>
                      <a:pt x="5441" y="139876"/>
                    </a:lnTo>
                    <a:lnTo>
                      <a:pt x="20799" y="94375"/>
                    </a:lnTo>
                    <a:lnTo>
                      <a:pt x="44624" y="55816"/>
                    </a:lnTo>
                    <a:lnTo>
                      <a:pt x="75466" y="26020"/>
                    </a:lnTo>
                    <a:lnTo>
                      <a:pt x="111874" y="6808"/>
                    </a:lnTo>
                    <a:lnTo>
                      <a:pt x="152400" y="0"/>
                    </a:lnTo>
                    <a:lnTo>
                      <a:pt x="192925" y="6808"/>
                    </a:lnTo>
                    <a:lnTo>
                      <a:pt x="229333" y="26020"/>
                    </a:lnTo>
                    <a:lnTo>
                      <a:pt x="260175" y="55816"/>
                    </a:lnTo>
                    <a:lnTo>
                      <a:pt x="284000" y="94375"/>
                    </a:lnTo>
                    <a:lnTo>
                      <a:pt x="299358" y="139876"/>
                    </a:lnTo>
                    <a:lnTo>
                      <a:pt x="304800" y="190500"/>
                    </a:lnTo>
                    <a:lnTo>
                      <a:pt x="299358" y="241123"/>
                    </a:lnTo>
                    <a:lnTo>
                      <a:pt x="284000" y="286624"/>
                    </a:lnTo>
                    <a:lnTo>
                      <a:pt x="260175" y="325183"/>
                    </a:lnTo>
                    <a:lnTo>
                      <a:pt x="229333" y="354979"/>
                    </a:lnTo>
                    <a:lnTo>
                      <a:pt x="192925" y="374191"/>
                    </a:lnTo>
                    <a:lnTo>
                      <a:pt x="152400" y="381000"/>
                    </a:lnTo>
                    <a:lnTo>
                      <a:pt x="111874" y="374191"/>
                    </a:lnTo>
                    <a:lnTo>
                      <a:pt x="75466" y="354979"/>
                    </a:lnTo>
                    <a:lnTo>
                      <a:pt x="44624" y="325183"/>
                    </a:lnTo>
                    <a:lnTo>
                      <a:pt x="20799" y="286624"/>
                    </a:lnTo>
                    <a:lnTo>
                      <a:pt x="5441" y="241123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33" name="Rectangle4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2xAAAMEcAACREQAAJh4AAAAgAAAmAAAACAAAAP//////////"/>
                </a:ext>
              </a:extLst>
            </p:cNvSpPr>
            <p:nvPr/>
          </p:nvSpPr>
          <p:spPr>
            <a:xfrm>
              <a:off x="2740025" y="4674235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4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grpSp>
          <p:nvGrpSpPr>
            <p:cNvPr id="30" name="Group6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CUSAADLFQAABRQAACMYAAAAAAAAJgAAAAgAAAD/////AAAAAA=="/>
                </a:ext>
              </a:extLst>
            </p:cNvGrpSpPr>
            <p:nvPr/>
          </p:nvGrpSpPr>
          <p:grpSpPr>
            <a:xfrm>
              <a:off x="2949575" y="3542665"/>
              <a:ext cx="304800" cy="381000"/>
              <a:chOff x="2949575" y="3542665"/>
              <a:chExt cx="304800" cy="381000"/>
            </a:xfrm>
          </p:grpSpPr>
          <p:sp>
            <p:nvSpPr>
              <p:cNvPr id="32" name="Google Shape;561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LdIx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JRIAAMsVAAAFFAAAIxgAAAAAAAAmAAAACAAAAP//////////"/>
                  </a:ext>
                </a:extLst>
              </p:cNvSpPr>
              <p:nvPr/>
            </p:nvSpPr>
            <p:spPr>
              <a:xfrm>
                <a:off x="2949575" y="354266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152400" y="0"/>
                    </a:moveTo>
                    <a:lnTo>
                      <a:pt x="111874" y="6808"/>
                    </a:lnTo>
                    <a:lnTo>
                      <a:pt x="75466" y="26020"/>
                    </a:lnTo>
                    <a:lnTo>
                      <a:pt x="44624" y="55816"/>
                    </a:lnTo>
                    <a:lnTo>
                      <a:pt x="20799" y="94375"/>
                    </a:lnTo>
                    <a:lnTo>
                      <a:pt x="5441" y="139876"/>
                    </a:lnTo>
                    <a:lnTo>
                      <a:pt x="0" y="190500"/>
                    </a:lnTo>
                    <a:lnTo>
                      <a:pt x="5441" y="241123"/>
                    </a:lnTo>
                    <a:lnTo>
                      <a:pt x="20799" y="286624"/>
                    </a:lnTo>
                    <a:lnTo>
                      <a:pt x="44624" y="325183"/>
                    </a:lnTo>
                    <a:lnTo>
                      <a:pt x="75466" y="354979"/>
                    </a:lnTo>
                    <a:lnTo>
                      <a:pt x="111874" y="374191"/>
                    </a:lnTo>
                    <a:lnTo>
                      <a:pt x="152400" y="381000"/>
                    </a:lnTo>
                    <a:lnTo>
                      <a:pt x="192925" y="374191"/>
                    </a:lnTo>
                    <a:lnTo>
                      <a:pt x="229333" y="354979"/>
                    </a:lnTo>
                    <a:lnTo>
                      <a:pt x="260175" y="325183"/>
                    </a:lnTo>
                    <a:lnTo>
                      <a:pt x="284000" y="286624"/>
                    </a:lnTo>
                    <a:lnTo>
                      <a:pt x="299358" y="241123"/>
                    </a:lnTo>
                    <a:lnTo>
                      <a:pt x="304800" y="190500"/>
                    </a:lnTo>
                    <a:lnTo>
                      <a:pt x="299358" y="139876"/>
                    </a:lnTo>
                    <a:lnTo>
                      <a:pt x="284000" y="94375"/>
                    </a:lnTo>
                    <a:lnTo>
                      <a:pt x="260175" y="55816"/>
                    </a:lnTo>
                    <a:lnTo>
                      <a:pt x="229333" y="26020"/>
                    </a:lnTo>
                    <a:lnTo>
                      <a:pt x="192925" y="6808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31" name="Curve10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qexq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JRIAAMsVAAAFFAAAIxgAAAAAAAAmAAAACAAAAP//////////"/>
                  </a:ext>
                </a:extLst>
              </p:cNvSpPr>
              <p:nvPr/>
            </p:nvSpPr>
            <p:spPr>
              <a:xfrm>
                <a:off x="2949575" y="354266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0" y="190500"/>
                    </a:moveTo>
                    <a:lnTo>
                      <a:pt x="5441" y="139876"/>
                    </a:lnTo>
                    <a:lnTo>
                      <a:pt x="20799" y="94375"/>
                    </a:lnTo>
                    <a:lnTo>
                      <a:pt x="44624" y="55816"/>
                    </a:lnTo>
                    <a:lnTo>
                      <a:pt x="75466" y="26020"/>
                    </a:lnTo>
                    <a:lnTo>
                      <a:pt x="111874" y="6808"/>
                    </a:lnTo>
                    <a:lnTo>
                      <a:pt x="152400" y="0"/>
                    </a:lnTo>
                    <a:lnTo>
                      <a:pt x="192925" y="6808"/>
                    </a:lnTo>
                    <a:lnTo>
                      <a:pt x="229333" y="26020"/>
                    </a:lnTo>
                    <a:lnTo>
                      <a:pt x="260175" y="55816"/>
                    </a:lnTo>
                    <a:lnTo>
                      <a:pt x="284000" y="94375"/>
                    </a:lnTo>
                    <a:lnTo>
                      <a:pt x="299358" y="139876"/>
                    </a:lnTo>
                    <a:lnTo>
                      <a:pt x="304800" y="190500"/>
                    </a:lnTo>
                    <a:lnTo>
                      <a:pt x="299358" y="241123"/>
                    </a:lnTo>
                    <a:lnTo>
                      <a:pt x="284000" y="286624"/>
                    </a:lnTo>
                    <a:lnTo>
                      <a:pt x="260175" y="325183"/>
                    </a:lnTo>
                    <a:lnTo>
                      <a:pt x="229333" y="354979"/>
                    </a:lnTo>
                    <a:lnTo>
                      <a:pt x="192925" y="374191"/>
                    </a:lnTo>
                    <a:lnTo>
                      <a:pt x="152400" y="381000"/>
                    </a:lnTo>
                    <a:lnTo>
                      <a:pt x="111874" y="374191"/>
                    </a:lnTo>
                    <a:lnTo>
                      <a:pt x="75466" y="354979"/>
                    </a:lnTo>
                    <a:lnTo>
                      <a:pt x="44624" y="325183"/>
                    </a:lnTo>
                    <a:lnTo>
                      <a:pt x="20799" y="286624"/>
                    </a:lnTo>
                    <a:lnTo>
                      <a:pt x="5441" y="241123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29" name="Rectangle5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Sv3h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uxIAAC4WAABxEwAAkxcAAAAgAAAmAAAACAAAAP//////////"/>
                </a:ext>
              </a:extLst>
            </p:cNvSpPr>
            <p:nvPr/>
          </p:nvSpPr>
          <p:spPr>
            <a:xfrm>
              <a:off x="3044825" y="3605530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5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sp>
          <p:nvSpPr>
            <p:cNvPr id="28" name="Curve11"/>
            <p:cNvSpPr>
              <a:extLst>
                <a:ext uri="smNativeData">
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SX26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tTC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SX26AP///wEAAAAAAAAAAAAAAAAAAAAAAAAAAAAAAAAAAAAAAAAAAAAAAAJ/f38A5+bmA8zMzADAwP8Af39/AAAAAAAAAAAAAAAAAAAAAAAAAAAAIQAAABgAAAAUAAAAlgYAAAQTAADNEwAAkx4AAAAAAAAmAAAACAAAAP//////////"/>
                </a:ext>
              </a:extLst>
            </p:cNvSpPr>
            <p:nvPr/>
          </p:nvSpPr>
          <p:spPr>
            <a:xfrm>
              <a:off x="1070610" y="3091180"/>
              <a:ext cx="2148205" cy="1878965"/>
            </a:xfrm>
            <a:custGeom>
              <a:avLst/>
              <a:gdLst/>
              <a:ahLst/>
              <a:cxnLst/>
              <a:rect l="0" t="0" r="2148205" b="1878965"/>
              <a:pathLst>
                <a:path w="2148205" h="1878965">
                  <a:moveTo>
                    <a:pt x="370268" y="1684085"/>
                  </a:moveTo>
                  <a:lnTo>
                    <a:pt x="341680" y="1697835"/>
                  </a:lnTo>
                  <a:lnTo>
                    <a:pt x="11430" y="1014005"/>
                  </a:lnTo>
                  <a:lnTo>
                    <a:pt x="0" y="1019591"/>
                  </a:lnTo>
                  <a:lnTo>
                    <a:pt x="330225" y="1703344"/>
                  </a:lnTo>
                  <a:lnTo>
                    <a:pt x="301637" y="1717094"/>
                  </a:lnTo>
                  <a:lnTo>
                    <a:pt x="369087" y="1769147"/>
                  </a:lnTo>
                  <a:lnTo>
                    <a:pt x="369836" y="1714809"/>
                  </a:lnTo>
                  <a:lnTo>
                    <a:pt x="370268" y="1684085"/>
                  </a:lnTo>
                  <a:close/>
                </a:path>
                <a:path w="2148205" h="1878965">
                  <a:moveTo>
                    <a:pt x="674852" y="9394"/>
                  </a:moveTo>
                  <a:lnTo>
                    <a:pt x="665378" y="1015"/>
                  </a:lnTo>
                  <a:lnTo>
                    <a:pt x="51739" y="687421"/>
                  </a:lnTo>
                  <a:lnTo>
                    <a:pt x="28079" y="666270"/>
                  </a:lnTo>
                  <a:lnTo>
                    <a:pt x="5715" y="748412"/>
                  </a:lnTo>
                  <a:lnTo>
                    <a:pt x="84899" y="717053"/>
                  </a:lnTo>
                  <a:lnTo>
                    <a:pt x="71818" y="705373"/>
                  </a:lnTo>
                  <a:lnTo>
                    <a:pt x="61226" y="695901"/>
                  </a:lnTo>
                  <a:lnTo>
                    <a:pt x="674852" y="9394"/>
                  </a:lnTo>
                  <a:close/>
                </a:path>
                <a:path w="2148205" h="1878965">
                  <a:moveTo>
                    <a:pt x="1618551" y="1847987"/>
                  </a:moveTo>
                  <a:lnTo>
                    <a:pt x="1557528" y="1847987"/>
                  </a:lnTo>
                  <a:lnTo>
                    <a:pt x="1544789" y="1847987"/>
                  </a:lnTo>
                  <a:lnTo>
                    <a:pt x="1542288" y="1878584"/>
                  </a:lnTo>
                  <a:lnTo>
                    <a:pt x="1618551" y="1847987"/>
                  </a:lnTo>
                  <a:close/>
                </a:path>
                <a:path w="2148205" h="1878965">
                  <a:moveTo>
                    <a:pt x="1621409" y="1846844"/>
                  </a:moveTo>
                  <a:lnTo>
                    <a:pt x="1548511" y="1802663"/>
                  </a:lnTo>
                  <a:lnTo>
                    <a:pt x="1545920" y="1834250"/>
                  </a:lnTo>
                  <a:lnTo>
                    <a:pt x="676795" y="1763053"/>
                  </a:lnTo>
                  <a:lnTo>
                    <a:pt x="675754" y="1775748"/>
                  </a:lnTo>
                  <a:lnTo>
                    <a:pt x="1544878" y="1846958"/>
                  </a:lnTo>
                  <a:lnTo>
                    <a:pt x="1557616" y="1846958"/>
                  </a:lnTo>
                  <a:lnTo>
                    <a:pt x="1621142" y="1846958"/>
                  </a:lnTo>
                  <a:lnTo>
                    <a:pt x="1621409" y="1846844"/>
                  </a:lnTo>
                  <a:close/>
                </a:path>
                <a:path w="2148205" h="1878965">
                  <a:moveTo>
                    <a:pt x="1925066" y="779135"/>
                  </a:moveTo>
                  <a:lnTo>
                    <a:pt x="1840484" y="789419"/>
                  </a:lnTo>
                  <a:lnTo>
                    <a:pt x="1858010" y="815902"/>
                  </a:lnTo>
                  <a:lnTo>
                    <a:pt x="1372857" y="1136709"/>
                  </a:lnTo>
                  <a:lnTo>
                    <a:pt x="1362290" y="1118377"/>
                  </a:lnTo>
                  <a:lnTo>
                    <a:pt x="1362290" y="1143705"/>
                  </a:lnTo>
                  <a:lnTo>
                    <a:pt x="992759" y="1388059"/>
                  </a:lnTo>
                  <a:lnTo>
                    <a:pt x="616305" y="1183074"/>
                  </a:lnTo>
                  <a:lnTo>
                    <a:pt x="699109" y="802355"/>
                  </a:lnTo>
                  <a:lnTo>
                    <a:pt x="1133055" y="745795"/>
                  </a:lnTo>
                  <a:lnTo>
                    <a:pt x="1362290" y="1143705"/>
                  </a:lnTo>
                  <a:lnTo>
                    <a:pt x="1362290" y="1118377"/>
                  </a:lnTo>
                  <a:lnTo>
                    <a:pt x="1146657" y="744018"/>
                  </a:lnTo>
                  <a:lnTo>
                    <a:pt x="1805482" y="658145"/>
                  </a:lnTo>
                  <a:lnTo>
                    <a:pt x="1809623" y="689630"/>
                  </a:lnTo>
                  <a:lnTo>
                    <a:pt x="1877402" y="643926"/>
                  </a:lnTo>
                  <a:lnTo>
                    <a:pt x="1880235" y="642022"/>
                  </a:lnTo>
                  <a:lnTo>
                    <a:pt x="1799717" y="614091"/>
                  </a:lnTo>
                  <a:lnTo>
                    <a:pt x="1803844" y="645576"/>
                  </a:lnTo>
                  <a:lnTo>
                    <a:pt x="1139812" y="732135"/>
                  </a:lnTo>
                  <a:lnTo>
                    <a:pt x="1126210" y="708534"/>
                  </a:lnTo>
                  <a:lnTo>
                    <a:pt x="1126210" y="733912"/>
                  </a:lnTo>
                  <a:lnTo>
                    <a:pt x="701967" y="789203"/>
                  </a:lnTo>
                  <a:lnTo>
                    <a:pt x="826985" y="214493"/>
                  </a:lnTo>
                  <a:lnTo>
                    <a:pt x="1126210" y="733912"/>
                  </a:lnTo>
                  <a:lnTo>
                    <a:pt x="1126210" y="708534"/>
                  </a:lnTo>
                  <a:lnTo>
                    <a:pt x="830999" y="196021"/>
                  </a:lnTo>
                  <a:lnTo>
                    <a:pt x="831113" y="195513"/>
                  </a:lnTo>
                  <a:lnTo>
                    <a:pt x="830643" y="195411"/>
                  </a:lnTo>
                  <a:lnTo>
                    <a:pt x="828078" y="190943"/>
                  </a:lnTo>
                  <a:lnTo>
                    <a:pt x="823226" y="193748"/>
                  </a:lnTo>
                  <a:lnTo>
                    <a:pt x="818692" y="192720"/>
                  </a:lnTo>
                  <a:lnTo>
                    <a:pt x="817778" y="196884"/>
                  </a:lnTo>
                  <a:lnTo>
                    <a:pt x="817079" y="197290"/>
                  </a:lnTo>
                  <a:lnTo>
                    <a:pt x="817524" y="198078"/>
                  </a:lnTo>
                  <a:lnTo>
                    <a:pt x="688581" y="790954"/>
                  </a:lnTo>
                  <a:lnTo>
                    <a:pt x="685723" y="791335"/>
                  </a:lnTo>
                  <a:lnTo>
                    <a:pt x="685723" y="804107"/>
                  </a:lnTo>
                  <a:lnTo>
                    <a:pt x="604685" y="1176739"/>
                  </a:lnTo>
                  <a:lnTo>
                    <a:pt x="68148" y="884598"/>
                  </a:lnTo>
                  <a:lnTo>
                    <a:pt x="685723" y="804107"/>
                  </a:lnTo>
                  <a:lnTo>
                    <a:pt x="685723" y="791335"/>
                  </a:lnTo>
                  <a:lnTo>
                    <a:pt x="50609" y="874099"/>
                  </a:lnTo>
                  <a:lnTo>
                    <a:pt x="51676" y="882274"/>
                  </a:lnTo>
                  <a:lnTo>
                    <a:pt x="48399" y="888318"/>
                  </a:lnTo>
                  <a:lnTo>
                    <a:pt x="601865" y="1189688"/>
                  </a:lnTo>
                  <a:lnTo>
                    <a:pt x="533868" y="1502410"/>
                  </a:lnTo>
                  <a:lnTo>
                    <a:pt x="502831" y="1495681"/>
                  </a:lnTo>
                  <a:lnTo>
                    <a:pt x="523874" y="1578203"/>
                  </a:lnTo>
                  <a:lnTo>
                    <a:pt x="572693" y="1517518"/>
                  </a:lnTo>
                  <a:lnTo>
                    <a:pt x="577291" y="1511805"/>
                  </a:lnTo>
                  <a:lnTo>
                    <a:pt x="546265" y="1505101"/>
                  </a:lnTo>
                  <a:lnTo>
                    <a:pt x="613486" y="1196023"/>
                  </a:lnTo>
                  <a:lnTo>
                    <a:pt x="980744" y="1395994"/>
                  </a:lnTo>
                  <a:lnTo>
                    <a:pt x="627049" y="1629875"/>
                  </a:lnTo>
                  <a:lnTo>
                    <a:pt x="634060" y="1640539"/>
                  </a:lnTo>
                  <a:lnTo>
                    <a:pt x="993419" y="1402900"/>
                  </a:lnTo>
                  <a:lnTo>
                    <a:pt x="1505521" y="1681723"/>
                  </a:lnTo>
                  <a:lnTo>
                    <a:pt x="1490345" y="1709604"/>
                  </a:lnTo>
                  <a:lnTo>
                    <a:pt x="1575435" y="1712524"/>
                  </a:lnTo>
                  <a:lnTo>
                    <a:pt x="1558188" y="1687767"/>
                  </a:lnTo>
                  <a:lnTo>
                    <a:pt x="1526794" y="1642697"/>
                  </a:lnTo>
                  <a:lnTo>
                    <a:pt x="1511617" y="1670551"/>
                  </a:lnTo>
                  <a:lnTo>
                    <a:pt x="1005446" y="1394953"/>
                  </a:lnTo>
                  <a:lnTo>
                    <a:pt x="1368666" y="1154775"/>
                  </a:lnTo>
                  <a:lnTo>
                    <a:pt x="1575562" y="1513874"/>
                  </a:lnTo>
                  <a:lnTo>
                    <a:pt x="1548003" y="1529706"/>
                  </a:lnTo>
                  <a:lnTo>
                    <a:pt x="1618996" y="1576807"/>
                  </a:lnTo>
                  <a:lnTo>
                    <a:pt x="1615960" y="1524881"/>
                  </a:lnTo>
                  <a:lnTo>
                    <a:pt x="1614043" y="1491745"/>
                  </a:lnTo>
                  <a:lnTo>
                    <a:pt x="1586509" y="1507576"/>
                  </a:lnTo>
                  <a:lnTo>
                    <a:pt x="1379232" y="1147780"/>
                  </a:lnTo>
                  <a:lnTo>
                    <a:pt x="1865045" y="826528"/>
                  </a:lnTo>
                  <a:lnTo>
                    <a:pt x="1882521" y="852897"/>
                  </a:lnTo>
                  <a:lnTo>
                    <a:pt x="1907921" y="808843"/>
                  </a:lnTo>
                  <a:lnTo>
                    <a:pt x="1925066" y="779135"/>
                  </a:lnTo>
                  <a:close/>
                </a:path>
                <a:path w="2148205" h="1878965">
                  <a:moveTo>
                    <a:pt x="2034159" y="448412"/>
                  </a:moveTo>
                  <a:lnTo>
                    <a:pt x="1047623" y="29225"/>
                  </a:lnTo>
                  <a:lnTo>
                    <a:pt x="1049731" y="24248"/>
                  </a:lnTo>
                  <a:lnTo>
                    <a:pt x="1060069" y="0"/>
                  </a:lnTo>
                  <a:lnTo>
                    <a:pt x="974979" y="5205"/>
                  </a:lnTo>
                  <a:lnTo>
                    <a:pt x="1030224" y="70080"/>
                  </a:lnTo>
                  <a:lnTo>
                    <a:pt x="1042644" y="40892"/>
                  </a:lnTo>
                  <a:lnTo>
                    <a:pt x="2029079" y="460219"/>
                  </a:lnTo>
                  <a:lnTo>
                    <a:pt x="2034159" y="448412"/>
                  </a:lnTo>
                  <a:close/>
                </a:path>
                <a:path w="2148205" h="1878965">
                  <a:moveTo>
                    <a:pt x="2147697" y="863943"/>
                  </a:moveTo>
                  <a:lnTo>
                    <a:pt x="2144941" y="836139"/>
                  </a:lnTo>
                  <a:lnTo>
                    <a:pt x="2139315" y="779135"/>
                  </a:lnTo>
                  <a:lnTo>
                    <a:pt x="2076577" y="836774"/>
                  </a:lnTo>
                  <a:lnTo>
                    <a:pt x="2106180" y="848085"/>
                  </a:lnTo>
                  <a:lnTo>
                    <a:pt x="1828546" y="1575791"/>
                  </a:lnTo>
                  <a:lnTo>
                    <a:pt x="1840484" y="1580234"/>
                  </a:lnTo>
                  <a:lnTo>
                    <a:pt x="2118118" y="852655"/>
                  </a:lnTo>
                  <a:lnTo>
                    <a:pt x="2147697" y="863943"/>
                  </a:lnTo>
                  <a:close/>
                </a:path>
              </a:pathLst>
            </a:custGeom>
            <a:solidFill>
              <a:srgbClr val="497DBA"/>
            </a:solidFill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>
                <a:defRPr lang="en-us"/>
              </a:pPr>
              <a:endParaRPr lang="en-us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7" name="Google Shape;565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scQB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jgcAALQUAACwCAAA0xUAAAAgAAAmAAAACAAAAP//////////"/>
                </a:ext>
              </a:extLst>
            </p:cNvSpPr>
            <p:nvPr/>
          </p:nvSpPr>
          <p:spPr>
            <a:xfrm>
              <a:off x="1228090" y="3365500"/>
              <a:ext cx="184150" cy="1822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70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6" name="Google Shape;566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1//k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LgoAAGMVAADNCwAAgxYAAAAgAAAmAAAACAAAAP//////////"/>
                </a:ext>
              </a:extLst>
            </p:cNvSpPr>
            <p:nvPr/>
          </p:nvSpPr>
          <p:spPr>
            <a:xfrm>
              <a:off x="1654810" y="3476625"/>
              <a:ext cx="263525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125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5" name="Google Shape;567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zAwAAAQWAABrDgAAIxcAAAAgAAAmAAAACAAAAP//////////"/>
                </a:ext>
              </a:extLst>
            </p:cNvSpPr>
            <p:nvPr/>
          </p:nvSpPr>
          <p:spPr>
            <a:xfrm>
              <a:off x="2080260" y="3578860"/>
              <a:ext cx="263525" cy="1822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100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4" name="Google Shape;568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TAYAAKUaAABuBwAAxRsAAAAgAAAmAAAACAAAAP//////////"/>
                </a:ext>
              </a:extLst>
            </p:cNvSpPr>
            <p:nvPr/>
          </p:nvSpPr>
          <p:spPr>
            <a:xfrm>
              <a:off x="1023620" y="4331335"/>
              <a:ext cx="184150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50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3" name="Google Shape;569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/QcAAEUZAAAfCQAAZBoAAAAgAAAmAAAACAAAAP//////////"/>
                </a:ext>
              </a:extLst>
            </p:cNvSpPr>
            <p:nvPr/>
          </p:nvSpPr>
          <p:spPr>
            <a:xfrm>
              <a:off x="1298575" y="4107815"/>
              <a:ext cx="184150" cy="1822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75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2" name="Rectangle11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SRod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/QcAAE8XAACcCQAAbxgAAAAgAAAmAAAACAAAAP//////////"/>
                </a:ext>
              </a:extLst>
            </p:cNvSpPr>
            <p:nvPr/>
          </p:nvSpPr>
          <p:spPr>
            <a:xfrm>
              <a:off x="1298575" y="3789045"/>
              <a:ext cx="263525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125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1" name="Rectangle1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QBIAAFMaAABiEwAAcxsAAAAgAAAmAAAACAAAAP//////////"/>
                </a:ext>
              </a:extLst>
            </p:cNvSpPr>
            <p:nvPr/>
          </p:nvSpPr>
          <p:spPr>
            <a:xfrm>
              <a:off x="2966720" y="4279265"/>
              <a:ext cx="184150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50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20" name="Google Shape;572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egsAADQeAAAZDQAAVB8AAAAgAAAmAAAACAAAAP//////////"/>
                </a:ext>
              </a:extLst>
            </p:cNvSpPr>
            <p:nvPr/>
          </p:nvSpPr>
          <p:spPr>
            <a:xfrm>
              <a:off x="1865630" y="4909820"/>
              <a:ext cx="263525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100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19" name="Rectangle14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CQ8AAJgYAACoEAAAuBkAAAAgAAAmAAAACAAAAP//////////"/>
                </a:ext>
              </a:extLst>
            </p:cNvSpPr>
            <p:nvPr/>
          </p:nvSpPr>
          <p:spPr>
            <a:xfrm>
              <a:off x="2444115" y="3997960"/>
              <a:ext cx="263525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125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18" name="Google Shape;574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sRAAAMMTAADTEQAA4hQAAAAgAAAmAAAACAAAAP//////////"/>
                </a:ext>
              </a:extLst>
            </p:cNvSpPr>
            <p:nvPr/>
          </p:nvSpPr>
          <p:spPr>
            <a:xfrm>
              <a:off x="2713355" y="3212465"/>
              <a:ext cx="184150" cy="1822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75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</p:grpSp>
      <p:sp>
        <p:nvSpPr>
          <p:cNvPr id="49" name="Google Shape;575;p52"/>
          <p:cNvSpPr>
            <a:extLst>
              <a:ext uri="smNativeData">
                <pr:smNativeData xmlns:pr="smNativeData" xmlns="smNativeData" val="SMDATA_15_WXOIaRMAAAAlAAAAZAAAAA0AAAAAAAAAABM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oL/8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WhoAAOQOAACfRgAASRUAABAAAAAmAAAACAAAAP//////////"/>
              </a:ext>
            </a:extLst>
          </p:cNvSpPr>
          <p:nvPr/>
        </p:nvSpPr>
        <p:spPr>
          <a:xfrm>
            <a:off x="4283710" y="2420620"/>
            <a:ext cx="7196455" cy="10394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12065" rIns="0" bIns="0" numCol="1" spcCol="215900" anchor="t"/>
          <a:lstStyle/>
          <a:p>
            <a:pPr marL="38100">
              <a:defRPr lang="en-us" sz="2400" cap="none"/>
            </a:pPr>
            <a:r>
              <a:rPr lang="en-in" cap="none">
                <a:solidFill>
                  <a:srgbClr val="FF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Assuming </a:t>
            </a:r>
            <a:r>
              <a:rPr lang="en-in" b="1" cap="none">
                <a:solidFill>
                  <a:srgbClr val="00B0F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node 3</a:t>
            </a:r>
            <a:r>
              <a:rPr lang="en-in" cap="none">
                <a:solidFill>
                  <a:srgbClr val="FF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 as goal, taking only sample edges</a:t>
            </a:r>
            <a:endParaRPr lang="en-us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  <a:p>
            <a:pPr marL="38100">
              <a:defRPr lang="en-us" sz="2400" cap="none"/>
            </a:pPr>
            <a:r>
              <a:rPr lang="en-in" cap="none">
                <a:solidFill>
                  <a:srgbClr val="FF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per node below is checked for consistency</a:t>
            </a:r>
            <a:endParaRPr lang="en-us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sp>
        <p:nvSpPr>
          <p:cNvPr id="50" name="Google Shape;576;p52"/>
          <p:cNvSpPr>
            <a:spLocks noGrp="1" noChangeArrowheads="1"/>
            <a:extLst>
              <a:ext uri="smNativeData">
                <pr:smNativeData xmlns:pr="smNativeData" xmlns="smNativeData" val="SMDATA_15_WXOIaRMAAAAlAAAAZAAAAE0AAAAAAAAAAAAAAAAAAAAAA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pzYAAOgoAAAbQQAACyoAABAgAAAmAAAACAAAAD0wAAD/HwAA"/>
              </a:ext>
            </a:extLst>
          </p:cNvSpPr>
          <p:nvPr>
            <p:ph type="ftr" idx="11"/>
          </p:nvPr>
        </p:nvSpPr>
        <p:spPr>
          <a:xfrm>
            <a:off x="8884285" y="6649720"/>
            <a:ext cx="1699260" cy="184785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marL="12700">
              <a:defRPr lang="en-us"/>
            </a:pPr>
            <a:r>
              <a:rPr lang="en-in" b="1" cap="none">
                <a:latin typeface="Arial" pitchFamily="1" charset="0"/>
                <a:ea typeface="Arial" pitchFamily="1" charset="0"/>
                <a:cs typeface="Arial" pitchFamily="1" charset="0"/>
              </a:rPr>
              <a:t>BITS </a:t>
            </a:r>
            <a:r>
              <a:rPr lang="en-in" cap="none"/>
              <a:t>Pilani, Pilani Campus</a:t>
            </a:r>
            <a:endParaRPr lang="en-in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"/>
          <p:cNvGraphicFramePr>
            <a:graphicFrameLocks noGrp="1"/>
          </p:cNvGraphicFramePr>
          <p:nvPr/>
        </p:nvGraphicFramePr>
        <p:xfrm>
          <a:off x="3660775" y="2330450"/>
          <a:ext cx="7704455" cy="39928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55980"/>
                <a:gridCol w="1138555"/>
                <a:gridCol w="2045970"/>
                <a:gridCol w="3663950"/>
              </a:tblGrid>
              <a:tr h="59944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cap="none"/>
                        <a:t>n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cap="none"/>
                        <a:t>h(n)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cap="none"/>
                        <a:t>Is Admissible?</a:t>
                      </a:r>
                      <a:endParaRPr lang="en-in" cap="none"/>
                    </a:p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cap="none"/>
                        <a:t>h(n) &lt;= h*(n)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cap="none"/>
                        <a:t>Is Consistent?</a:t>
                      </a:r>
                      <a:endParaRPr lang="en-in" cap="none"/>
                    </a:p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cap="none"/>
                        <a:t>For every arc (i,j):</a:t>
                      </a:r>
                      <a:endParaRPr lang="en-in" cap="none"/>
                    </a:p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/>
                      </a:pPr>
                      <a:r>
                        <a:rPr lang="en-in" cap="none"/>
                        <a:t> h(i) &lt;= g(i,j) + h(j)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599440"/>
                  </a:ext>
                </a:extLst>
              </a:tr>
              <a:tr h="59944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1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80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Y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N   (5-&gt;1) : 190&lt;=155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599440"/>
                  </a:ext>
                </a:extLst>
              </a:tr>
              <a:tr h="59944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2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60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N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Y    (1-&gt;2) : 80&lt;=130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599440"/>
                  </a:ext>
                </a:extLst>
              </a:tr>
              <a:tr h="59944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3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0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Y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599440"/>
                  </a:ext>
                </a:extLst>
              </a:tr>
              <a:tr h="59944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4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200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Y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Y    (1-&gt;4) : 80&lt;=300</a:t>
                      </a:r>
                      <a:endParaRPr lang="en-in" cap="none"/>
                    </a:p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Y    (2-&gt;4) : 60&lt;=275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599440"/>
                  </a:ext>
                </a:extLst>
              </a:tr>
              <a:tr h="602615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5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190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Y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Y    (2&gt;5) : 60&lt;=315</a:t>
                      </a:r>
                      <a:endParaRPr lang="en-in" cap="none"/>
                    </a:p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en-us" b="1" cap="none">
                          <a:solidFill>
                            <a:srgbClr val="7F0000"/>
                          </a:solidFill>
                        </a:defRPr>
                      </a:pPr>
                      <a:r>
                        <a:rPr lang="en-in" cap="none"/>
                        <a:t>Y    (4-&gt;5) : 200&lt;=240</a:t>
                      </a:r>
                      <a:endParaRPr lang="en-in" cap="none"/>
                    </a:p>
                  </a:txBody>
                  <a:tcPr marL="91440" marR="45720" marT="91440" marB="4572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70550105" type="min" val="602615"/>
                  </a:ext>
                </a:extLst>
              </a:tr>
            </a:tbl>
          </a:graphicData>
        </a:graphic>
      </p:graphicFrame>
      <p:sp>
        <p:nvSpPr>
          <p:cNvPr id="3" name="Google Shape;609;p64"/>
          <p:cNvSpPr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LRYAAAYLAAD7RgAAAA4AABAAAAAmAAAACAAAAP//////////"/>
              </a:ext>
            </a:extLst>
          </p:cNvSpPr>
          <p:nvPr/>
        </p:nvSpPr>
        <p:spPr>
          <a:xfrm>
            <a:off x="3604895" y="1791970"/>
            <a:ext cx="7933690" cy="4838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en-us"/>
            </a:pPr>
            <a:r>
              <a:rPr lang="en-in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Assuming </a:t>
            </a:r>
            <a:r>
              <a:rPr lang="en-in" sz="1400" cap="none">
                <a:solidFill>
                  <a:srgbClr val="FF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node 3</a:t>
            </a:r>
            <a:r>
              <a:rPr lang="en-in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rPr>
              <a:t> as goal, taking only sample edges per node below is checked for consistency</a:t>
            </a:r>
            <a:endParaRPr lang="en-us" sz="1400" cap="none">
              <a:solidFill>
                <a:srgbClr val="000000"/>
              </a:solidFill>
              <a:latin typeface="Arial" pitchFamily="1" charset="0"/>
              <a:ea typeface="Arial" pitchFamily="1" charset="0"/>
              <a:cs typeface="Arial" pitchFamily="1" charset="0"/>
            </a:endParaRPr>
          </a:p>
        </p:txBody>
      </p:sp>
      <p:grpSp>
        <p:nvGrpSpPr>
          <p:cNvPr id="4" name="Group1"/>
          <p:cNvGrpSpPr>
            <a:extLst>
              <a:ext uri="smNativeData">
                <pr:smNativeData xmlns:pr="smNativeData" xmlns="smNativeData" val="SMDATA_6_WXOIaRMAAAAlAAAAAQAAAA8BAAAAkAAAAEgAAACQAAAASAAAAAAAAAAAAAAAAAAAABcAAAAUAAAAAAAAAAAAAAD/fwAA/38AAAAAAAAJAAAABAAAAAIQAAEfAAAAVAAAAAAAAAAAAAAAAAAAAAAAAAAAAAAAAAAAAAAAAAAAAAAAAAAAAAAAAAAAAAAAAAAAAAAAAAAAAAAAAAAAAAAAAAAAAAAAAAAAAAAAAAAAAAAAAAAAACEAAAAYAAAAFAAAAB4EAABPCQAAHhMAAMgWAAAQAAAAJgAAAAgAAAD/////AAAAAA=="/>
              </a:ext>
            </a:extLst>
          </p:cNvGrpSpPr>
          <p:nvPr/>
        </p:nvGrpSpPr>
        <p:grpSpPr>
          <a:xfrm>
            <a:off x="669290" y="1513205"/>
            <a:ext cx="2438400" cy="2190115"/>
            <a:chOff x="669290" y="1513205"/>
            <a:chExt cx="2438400" cy="2190115"/>
          </a:xfrm>
        </p:grpSpPr>
        <p:grpSp>
          <p:nvGrpSpPr>
            <p:cNvPr id="33" name="Google Shape;544;p52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MwJAABPCQAArAsAAKcLAAAAAAAAJgAAAAgAAAD/////AAAAAA=="/>
                </a:ext>
              </a:extLst>
            </p:cNvGrpSpPr>
            <p:nvPr/>
          </p:nvGrpSpPr>
          <p:grpSpPr>
            <a:xfrm>
              <a:off x="1592580" y="1513205"/>
              <a:ext cx="304800" cy="381000"/>
              <a:chOff x="1592580" y="1513205"/>
              <a:chExt cx="304800" cy="381000"/>
            </a:xfrm>
          </p:grpSpPr>
          <p:sp>
            <p:nvSpPr>
              <p:cNvPr id="35" name="Google Shape;545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Vjb2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zAkAAE8JAACsCwAApwsAAAAAAAAmAAAACAAAAP//////////"/>
                  </a:ext>
                </a:extLst>
              </p:cNvSpPr>
              <p:nvPr/>
            </p:nvSpPr>
            <p:spPr>
              <a:xfrm>
                <a:off x="1592580" y="151320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152400" y="0"/>
                    </a:moveTo>
                    <a:lnTo>
                      <a:pt x="111887" y="6808"/>
                    </a:lnTo>
                    <a:lnTo>
                      <a:pt x="75483" y="26020"/>
                    </a:lnTo>
                    <a:lnTo>
                      <a:pt x="44638" y="55816"/>
                    </a:lnTo>
                    <a:lnTo>
                      <a:pt x="20808" y="94375"/>
                    </a:lnTo>
                    <a:lnTo>
                      <a:pt x="5444" y="139876"/>
                    </a:lnTo>
                    <a:lnTo>
                      <a:pt x="0" y="190500"/>
                    </a:lnTo>
                    <a:lnTo>
                      <a:pt x="5444" y="241123"/>
                    </a:lnTo>
                    <a:lnTo>
                      <a:pt x="20808" y="286624"/>
                    </a:lnTo>
                    <a:lnTo>
                      <a:pt x="44638" y="325183"/>
                    </a:lnTo>
                    <a:lnTo>
                      <a:pt x="75483" y="354979"/>
                    </a:lnTo>
                    <a:lnTo>
                      <a:pt x="111887" y="374191"/>
                    </a:lnTo>
                    <a:lnTo>
                      <a:pt x="152400" y="381000"/>
                    </a:lnTo>
                    <a:lnTo>
                      <a:pt x="192925" y="374191"/>
                    </a:lnTo>
                    <a:lnTo>
                      <a:pt x="229333" y="354979"/>
                    </a:lnTo>
                    <a:lnTo>
                      <a:pt x="260175" y="325183"/>
                    </a:lnTo>
                    <a:lnTo>
                      <a:pt x="284000" y="286624"/>
                    </a:lnTo>
                    <a:lnTo>
                      <a:pt x="299358" y="241123"/>
                    </a:lnTo>
                    <a:lnTo>
                      <a:pt x="304800" y="190500"/>
                    </a:lnTo>
                    <a:lnTo>
                      <a:pt x="299358" y="139876"/>
                    </a:lnTo>
                    <a:lnTo>
                      <a:pt x="284000" y="94375"/>
                    </a:lnTo>
                    <a:lnTo>
                      <a:pt x="260175" y="55816"/>
                    </a:lnTo>
                    <a:lnTo>
                      <a:pt x="229333" y="26020"/>
                    </a:lnTo>
                    <a:lnTo>
                      <a:pt x="192925" y="6808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34" name="Google Shape;546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zAkAAE8JAACsCwAApwsAAAAAAAAmAAAACAAAAP//////////"/>
                  </a:ext>
                </a:extLst>
              </p:cNvSpPr>
              <p:nvPr/>
            </p:nvSpPr>
            <p:spPr>
              <a:xfrm>
                <a:off x="1592580" y="151320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0" y="190500"/>
                    </a:moveTo>
                    <a:lnTo>
                      <a:pt x="5444" y="139876"/>
                    </a:lnTo>
                    <a:lnTo>
                      <a:pt x="20808" y="94375"/>
                    </a:lnTo>
                    <a:lnTo>
                      <a:pt x="44638" y="55816"/>
                    </a:lnTo>
                    <a:lnTo>
                      <a:pt x="75483" y="26020"/>
                    </a:lnTo>
                    <a:lnTo>
                      <a:pt x="111887" y="6808"/>
                    </a:lnTo>
                    <a:lnTo>
                      <a:pt x="152400" y="0"/>
                    </a:lnTo>
                    <a:lnTo>
                      <a:pt x="192925" y="6808"/>
                    </a:lnTo>
                    <a:lnTo>
                      <a:pt x="229333" y="26020"/>
                    </a:lnTo>
                    <a:lnTo>
                      <a:pt x="260175" y="55816"/>
                    </a:lnTo>
                    <a:lnTo>
                      <a:pt x="284000" y="94375"/>
                    </a:lnTo>
                    <a:lnTo>
                      <a:pt x="299358" y="139876"/>
                    </a:lnTo>
                    <a:lnTo>
                      <a:pt x="304800" y="190500"/>
                    </a:lnTo>
                    <a:lnTo>
                      <a:pt x="299358" y="241123"/>
                    </a:lnTo>
                    <a:lnTo>
                      <a:pt x="284000" y="286624"/>
                    </a:lnTo>
                    <a:lnTo>
                      <a:pt x="260175" y="325183"/>
                    </a:lnTo>
                    <a:lnTo>
                      <a:pt x="229333" y="354979"/>
                    </a:lnTo>
                    <a:lnTo>
                      <a:pt x="192925" y="374191"/>
                    </a:lnTo>
                    <a:lnTo>
                      <a:pt x="152400" y="381000"/>
                    </a:lnTo>
                    <a:lnTo>
                      <a:pt x="111887" y="374191"/>
                    </a:lnTo>
                    <a:lnTo>
                      <a:pt x="75483" y="354979"/>
                    </a:lnTo>
                    <a:lnTo>
                      <a:pt x="44638" y="325183"/>
                    </a:lnTo>
                    <a:lnTo>
                      <a:pt x="20808" y="286624"/>
                    </a:lnTo>
                    <a:lnTo>
                      <a:pt x="5444" y="241123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32" name="Google Shape;547;p52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JYAT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YwoAALIJAAAZCwAAFwsAAAAgAAAmAAAACAAAAP//////////"/>
                </a:ext>
              </a:extLst>
            </p:cNvSpPr>
            <p:nvPr/>
          </p:nvSpPr>
          <p:spPr>
            <a:xfrm>
              <a:off x="1688465" y="1576070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1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grpSp>
          <p:nvGrpSpPr>
            <p:cNvPr id="29" name="Google Shape;548;p52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B4EAAC1DgAA/gUAAA0RAAAAAAAAJgAAAAgAAAD/////AAAAAA=="/>
                </a:ext>
              </a:extLst>
            </p:cNvGrpSpPr>
            <p:nvPr/>
          </p:nvGrpSpPr>
          <p:grpSpPr>
            <a:xfrm>
              <a:off x="669290" y="2390775"/>
              <a:ext cx="304800" cy="381000"/>
              <a:chOff x="669290" y="2390775"/>
              <a:chExt cx="304800" cy="381000"/>
            </a:xfrm>
          </p:grpSpPr>
          <p:sp>
            <p:nvSpPr>
              <p:cNvPr id="31" name="Google Shape;549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HgQAALUOAAD+BQAADREAAAAAAAAmAAAACAAAAP//////////"/>
                  </a:ext>
                </a:extLst>
              </p:cNvSpPr>
              <p:nvPr/>
            </p:nvSpPr>
            <p:spPr>
              <a:xfrm>
                <a:off x="669290" y="239077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152400" y="0"/>
                    </a:moveTo>
                    <a:lnTo>
                      <a:pt x="111887" y="6808"/>
                    </a:lnTo>
                    <a:lnTo>
                      <a:pt x="75483" y="26020"/>
                    </a:lnTo>
                    <a:lnTo>
                      <a:pt x="44638" y="55816"/>
                    </a:lnTo>
                    <a:lnTo>
                      <a:pt x="20808" y="94375"/>
                    </a:lnTo>
                    <a:lnTo>
                      <a:pt x="5444" y="139876"/>
                    </a:lnTo>
                    <a:lnTo>
                      <a:pt x="0" y="190500"/>
                    </a:lnTo>
                    <a:lnTo>
                      <a:pt x="5444" y="241123"/>
                    </a:lnTo>
                    <a:lnTo>
                      <a:pt x="20808" y="286624"/>
                    </a:lnTo>
                    <a:lnTo>
                      <a:pt x="44638" y="325183"/>
                    </a:lnTo>
                    <a:lnTo>
                      <a:pt x="75483" y="354979"/>
                    </a:lnTo>
                    <a:lnTo>
                      <a:pt x="111887" y="374191"/>
                    </a:lnTo>
                    <a:lnTo>
                      <a:pt x="152400" y="381000"/>
                    </a:lnTo>
                    <a:lnTo>
                      <a:pt x="192912" y="374191"/>
                    </a:lnTo>
                    <a:lnTo>
                      <a:pt x="229316" y="354979"/>
                    </a:lnTo>
                    <a:lnTo>
                      <a:pt x="260161" y="325183"/>
                    </a:lnTo>
                    <a:lnTo>
                      <a:pt x="283991" y="286624"/>
                    </a:lnTo>
                    <a:lnTo>
                      <a:pt x="299355" y="241123"/>
                    </a:lnTo>
                    <a:lnTo>
                      <a:pt x="304800" y="190500"/>
                    </a:lnTo>
                    <a:lnTo>
                      <a:pt x="299355" y="139876"/>
                    </a:lnTo>
                    <a:lnTo>
                      <a:pt x="283991" y="94375"/>
                    </a:lnTo>
                    <a:lnTo>
                      <a:pt x="260161" y="55816"/>
                    </a:lnTo>
                    <a:lnTo>
                      <a:pt x="229316" y="26020"/>
                    </a:lnTo>
                    <a:lnTo>
                      <a:pt x="192912" y="6808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30" name="Google Shape;550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HgQAALUOAAD+BQAADREAAAAAAAAmAAAACAAAAP//////////"/>
                  </a:ext>
                </a:extLst>
              </p:cNvSpPr>
              <p:nvPr/>
            </p:nvSpPr>
            <p:spPr>
              <a:xfrm>
                <a:off x="669290" y="239077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0" y="190500"/>
                    </a:moveTo>
                    <a:lnTo>
                      <a:pt x="5444" y="139876"/>
                    </a:lnTo>
                    <a:lnTo>
                      <a:pt x="20808" y="94375"/>
                    </a:lnTo>
                    <a:lnTo>
                      <a:pt x="44638" y="55816"/>
                    </a:lnTo>
                    <a:lnTo>
                      <a:pt x="75483" y="26020"/>
                    </a:lnTo>
                    <a:lnTo>
                      <a:pt x="111887" y="6808"/>
                    </a:lnTo>
                    <a:lnTo>
                      <a:pt x="152400" y="0"/>
                    </a:lnTo>
                    <a:lnTo>
                      <a:pt x="192912" y="6808"/>
                    </a:lnTo>
                    <a:lnTo>
                      <a:pt x="229316" y="26020"/>
                    </a:lnTo>
                    <a:lnTo>
                      <a:pt x="260161" y="55816"/>
                    </a:lnTo>
                    <a:lnTo>
                      <a:pt x="283991" y="94375"/>
                    </a:lnTo>
                    <a:lnTo>
                      <a:pt x="299355" y="139876"/>
                    </a:lnTo>
                    <a:lnTo>
                      <a:pt x="304800" y="190500"/>
                    </a:lnTo>
                    <a:lnTo>
                      <a:pt x="299355" y="241123"/>
                    </a:lnTo>
                    <a:lnTo>
                      <a:pt x="283991" y="286624"/>
                    </a:lnTo>
                    <a:lnTo>
                      <a:pt x="260161" y="325183"/>
                    </a:lnTo>
                    <a:lnTo>
                      <a:pt x="229316" y="354979"/>
                    </a:lnTo>
                    <a:lnTo>
                      <a:pt x="192912" y="374191"/>
                    </a:lnTo>
                    <a:lnTo>
                      <a:pt x="152400" y="381000"/>
                    </a:lnTo>
                    <a:lnTo>
                      <a:pt x="111887" y="374191"/>
                    </a:lnTo>
                    <a:lnTo>
                      <a:pt x="75483" y="354979"/>
                    </a:lnTo>
                    <a:lnTo>
                      <a:pt x="44638" y="325183"/>
                    </a:lnTo>
                    <a:lnTo>
                      <a:pt x="20808" y="286624"/>
                    </a:lnTo>
                    <a:lnTo>
                      <a:pt x="5444" y="241123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28" name="Google Shape;551;p52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swQAABkPAABpBQAAfhAAAAAgAAAmAAAACAAAAP//////////"/>
                </a:ext>
              </a:extLst>
            </p:cNvSpPr>
            <p:nvPr/>
          </p:nvSpPr>
          <p:spPr>
            <a:xfrm>
              <a:off x="763905" y="2454275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2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grpSp>
          <p:nvGrpSpPr>
            <p:cNvPr id="25" name="Google Shape;552;p52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PYHAAAqFAAA1gkAAIEWAAAAAAAAJgAAAAgAAAD/////AAAAAA=="/>
                </a:ext>
              </a:extLst>
            </p:cNvGrpSpPr>
            <p:nvPr/>
          </p:nvGrpSpPr>
          <p:grpSpPr>
            <a:xfrm>
              <a:off x="1294130" y="3277870"/>
              <a:ext cx="304800" cy="380365"/>
              <a:chOff x="1294130" y="3277870"/>
              <a:chExt cx="304800" cy="380365"/>
            </a:xfrm>
          </p:grpSpPr>
          <p:sp>
            <p:nvSpPr>
              <p:cNvPr id="27" name="Google Shape;553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9gcAACoUAADWCQAAgRYAAAAAAAAmAAAACAAAAP//////////"/>
                  </a:ext>
                </a:extLst>
              </p:cNvSpPr>
              <p:nvPr/>
            </p:nvSpPr>
            <p:spPr>
              <a:xfrm>
                <a:off x="1294130" y="3277870"/>
                <a:ext cx="304800" cy="380365"/>
              </a:xfrm>
              <a:custGeom>
                <a:avLst/>
                <a:gdLst/>
                <a:ahLst/>
                <a:cxnLst/>
                <a:rect l="0" t="0" r="304800" b="380365"/>
                <a:pathLst>
                  <a:path w="304800" h="380365">
                    <a:moveTo>
                      <a:pt x="152400" y="0"/>
                    </a:moveTo>
                    <a:lnTo>
                      <a:pt x="111887" y="6796"/>
                    </a:lnTo>
                    <a:lnTo>
                      <a:pt x="75483" y="25976"/>
                    </a:lnTo>
                    <a:lnTo>
                      <a:pt x="44638" y="55722"/>
                    </a:lnTo>
                    <a:lnTo>
                      <a:pt x="20808" y="94217"/>
                    </a:lnTo>
                    <a:lnTo>
                      <a:pt x="5444" y="139642"/>
                    </a:lnTo>
                    <a:lnTo>
                      <a:pt x="0" y="190182"/>
                    </a:lnTo>
                    <a:lnTo>
                      <a:pt x="5444" y="240721"/>
                    </a:lnTo>
                    <a:lnTo>
                      <a:pt x="20808" y="286146"/>
                    </a:lnTo>
                    <a:lnTo>
                      <a:pt x="44638" y="324641"/>
                    </a:lnTo>
                    <a:lnTo>
                      <a:pt x="75483" y="354387"/>
                    </a:lnTo>
                    <a:lnTo>
                      <a:pt x="111887" y="373567"/>
                    </a:lnTo>
                    <a:lnTo>
                      <a:pt x="152400" y="380365"/>
                    </a:lnTo>
                    <a:lnTo>
                      <a:pt x="192912" y="373567"/>
                    </a:lnTo>
                    <a:lnTo>
                      <a:pt x="229316" y="354387"/>
                    </a:lnTo>
                    <a:lnTo>
                      <a:pt x="260161" y="324641"/>
                    </a:lnTo>
                    <a:lnTo>
                      <a:pt x="283991" y="286146"/>
                    </a:lnTo>
                    <a:lnTo>
                      <a:pt x="299355" y="240721"/>
                    </a:lnTo>
                    <a:lnTo>
                      <a:pt x="304800" y="190182"/>
                    </a:lnTo>
                    <a:lnTo>
                      <a:pt x="299355" y="139642"/>
                    </a:lnTo>
                    <a:lnTo>
                      <a:pt x="283991" y="94217"/>
                    </a:lnTo>
                    <a:lnTo>
                      <a:pt x="260161" y="55722"/>
                    </a:lnTo>
                    <a:lnTo>
                      <a:pt x="229316" y="25976"/>
                    </a:lnTo>
                    <a:lnTo>
                      <a:pt x="192912" y="6796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26" name="Google Shape;554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9gcAACoUAADWCQAAgRYAAAAAAAAmAAAACAAAAP//////////"/>
                  </a:ext>
                </a:extLst>
              </p:cNvSpPr>
              <p:nvPr/>
            </p:nvSpPr>
            <p:spPr>
              <a:xfrm>
                <a:off x="1294130" y="3277870"/>
                <a:ext cx="304800" cy="380365"/>
              </a:xfrm>
              <a:custGeom>
                <a:avLst/>
                <a:gdLst/>
                <a:ahLst/>
                <a:cxnLst/>
                <a:rect l="0" t="0" r="304800" b="380365"/>
                <a:pathLst>
                  <a:path w="304800" h="380365">
                    <a:moveTo>
                      <a:pt x="0" y="190182"/>
                    </a:moveTo>
                    <a:lnTo>
                      <a:pt x="5444" y="139642"/>
                    </a:lnTo>
                    <a:lnTo>
                      <a:pt x="20808" y="94217"/>
                    </a:lnTo>
                    <a:lnTo>
                      <a:pt x="44638" y="55722"/>
                    </a:lnTo>
                    <a:lnTo>
                      <a:pt x="75483" y="25976"/>
                    </a:lnTo>
                    <a:lnTo>
                      <a:pt x="111887" y="6796"/>
                    </a:lnTo>
                    <a:lnTo>
                      <a:pt x="152400" y="0"/>
                    </a:lnTo>
                    <a:lnTo>
                      <a:pt x="192912" y="6796"/>
                    </a:lnTo>
                    <a:lnTo>
                      <a:pt x="229316" y="25976"/>
                    </a:lnTo>
                    <a:lnTo>
                      <a:pt x="260161" y="55722"/>
                    </a:lnTo>
                    <a:lnTo>
                      <a:pt x="283991" y="94217"/>
                    </a:lnTo>
                    <a:lnTo>
                      <a:pt x="299355" y="139642"/>
                    </a:lnTo>
                    <a:lnTo>
                      <a:pt x="304800" y="190182"/>
                    </a:lnTo>
                    <a:lnTo>
                      <a:pt x="299355" y="240721"/>
                    </a:lnTo>
                    <a:lnTo>
                      <a:pt x="283991" y="286146"/>
                    </a:lnTo>
                    <a:lnTo>
                      <a:pt x="260161" y="324641"/>
                    </a:lnTo>
                    <a:lnTo>
                      <a:pt x="229316" y="354387"/>
                    </a:lnTo>
                    <a:lnTo>
                      <a:pt x="192912" y="373567"/>
                    </a:lnTo>
                    <a:lnTo>
                      <a:pt x="152400" y="380365"/>
                    </a:lnTo>
                    <a:lnTo>
                      <a:pt x="111887" y="373567"/>
                    </a:lnTo>
                    <a:lnTo>
                      <a:pt x="75483" y="354387"/>
                    </a:lnTo>
                    <a:lnTo>
                      <a:pt x="44638" y="324641"/>
                    </a:lnTo>
                    <a:lnTo>
                      <a:pt x="20808" y="286146"/>
                    </a:lnTo>
                    <a:lnTo>
                      <a:pt x="5444" y="240721"/>
                    </a:lnTo>
                    <a:lnTo>
                      <a:pt x="0" y="190182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24" name="Google Shape;555;p52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iQgAAI8UAAA/CQAA9BUAAAAgAAAmAAAACAAAAP//////////"/>
                </a:ext>
              </a:extLst>
            </p:cNvSpPr>
            <p:nvPr/>
          </p:nvSpPr>
          <p:spPr>
            <a:xfrm>
              <a:off x="1387475" y="3342005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3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grpSp>
          <p:nvGrpSpPr>
            <p:cNvPr id="21" name="Google Shape;556;p52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AAAAAAfAAAAVAAAAAAAAAAAAAAAAAAAAAAAAAAAAAAAAAAAAAAAAAAAAAAAAAAAAAAAAAAAAAAAAAAAAAAAAAAAAAAAAAAAAAAAAAAAAAAAAAAAAAAAAAAAAAAAAAAAACEAAAAYAAAAFAAAAF4PAADOEwAAPhEAACYWAAAAAAAAJgAAAAgAAAD/////AAAAAA=="/>
                </a:ext>
              </a:extLst>
            </p:cNvGrpSpPr>
            <p:nvPr/>
          </p:nvGrpSpPr>
          <p:grpSpPr>
            <a:xfrm>
              <a:off x="2498090" y="3219450"/>
              <a:ext cx="304800" cy="381000"/>
              <a:chOff x="2498090" y="3219450"/>
              <a:chExt cx="304800" cy="381000"/>
            </a:xfrm>
          </p:grpSpPr>
          <p:sp>
            <p:nvSpPr>
              <p:cNvPr id="23" name="Google Shape;557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+BvP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Xg8AAM4TAAA+EQAAJhYAAAAAAAAmAAAACAAAAP//////////"/>
                  </a:ext>
                </a:extLst>
              </p:cNvSpPr>
              <p:nvPr/>
            </p:nvSpPr>
            <p:spPr>
              <a:xfrm>
                <a:off x="2498090" y="3219450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152400" y="0"/>
                    </a:moveTo>
                    <a:lnTo>
                      <a:pt x="111874" y="6808"/>
                    </a:lnTo>
                    <a:lnTo>
                      <a:pt x="75466" y="26020"/>
                    </a:lnTo>
                    <a:lnTo>
                      <a:pt x="44624" y="55816"/>
                    </a:lnTo>
                    <a:lnTo>
                      <a:pt x="20799" y="94375"/>
                    </a:lnTo>
                    <a:lnTo>
                      <a:pt x="5441" y="139876"/>
                    </a:lnTo>
                    <a:lnTo>
                      <a:pt x="0" y="190500"/>
                    </a:lnTo>
                    <a:lnTo>
                      <a:pt x="5441" y="241123"/>
                    </a:lnTo>
                    <a:lnTo>
                      <a:pt x="20799" y="286624"/>
                    </a:lnTo>
                    <a:lnTo>
                      <a:pt x="44624" y="325183"/>
                    </a:lnTo>
                    <a:lnTo>
                      <a:pt x="75466" y="354979"/>
                    </a:lnTo>
                    <a:lnTo>
                      <a:pt x="111874" y="374191"/>
                    </a:lnTo>
                    <a:lnTo>
                      <a:pt x="152400" y="381000"/>
                    </a:lnTo>
                    <a:lnTo>
                      <a:pt x="192925" y="374191"/>
                    </a:lnTo>
                    <a:lnTo>
                      <a:pt x="229333" y="354979"/>
                    </a:lnTo>
                    <a:lnTo>
                      <a:pt x="260175" y="325183"/>
                    </a:lnTo>
                    <a:lnTo>
                      <a:pt x="284000" y="286624"/>
                    </a:lnTo>
                    <a:lnTo>
                      <a:pt x="299358" y="241123"/>
                    </a:lnTo>
                    <a:lnTo>
                      <a:pt x="304800" y="190500"/>
                    </a:lnTo>
                    <a:lnTo>
                      <a:pt x="299358" y="139876"/>
                    </a:lnTo>
                    <a:lnTo>
                      <a:pt x="284000" y="94375"/>
                    </a:lnTo>
                    <a:lnTo>
                      <a:pt x="260175" y="55816"/>
                    </a:lnTo>
                    <a:lnTo>
                      <a:pt x="229333" y="26020"/>
                    </a:lnTo>
                    <a:lnTo>
                      <a:pt x="192925" y="6808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22" name="Google Shape;558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+BvI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Xg8AAM4TAAA+EQAAJhYAAAAAAAAmAAAACAAAAP//////////"/>
                  </a:ext>
                </a:extLst>
              </p:cNvSpPr>
              <p:nvPr/>
            </p:nvSpPr>
            <p:spPr>
              <a:xfrm>
                <a:off x="2498090" y="3219450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0" y="190500"/>
                    </a:moveTo>
                    <a:lnTo>
                      <a:pt x="5441" y="139876"/>
                    </a:lnTo>
                    <a:lnTo>
                      <a:pt x="20799" y="94375"/>
                    </a:lnTo>
                    <a:lnTo>
                      <a:pt x="44624" y="55816"/>
                    </a:lnTo>
                    <a:lnTo>
                      <a:pt x="75466" y="26020"/>
                    </a:lnTo>
                    <a:lnTo>
                      <a:pt x="111874" y="6808"/>
                    </a:lnTo>
                    <a:lnTo>
                      <a:pt x="152400" y="0"/>
                    </a:lnTo>
                    <a:lnTo>
                      <a:pt x="192925" y="6808"/>
                    </a:lnTo>
                    <a:lnTo>
                      <a:pt x="229333" y="26020"/>
                    </a:lnTo>
                    <a:lnTo>
                      <a:pt x="260175" y="55816"/>
                    </a:lnTo>
                    <a:lnTo>
                      <a:pt x="284000" y="94375"/>
                    </a:lnTo>
                    <a:lnTo>
                      <a:pt x="299358" y="139876"/>
                    </a:lnTo>
                    <a:lnTo>
                      <a:pt x="304800" y="190500"/>
                    </a:lnTo>
                    <a:lnTo>
                      <a:pt x="299358" y="241123"/>
                    </a:lnTo>
                    <a:lnTo>
                      <a:pt x="284000" y="286624"/>
                    </a:lnTo>
                    <a:lnTo>
                      <a:pt x="260175" y="325183"/>
                    </a:lnTo>
                    <a:lnTo>
                      <a:pt x="229333" y="354979"/>
                    </a:lnTo>
                    <a:lnTo>
                      <a:pt x="192925" y="374191"/>
                    </a:lnTo>
                    <a:lnTo>
                      <a:pt x="152400" y="381000"/>
                    </a:lnTo>
                    <a:lnTo>
                      <a:pt x="111874" y="374191"/>
                    </a:lnTo>
                    <a:lnTo>
                      <a:pt x="75466" y="354979"/>
                    </a:lnTo>
                    <a:lnTo>
                      <a:pt x="44624" y="325183"/>
                    </a:lnTo>
                    <a:lnTo>
                      <a:pt x="20799" y="286624"/>
                    </a:lnTo>
                    <a:lnTo>
                      <a:pt x="5441" y="241123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20" name="Google Shape;559;p52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yBT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9A8AADUUAACqEAAAmhUAAAAgAAAmAAAACAAAAP//////////"/>
                </a:ext>
              </a:extLst>
            </p:cNvSpPr>
            <p:nvPr/>
          </p:nvSpPr>
          <p:spPr>
            <a:xfrm>
              <a:off x="2593340" y="3284855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4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grpSp>
          <p:nvGrpSpPr>
            <p:cNvPr id="17" name="Google Shape;560;p52"/>
            <p:cNvGrpSpPr>
              <a:extLst>
                <a:ext uri="smNativeData">
                  <pr:smNativeData xmlns:pr="smNativeData" xmlns="smNativeData" val="SMDATA_6_WXOIaRMAAAAlAAAAAQAAAA8BAAAAkAAAAEgAAACQAAAASAAAAAAAAAAAAAAAAAAAABcAAAAUAAAAAAAAAAAAAAD/fwAA/38AAAAAAAAJAAAABAAAAAMbAAAfAAAAVAAAAAAAAAAAAAAAAAAAAAAAAAAAAAAAAAAAAAAAAAAAAAAAAAAAAAAAAAAAAAAAAAAAAAAAAAAAAAAAAAAAAAAAAAAAAAAAAAAAAAAAAAAAAAAAAAAAACEAAAAYAAAAFAAAAD4RAAA/DQAAHhMAAJcPAAAAAAAAJgAAAAgAAAD/////AAAAAA=="/>
                </a:ext>
              </a:extLst>
            </p:cNvGrpSpPr>
            <p:nvPr/>
          </p:nvGrpSpPr>
          <p:grpSpPr>
            <a:xfrm>
              <a:off x="2802890" y="2153285"/>
              <a:ext cx="304800" cy="381000"/>
              <a:chOff x="2802890" y="2153285"/>
              <a:chExt cx="304800" cy="381000"/>
            </a:xfrm>
          </p:grpSpPr>
          <p:sp>
            <p:nvSpPr>
              <p:cNvPr id="19" name="Google Shape;561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T4G8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yBT4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T4G8AP///wEAAAAAAAAAAAAAAAAAAAAAAAAAAAAAAAAAAAAAAAAAAAAAAAJ/f38A5+bmA8zMzADAwP8Af39/AAAAAAAAAAAAAAAAAAAAAAAAAAAAIQAAABgAAAAUAAAAPhEAAD8NAAAeEwAAlw8AAAAAAAAmAAAACAAAAP//////////"/>
                  </a:ext>
                </a:extLst>
              </p:cNvSpPr>
              <p:nvPr/>
            </p:nvSpPr>
            <p:spPr>
              <a:xfrm>
                <a:off x="2802890" y="215328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152400" y="0"/>
                    </a:moveTo>
                    <a:lnTo>
                      <a:pt x="111874" y="6808"/>
                    </a:lnTo>
                    <a:lnTo>
                      <a:pt x="75466" y="26020"/>
                    </a:lnTo>
                    <a:lnTo>
                      <a:pt x="44624" y="55816"/>
                    </a:lnTo>
                    <a:lnTo>
                      <a:pt x="20799" y="94375"/>
                    </a:lnTo>
                    <a:lnTo>
                      <a:pt x="5441" y="139876"/>
                    </a:lnTo>
                    <a:lnTo>
                      <a:pt x="0" y="190500"/>
                    </a:lnTo>
                    <a:lnTo>
                      <a:pt x="5441" y="241123"/>
                    </a:lnTo>
                    <a:lnTo>
                      <a:pt x="20799" y="286624"/>
                    </a:lnTo>
                    <a:lnTo>
                      <a:pt x="44624" y="325183"/>
                    </a:lnTo>
                    <a:lnTo>
                      <a:pt x="75466" y="354979"/>
                    </a:lnTo>
                    <a:lnTo>
                      <a:pt x="111874" y="374191"/>
                    </a:lnTo>
                    <a:lnTo>
                      <a:pt x="152400" y="381000"/>
                    </a:lnTo>
                    <a:lnTo>
                      <a:pt x="192925" y="374191"/>
                    </a:lnTo>
                    <a:lnTo>
                      <a:pt x="229333" y="354979"/>
                    </a:lnTo>
                    <a:lnTo>
                      <a:pt x="260175" y="325183"/>
                    </a:lnTo>
                    <a:lnTo>
                      <a:pt x="284000" y="286624"/>
                    </a:lnTo>
                    <a:lnTo>
                      <a:pt x="299358" y="241123"/>
                    </a:lnTo>
                    <a:lnTo>
                      <a:pt x="304800" y="190500"/>
                    </a:lnTo>
                    <a:lnTo>
                      <a:pt x="299358" y="139876"/>
                    </a:lnTo>
                    <a:lnTo>
                      <a:pt x="284000" y="94375"/>
                    </a:lnTo>
                    <a:lnTo>
                      <a:pt x="260175" y="55816"/>
                    </a:lnTo>
                    <a:lnTo>
                      <a:pt x="229333" y="26020"/>
                    </a:lnTo>
                    <a:lnTo>
                      <a:pt x="192925" y="6808"/>
                    </a:lnTo>
                    <a:lnTo>
                      <a:pt x="152400" y="0"/>
                    </a:lnTo>
                    <a:close/>
                  </a:path>
                </a:pathLst>
              </a:custGeom>
              <a:solidFill>
                <a:srgbClr val="4F81BC"/>
              </a:solidFill>
              <a:ln>
                <a:noFill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  <p:sp>
            <p:nvSpPr>
              <p:cNvPr id="18" name="Google Shape;562;p52"/>
              <p:cNvSpPr>
                <a:extLst>
                  <a:ext uri="smNativeData">
  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BAAAAAAAAADhdiQAmAAAAAQAAACMAAAAjAAAAIwAAAB4AAAAAAAAASwAAAEsAAAAAAAAASwAAAEs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+BvP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DhdiQB/f38A5+bmA8zMzADAwP8Af39/AAAAAAAAAAAAAAAAAAAAAAAAAAAAIQAAABgAAAAUAAAAPhEAAD8NAAAeEwAAlw8AAAAAAAAmAAAACAAAAP//////////"/>
                  </a:ext>
                </a:extLst>
              </p:cNvSpPr>
              <p:nvPr/>
            </p:nvSpPr>
            <p:spPr>
              <a:xfrm>
                <a:off x="2802890" y="2153285"/>
                <a:ext cx="304800" cy="381000"/>
              </a:xfrm>
              <a:custGeom>
                <a:avLst/>
                <a:gdLst/>
                <a:ahLst/>
                <a:cxnLst/>
                <a:rect l="0" t="0" r="304800" b="381000"/>
                <a:pathLst>
                  <a:path w="304800" h="381000">
                    <a:moveTo>
                      <a:pt x="0" y="190500"/>
                    </a:moveTo>
                    <a:lnTo>
                      <a:pt x="5441" y="139876"/>
                    </a:lnTo>
                    <a:lnTo>
                      <a:pt x="20799" y="94375"/>
                    </a:lnTo>
                    <a:lnTo>
                      <a:pt x="44624" y="55816"/>
                    </a:lnTo>
                    <a:lnTo>
                      <a:pt x="75466" y="26020"/>
                    </a:lnTo>
                    <a:lnTo>
                      <a:pt x="111874" y="6808"/>
                    </a:lnTo>
                    <a:lnTo>
                      <a:pt x="152400" y="0"/>
                    </a:lnTo>
                    <a:lnTo>
                      <a:pt x="192925" y="6808"/>
                    </a:lnTo>
                    <a:lnTo>
                      <a:pt x="229333" y="26020"/>
                    </a:lnTo>
                    <a:lnTo>
                      <a:pt x="260175" y="55816"/>
                    </a:lnTo>
                    <a:lnTo>
                      <a:pt x="284000" y="94375"/>
                    </a:lnTo>
                    <a:lnTo>
                      <a:pt x="299358" y="139876"/>
                    </a:lnTo>
                    <a:lnTo>
                      <a:pt x="304800" y="190500"/>
                    </a:lnTo>
                    <a:lnTo>
                      <a:pt x="299358" y="241123"/>
                    </a:lnTo>
                    <a:lnTo>
                      <a:pt x="284000" y="286624"/>
                    </a:lnTo>
                    <a:lnTo>
                      <a:pt x="260175" y="325183"/>
                    </a:lnTo>
                    <a:lnTo>
                      <a:pt x="229333" y="354979"/>
                    </a:lnTo>
                    <a:lnTo>
                      <a:pt x="192925" y="374191"/>
                    </a:lnTo>
                    <a:lnTo>
                      <a:pt x="152400" y="381000"/>
                    </a:lnTo>
                    <a:lnTo>
                      <a:pt x="111874" y="374191"/>
                    </a:lnTo>
                    <a:lnTo>
                      <a:pt x="75466" y="354979"/>
                    </a:lnTo>
                    <a:lnTo>
                      <a:pt x="44624" y="325183"/>
                    </a:lnTo>
                    <a:lnTo>
                      <a:pt x="20799" y="286624"/>
                    </a:lnTo>
                    <a:lnTo>
                      <a:pt x="5441" y="241123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24130" cap="flat" cmpd="sng" algn="ctr">
                <a:solidFill>
                  <a:srgbClr val="385D89"/>
                </a:solidFill>
                <a:prstDash val="solid"/>
                <a:headEnd type="none"/>
                <a:tailEnd type="none"/>
              </a:ln>
              <a:effectLst/>
            </p:spPr>
            <p:txBody>
              <a:bodyPr vert="horz" wrap="square" lIns="0" tIns="0" rIns="0" bIns="0" numCol="1" spcCol="215900" anchor="t"/>
              <a:lstStyle/>
              <a:p>
                <a:pPr>
                  <a:defRPr lang="en-us"/>
                </a:pPr>
                <a:endParaRPr lang="en-us" sz="14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endParaRPr>
              </a:p>
            </p:txBody>
          </p:sp>
        </p:grpSp>
        <p:sp>
          <p:nvSpPr>
            <p:cNvPr id="16" name="Google Shape;563;p52"/>
            <p:cNvSpPr>
              <a:extLst>
                <a:ext uri="smNativeData">
                  <pr:smNativeData xmlns:pr="smNativeData" xmlns="smNativeData" val="SMDATA_15_WXOIaRMAAAAlAAAAZAAAAE0AAAAAAAAAABI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+BvI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1BEAAKINAACKEgAABw8AAAAgAAAmAAAACAAAAP//////////"/>
                </a:ext>
              </a:extLst>
            </p:cNvSpPr>
            <p:nvPr/>
          </p:nvSpPr>
          <p:spPr>
            <a:xfrm>
              <a:off x="2898140" y="2216150"/>
              <a:ext cx="115570" cy="22669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1430" rIns="0" bIns="0" numCol="1" spcCol="215900" anchor="t"/>
            <a:lstStyle/>
            <a:p>
              <a:pPr marL="12700">
                <a:defRPr lang="en-us"/>
              </a:pPr>
              <a:r>
                <a:rPr lang="en-in" sz="1400" cap="none">
                  <a:solidFill>
                    <a:srgbClr val="FFFFFF"/>
                  </a:solidFill>
                </a:rPr>
                <a:t>5</a:t>
              </a:r>
              <a:endParaRPr lang="en-us" sz="1400" cap="none">
                <a:solidFill>
                  <a:srgbClr val="000000"/>
                </a:solidFill>
              </a:endParaRPr>
            </a:p>
          </p:txBody>
        </p:sp>
        <p:sp>
          <p:nvSpPr>
            <p:cNvPr id="15" name="Google Shape;564;p52"/>
            <p:cNvSpPr>
              <a:extLst>
                <a:ext uri="smNativeData">
                  <pr:smNativeData xmlns:pr="smNativeData" xmlns="smNativeData" val="SMDATA_15_WXOIaRMAAAAlAAAACwAAAA0AAAAAAAAAAAAAAAAAAAAAAAAAAAAAAAAAAAAAAAAAAAEAAABQAAAAAAAAAAAA4D8AAAAAAADgPwAAAAAAAOA/AAAAAAAA4D8AAAAAAADgPwAAAAAAAOA/AAAAAAAA4D8AAAAAAADgPwAAAAAAAOA/AAAAAAAA4D8CAAAAjAAAAAEAAAAAAAAASX26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+BvP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SX26AP///wEAAAAAAAAAAAAAAAAAAAAAAAAAAAAAAAAAAAAAAAAAAAAAAAJ/f38A5+bmA8zMzADAwP8Af39/AAAAAAAAAAAAAAAAAAAAAAAAAAAAIQAAABgAAAAUAAAArwUAAHgKAADmEgAABxYAAAAAAAAmAAAACAAAAP//////////"/>
                </a:ext>
              </a:extLst>
            </p:cNvSpPr>
            <p:nvPr/>
          </p:nvSpPr>
          <p:spPr>
            <a:xfrm>
              <a:off x="923925" y="1701800"/>
              <a:ext cx="2148205" cy="1878965"/>
            </a:xfrm>
            <a:custGeom>
              <a:avLst/>
              <a:gdLst/>
              <a:ahLst/>
              <a:cxnLst/>
              <a:rect l="0" t="0" r="2148205" b="1878965"/>
              <a:pathLst>
                <a:path w="2148205" h="1878965">
                  <a:moveTo>
                    <a:pt x="370268" y="1684085"/>
                  </a:moveTo>
                  <a:lnTo>
                    <a:pt x="341680" y="1697835"/>
                  </a:lnTo>
                  <a:lnTo>
                    <a:pt x="11430" y="1014005"/>
                  </a:lnTo>
                  <a:lnTo>
                    <a:pt x="0" y="1019591"/>
                  </a:lnTo>
                  <a:lnTo>
                    <a:pt x="330225" y="1703344"/>
                  </a:lnTo>
                  <a:lnTo>
                    <a:pt x="301637" y="1717094"/>
                  </a:lnTo>
                  <a:lnTo>
                    <a:pt x="369087" y="1769147"/>
                  </a:lnTo>
                  <a:lnTo>
                    <a:pt x="369836" y="1714809"/>
                  </a:lnTo>
                  <a:lnTo>
                    <a:pt x="370268" y="1684085"/>
                  </a:lnTo>
                  <a:close/>
                </a:path>
                <a:path w="2148205" h="1878965">
                  <a:moveTo>
                    <a:pt x="674852" y="9394"/>
                  </a:moveTo>
                  <a:lnTo>
                    <a:pt x="665378" y="1015"/>
                  </a:lnTo>
                  <a:lnTo>
                    <a:pt x="51739" y="687421"/>
                  </a:lnTo>
                  <a:lnTo>
                    <a:pt x="28079" y="666270"/>
                  </a:lnTo>
                  <a:lnTo>
                    <a:pt x="5715" y="748412"/>
                  </a:lnTo>
                  <a:lnTo>
                    <a:pt x="84899" y="717053"/>
                  </a:lnTo>
                  <a:lnTo>
                    <a:pt x="71818" y="705373"/>
                  </a:lnTo>
                  <a:lnTo>
                    <a:pt x="61226" y="695901"/>
                  </a:lnTo>
                  <a:lnTo>
                    <a:pt x="674852" y="9394"/>
                  </a:lnTo>
                  <a:close/>
                </a:path>
                <a:path w="2148205" h="1878965">
                  <a:moveTo>
                    <a:pt x="1618551" y="1847987"/>
                  </a:moveTo>
                  <a:lnTo>
                    <a:pt x="1557528" y="1847987"/>
                  </a:lnTo>
                  <a:lnTo>
                    <a:pt x="1544789" y="1847987"/>
                  </a:lnTo>
                  <a:lnTo>
                    <a:pt x="1542288" y="1878584"/>
                  </a:lnTo>
                  <a:lnTo>
                    <a:pt x="1618551" y="1847987"/>
                  </a:lnTo>
                  <a:close/>
                </a:path>
                <a:path w="2148205" h="1878965">
                  <a:moveTo>
                    <a:pt x="1621409" y="1846844"/>
                  </a:moveTo>
                  <a:lnTo>
                    <a:pt x="1548511" y="1802663"/>
                  </a:lnTo>
                  <a:lnTo>
                    <a:pt x="1545920" y="1834250"/>
                  </a:lnTo>
                  <a:lnTo>
                    <a:pt x="676795" y="1763053"/>
                  </a:lnTo>
                  <a:lnTo>
                    <a:pt x="675754" y="1775748"/>
                  </a:lnTo>
                  <a:lnTo>
                    <a:pt x="1544878" y="1846958"/>
                  </a:lnTo>
                  <a:lnTo>
                    <a:pt x="1557616" y="1846958"/>
                  </a:lnTo>
                  <a:lnTo>
                    <a:pt x="1621142" y="1846958"/>
                  </a:lnTo>
                  <a:lnTo>
                    <a:pt x="1621409" y="1846844"/>
                  </a:lnTo>
                  <a:close/>
                </a:path>
                <a:path w="2148205" h="1878965">
                  <a:moveTo>
                    <a:pt x="1925066" y="779135"/>
                  </a:moveTo>
                  <a:lnTo>
                    <a:pt x="1840484" y="789419"/>
                  </a:lnTo>
                  <a:lnTo>
                    <a:pt x="1858010" y="815902"/>
                  </a:lnTo>
                  <a:lnTo>
                    <a:pt x="1372857" y="1136709"/>
                  </a:lnTo>
                  <a:lnTo>
                    <a:pt x="1362290" y="1118377"/>
                  </a:lnTo>
                  <a:lnTo>
                    <a:pt x="1362290" y="1143705"/>
                  </a:lnTo>
                  <a:lnTo>
                    <a:pt x="992759" y="1388059"/>
                  </a:lnTo>
                  <a:lnTo>
                    <a:pt x="616305" y="1183074"/>
                  </a:lnTo>
                  <a:lnTo>
                    <a:pt x="699109" y="802355"/>
                  </a:lnTo>
                  <a:lnTo>
                    <a:pt x="1133055" y="745795"/>
                  </a:lnTo>
                  <a:lnTo>
                    <a:pt x="1362290" y="1143705"/>
                  </a:lnTo>
                  <a:lnTo>
                    <a:pt x="1362290" y="1118377"/>
                  </a:lnTo>
                  <a:lnTo>
                    <a:pt x="1146657" y="744018"/>
                  </a:lnTo>
                  <a:lnTo>
                    <a:pt x="1805482" y="658145"/>
                  </a:lnTo>
                  <a:lnTo>
                    <a:pt x="1809623" y="689630"/>
                  </a:lnTo>
                  <a:lnTo>
                    <a:pt x="1877402" y="643926"/>
                  </a:lnTo>
                  <a:lnTo>
                    <a:pt x="1880235" y="642022"/>
                  </a:lnTo>
                  <a:lnTo>
                    <a:pt x="1799717" y="614091"/>
                  </a:lnTo>
                  <a:lnTo>
                    <a:pt x="1803844" y="645576"/>
                  </a:lnTo>
                  <a:lnTo>
                    <a:pt x="1139812" y="732135"/>
                  </a:lnTo>
                  <a:lnTo>
                    <a:pt x="1126210" y="708534"/>
                  </a:lnTo>
                  <a:lnTo>
                    <a:pt x="1126210" y="733912"/>
                  </a:lnTo>
                  <a:lnTo>
                    <a:pt x="701967" y="789203"/>
                  </a:lnTo>
                  <a:lnTo>
                    <a:pt x="826985" y="214493"/>
                  </a:lnTo>
                  <a:lnTo>
                    <a:pt x="1126210" y="733912"/>
                  </a:lnTo>
                  <a:lnTo>
                    <a:pt x="1126210" y="708534"/>
                  </a:lnTo>
                  <a:lnTo>
                    <a:pt x="830999" y="196021"/>
                  </a:lnTo>
                  <a:lnTo>
                    <a:pt x="831113" y="195513"/>
                  </a:lnTo>
                  <a:lnTo>
                    <a:pt x="830643" y="195411"/>
                  </a:lnTo>
                  <a:lnTo>
                    <a:pt x="828078" y="190943"/>
                  </a:lnTo>
                  <a:lnTo>
                    <a:pt x="823226" y="193748"/>
                  </a:lnTo>
                  <a:lnTo>
                    <a:pt x="818692" y="192720"/>
                  </a:lnTo>
                  <a:lnTo>
                    <a:pt x="817778" y="196884"/>
                  </a:lnTo>
                  <a:lnTo>
                    <a:pt x="817079" y="197290"/>
                  </a:lnTo>
                  <a:lnTo>
                    <a:pt x="817524" y="198078"/>
                  </a:lnTo>
                  <a:lnTo>
                    <a:pt x="688581" y="790954"/>
                  </a:lnTo>
                  <a:lnTo>
                    <a:pt x="685723" y="791335"/>
                  </a:lnTo>
                  <a:lnTo>
                    <a:pt x="685723" y="804107"/>
                  </a:lnTo>
                  <a:lnTo>
                    <a:pt x="604685" y="1176739"/>
                  </a:lnTo>
                  <a:lnTo>
                    <a:pt x="68148" y="884598"/>
                  </a:lnTo>
                  <a:lnTo>
                    <a:pt x="685723" y="804107"/>
                  </a:lnTo>
                  <a:lnTo>
                    <a:pt x="685723" y="791335"/>
                  </a:lnTo>
                  <a:lnTo>
                    <a:pt x="50609" y="874099"/>
                  </a:lnTo>
                  <a:lnTo>
                    <a:pt x="51676" y="882274"/>
                  </a:lnTo>
                  <a:lnTo>
                    <a:pt x="48399" y="888318"/>
                  </a:lnTo>
                  <a:lnTo>
                    <a:pt x="601865" y="1189688"/>
                  </a:lnTo>
                  <a:lnTo>
                    <a:pt x="533868" y="1502410"/>
                  </a:lnTo>
                  <a:lnTo>
                    <a:pt x="502831" y="1495681"/>
                  </a:lnTo>
                  <a:lnTo>
                    <a:pt x="523874" y="1578203"/>
                  </a:lnTo>
                  <a:lnTo>
                    <a:pt x="572693" y="1517518"/>
                  </a:lnTo>
                  <a:lnTo>
                    <a:pt x="577291" y="1511805"/>
                  </a:lnTo>
                  <a:lnTo>
                    <a:pt x="546265" y="1505101"/>
                  </a:lnTo>
                  <a:lnTo>
                    <a:pt x="613486" y="1196023"/>
                  </a:lnTo>
                  <a:lnTo>
                    <a:pt x="980744" y="1395994"/>
                  </a:lnTo>
                  <a:lnTo>
                    <a:pt x="627049" y="1629875"/>
                  </a:lnTo>
                  <a:lnTo>
                    <a:pt x="634060" y="1640539"/>
                  </a:lnTo>
                  <a:lnTo>
                    <a:pt x="993419" y="1402900"/>
                  </a:lnTo>
                  <a:lnTo>
                    <a:pt x="1505521" y="1681723"/>
                  </a:lnTo>
                  <a:lnTo>
                    <a:pt x="1490345" y="1709604"/>
                  </a:lnTo>
                  <a:lnTo>
                    <a:pt x="1575435" y="1712524"/>
                  </a:lnTo>
                  <a:lnTo>
                    <a:pt x="1558188" y="1687767"/>
                  </a:lnTo>
                  <a:lnTo>
                    <a:pt x="1526794" y="1642697"/>
                  </a:lnTo>
                  <a:lnTo>
                    <a:pt x="1511617" y="1670551"/>
                  </a:lnTo>
                  <a:lnTo>
                    <a:pt x="1005446" y="1394953"/>
                  </a:lnTo>
                  <a:lnTo>
                    <a:pt x="1368666" y="1154775"/>
                  </a:lnTo>
                  <a:lnTo>
                    <a:pt x="1575562" y="1513874"/>
                  </a:lnTo>
                  <a:lnTo>
                    <a:pt x="1548003" y="1529706"/>
                  </a:lnTo>
                  <a:lnTo>
                    <a:pt x="1618996" y="1576807"/>
                  </a:lnTo>
                  <a:lnTo>
                    <a:pt x="1615960" y="1524881"/>
                  </a:lnTo>
                  <a:lnTo>
                    <a:pt x="1614043" y="1491745"/>
                  </a:lnTo>
                  <a:lnTo>
                    <a:pt x="1586509" y="1507576"/>
                  </a:lnTo>
                  <a:lnTo>
                    <a:pt x="1379232" y="1147780"/>
                  </a:lnTo>
                  <a:lnTo>
                    <a:pt x="1865045" y="826528"/>
                  </a:lnTo>
                  <a:lnTo>
                    <a:pt x="1882521" y="852897"/>
                  </a:lnTo>
                  <a:lnTo>
                    <a:pt x="1907921" y="808843"/>
                  </a:lnTo>
                  <a:lnTo>
                    <a:pt x="1925066" y="779135"/>
                  </a:lnTo>
                  <a:close/>
                </a:path>
                <a:path w="2148205" h="1878965">
                  <a:moveTo>
                    <a:pt x="2034159" y="448412"/>
                  </a:moveTo>
                  <a:lnTo>
                    <a:pt x="1047623" y="29225"/>
                  </a:lnTo>
                  <a:lnTo>
                    <a:pt x="1049731" y="24248"/>
                  </a:lnTo>
                  <a:lnTo>
                    <a:pt x="1060069" y="0"/>
                  </a:lnTo>
                  <a:lnTo>
                    <a:pt x="974979" y="5205"/>
                  </a:lnTo>
                  <a:lnTo>
                    <a:pt x="1030224" y="70080"/>
                  </a:lnTo>
                  <a:lnTo>
                    <a:pt x="1042644" y="40892"/>
                  </a:lnTo>
                  <a:lnTo>
                    <a:pt x="2029079" y="460219"/>
                  </a:lnTo>
                  <a:lnTo>
                    <a:pt x="2034159" y="448412"/>
                  </a:lnTo>
                  <a:close/>
                </a:path>
                <a:path w="2148205" h="1878965">
                  <a:moveTo>
                    <a:pt x="2147697" y="863943"/>
                  </a:moveTo>
                  <a:lnTo>
                    <a:pt x="2144941" y="836139"/>
                  </a:lnTo>
                  <a:lnTo>
                    <a:pt x="2139315" y="779135"/>
                  </a:lnTo>
                  <a:lnTo>
                    <a:pt x="2076577" y="836774"/>
                  </a:lnTo>
                  <a:lnTo>
                    <a:pt x="2106180" y="848085"/>
                  </a:lnTo>
                  <a:lnTo>
                    <a:pt x="1828546" y="1575791"/>
                  </a:lnTo>
                  <a:lnTo>
                    <a:pt x="1840484" y="1580234"/>
                  </a:lnTo>
                  <a:lnTo>
                    <a:pt x="2118118" y="852655"/>
                  </a:lnTo>
                  <a:lnTo>
                    <a:pt x="2147697" y="863943"/>
                  </a:lnTo>
                  <a:close/>
                </a:path>
              </a:pathLst>
            </a:custGeom>
            <a:solidFill>
              <a:srgbClr val="497DBA"/>
            </a:solidFill>
            <a:ln>
              <a:noFill/>
            </a:ln>
            <a:effectLst/>
          </p:spPr>
          <p:txBody>
            <a:bodyPr vert="horz" wrap="square" lIns="0" tIns="0" rIns="0" bIns="0" numCol="1" spcCol="215900" anchor="t"/>
            <a:lstStyle/>
            <a:p>
              <a:pPr>
                <a:defRPr lang="en-us"/>
              </a:pPr>
              <a:endParaRPr lang="en-us" sz="14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14" name="Google Shape;565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+BvI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pwYAACgMAADJBwAARw0AAAAgAAAmAAAACAAAAP//////////"/>
                </a:ext>
              </a:extLst>
            </p:cNvSpPr>
            <p:nvPr/>
          </p:nvSpPr>
          <p:spPr>
            <a:xfrm>
              <a:off x="1081405" y="1976120"/>
              <a:ext cx="184150" cy="1822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70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13" name="Google Shape;566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I6aW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RwkAANcMAADmCgAA9w0AAAAgAAAmAAAACAAAAP//////////"/>
                </a:ext>
              </a:extLst>
            </p:cNvSpPr>
            <p:nvPr/>
          </p:nvSpPr>
          <p:spPr>
            <a:xfrm>
              <a:off x="1508125" y="2087245"/>
              <a:ext cx="263525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125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12" name="Google Shape;567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I6aW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5QsAAHgNAACEDQAAlw4AAAAgAAAmAAAACAAAAP//////////"/>
                </a:ext>
              </a:extLst>
            </p:cNvSpPr>
            <p:nvPr/>
          </p:nvSpPr>
          <p:spPr>
            <a:xfrm>
              <a:off x="1933575" y="2189480"/>
              <a:ext cx="263525" cy="1822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100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11" name="Google Shape;568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FnZT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ZQUAABkSAACHBgAAORMAAAAgAAAmAAAACAAAAP//////////"/>
                </a:ext>
              </a:extLst>
            </p:cNvSpPr>
            <p:nvPr/>
          </p:nvSpPr>
          <p:spPr>
            <a:xfrm>
              <a:off x="876935" y="2941955"/>
              <a:ext cx="184150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50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10" name="Google Shape;569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MueG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FgcAALkQAAA4CAAA2BEAAAAgAAAmAAAACAAAAP//////////"/>
                </a:ext>
              </a:extLst>
            </p:cNvSpPr>
            <p:nvPr/>
          </p:nvSpPr>
          <p:spPr>
            <a:xfrm>
              <a:off x="1151890" y="2718435"/>
              <a:ext cx="184150" cy="1822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75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9" name="Google Shape;570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k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FgcAAMMOAAC1CAAA4w8AAAAgAAAmAAAACAAAAP//////////"/>
                </a:ext>
              </a:extLst>
            </p:cNvSpPr>
            <p:nvPr/>
          </p:nvSpPr>
          <p:spPr>
            <a:xfrm>
              <a:off x="1151890" y="2399665"/>
              <a:ext cx="263525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125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8" name="Google Shape;571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8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WREAAMcRAAB7EgAA5xIAAAAgAAAmAAAACAAAAP//////////"/>
                </a:ext>
              </a:extLst>
            </p:cNvSpPr>
            <p:nvPr/>
          </p:nvSpPr>
          <p:spPr>
            <a:xfrm>
              <a:off x="2820035" y="2889885"/>
              <a:ext cx="184150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50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7" name="Google Shape;572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woAAKgVAAAyDAAAyBYAAAAgAAAmAAAACAAAAP//////////"/>
                </a:ext>
              </a:extLst>
            </p:cNvSpPr>
            <p:nvPr/>
          </p:nvSpPr>
          <p:spPr>
            <a:xfrm>
              <a:off x="1718945" y="3520440"/>
              <a:ext cx="263525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100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6" name="Google Shape;573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Ig4AAAwQAADBDwAALBEAAAAgAAAmAAAACAAAAP//////////"/>
                </a:ext>
              </a:extLst>
            </p:cNvSpPr>
            <p:nvPr/>
          </p:nvSpPr>
          <p:spPr>
            <a:xfrm>
              <a:off x="2297430" y="2608580"/>
              <a:ext cx="263525" cy="182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125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  <p:sp>
          <p:nvSpPr>
            <p:cNvPr id="5" name="Google Shape;574;p52"/>
            <p:cNvSpPr>
              <a:extLst>
                <a:ext uri="smNativeData">
                  <pr:smNativeData xmlns:pr="smNativeData" xmlns="smNativeData" val="SMDATA_15_WXOIaRMAAAAlAAAAZAAAAE0AAAAAAAAAABU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yg8AADcLAADsEAAAVgwAAAAgAAAmAAAACAAAAP//////////"/>
                </a:ext>
              </a:extLst>
            </p:cNvSpPr>
            <p:nvPr/>
          </p:nvSpPr>
          <p:spPr>
            <a:xfrm>
              <a:off x="2566670" y="1823085"/>
              <a:ext cx="184150" cy="1822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0" tIns="13335" rIns="0" bIns="0" numCol="1" spcCol="215900" anchor="t"/>
            <a:lstStyle/>
            <a:p>
              <a:pPr marL="12700">
                <a:defRPr lang="en-us"/>
              </a:pPr>
              <a:r>
                <a:rPr lang="en-in" sz="1100" cap="none">
                  <a:solidFill>
                    <a:srgbClr val="000000"/>
                  </a:solidFill>
                  <a:latin typeface="Arial" pitchFamily="1" charset="0"/>
                  <a:ea typeface="Arial" pitchFamily="1" charset="0"/>
                  <a:cs typeface="Arial" pitchFamily="1" charset="0"/>
                </a:rPr>
                <a:t>75</a:t>
              </a:r>
              <a:endParaRPr lang="en-us" sz="1100" cap="none">
                <a:solidFill>
                  <a:srgbClr val="000000"/>
                </a:solidFill>
                <a:latin typeface="Arial" pitchFamily="1" charset="0"/>
                <a:ea typeface="Arial" pitchFamily="1" charset="0"/>
                <a:cs typeface="Arial" pitchFamily="1" charset="0"/>
              </a:endParaRPr>
            </a:p>
          </p:txBody>
        </p:sp>
      </p:grpSp>
      <p:sp>
        <p:nvSpPr>
          <p:cNvPr id="36" name="SlideText1"/>
          <p:cNvSpPr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ExIAANABAADGLwAA0gYAABAAAAAmAAAACAAAAP//////////"/>
              </a:ext>
            </a:extLst>
          </p:cNvSpPr>
          <p:nvPr/>
        </p:nvSpPr>
        <p:spPr>
          <a:xfrm>
            <a:off x="2938145" y="294640"/>
            <a:ext cx="4827905" cy="8140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lnSpc>
                <a:spcPct val="140000"/>
              </a:lnSpc>
              <a:defRPr lang="en-us" sz="3600" b="1" cap="none">
                <a:latin typeface="Arial" pitchFamily="1" charset="0"/>
                <a:ea typeface="Calibri" pitchFamily="2" charset="0"/>
                <a:cs typeface="Calibri" pitchFamily="2" charset="0"/>
              </a:defRPr>
            </a:pPr>
            <a:r>
              <a:rPr lang="en-in" cap="none">
                <a:solidFill>
                  <a:srgbClr val="C00000"/>
                </a:solidFill>
                <a:latin typeface="Calibri" pitchFamily="2" charset="0"/>
                <a:ea typeface="Calibri" pitchFamily="2" charset="0"/>
                <a:cs typeface="Calibri" pitchFamily="2" charset="0"/>
              </a:rPr>
              <a:t>A*  Search</a:t>
            </a:r>
            <a:endParaRPr lang="en-us" cap="none">
              <a:solidFill>
                <a:srgbClr val="C00000"/>
              </a:solidFill>
              <a:latin typeface="Calibri" pitchFamily="2" charset="0"/>
              <a:ea typeface="Calibri" pitchFamily="2" charset="0"/>
              <a:cs typeface="Calibri" pitchFamily="2" charset="0"/>
            </a:endParaRPr>
          </a:p>
        </p:txBody>
      </p:sp>
      <p:sp>
        <p:nvSpPr>
          <p:cNvPr id="37" name="Textbox1"/>
          <p:cNvSpPr txBox="1">
            <a:extLst>
              <a:ext uri="smNativeData">
                <pr:smNativeData xmlns:pr="smNativeData" xmlns="smNativeData" val="SMDATA_15_WXOIaRMAAAAlAAAAEgAAAA8B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Vjb2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yhUAADEIAADrOAAAoQoAABAAAAAmAAAACAAAAP//////////"/>
              </a:ext>
            </a:extLst>
          </p:cNvSpPr>
          <p:nvPr/>
        </p:nvSpPr>
        <p:spPr>
          <a:xfrm>
            <a:off x="3542030" y="1331595"/>
            <a:ext cx="5710555" cy="3962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 marL="0" indent="0" algn="r">
              <a:lnSpc>
                <a:spcPct val="170000"/>
              </a:lnSpc>
              <a:defRPr lang="en-us"/>
            </a:pPr>
            <a:r>
              <a:rPr lang="en-in" sz="2000" cap="none">
                <a:solidFill>
                  <a:srgbClr val="996600"/>
                </a:solidFill>
              </a:rPr>
              <a:t>Is the heuristic designed leads to optimal solution?</a:t>
            </a:r>
            <a:endParaRPr lang="en-in" sz="2000" cap="none">
              <a:solidFill>
                <a:srgbClr val="99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lnSpc>
                <a:spcPct val="80000"/>
              </a:lnSpc>
              <a:spcBef>
                <a:spcPts val="410"/>
              </a:spcBef>
              <a:defRPr lang="en-us" sz="2040" cap="none"/>
            </a:pPr>
            <a:r>
              <a:rPr lang="en-gb" cap="none"/>
              <a:t>The Depth first search and Breadth first search given earlier for OR trees or graphs can be easily adopted by AND-OR graph. </a:t>
            </a:r>
            <a:endParaRPr lang="en-gb" cap="none"/>
          </a:p>
          <a:p>
            <a:pPr>
              <a:lnSpc>
                <a:spcPct val="80000"/>
              </a:lnSpc>
              <a:spcBef>
                <a:spcPts val="410"/>
              </a:spcBef>
              <a:defRPr lang="en-us" sz="2040" cap="none"/>
            </a:pPr>
            <a:endParaRPr lang="en-gb" cap="none"/>
          </a:p>
          <a:p>
            <a:pPr>
              <a:lnSpc>
                <a:spcPct val="80000"/>
              </a:lnSpc>
              <a:spcBef>
                <a:spcPts val="410"/>
              </a:spcBef>
              <a:defRPr lang="en-us" sz="2040" cap="none"/>
            </a:pPr>
            <a:r>
              <a:rPr lang="en-gb" cap="none"/>
              <a:t>The main difference lies in the way termination conditions are determined, since all goals following an AND nodes must be realized; where as a single goal node following an OR node will do. So for this purpose we are using AO* algorithm. </a:t>
            </a:r>
            <a:endParaRPr lang="en-gb" cap="none"/>
          </a:p>
          <a:p>
            <a:pPr>
              <a:lnSpc>
                <a:spcPct val="80000"/>
              </a:lnSpc>
              <a:spcBef>
                <a:spcPts val="410"/>
              </a:spcBef>
              <a:defRPr lang="en-us" sz="2040" cap="none"/>
            </a:pPr>
            <a:endParaRPr lang="en-gb" cap="none"/>
          </a:p>
          <a:p>
            <a:pPr>
              <a:lnSpc>
                <a:spcPct val="80000"/>
              </a:lnSpc>
              <a:spcBef>
                <a:spcPts val="410"/>
              </a:spcBef>
              <a:defRPr lang="en-us" sz="2040" cap="none"/>
            </a:pPr>
            <a:r>
              <a:rPr lang="en-gb" cap="none"/>
              <a:t>Like A* algorithm here we will use two arrays and one heuristic function. </a:t>
            </a:r>
            <a:endParaRPr lang="en-gb" cap="none"/>
          </a:p>
          <a:p>
            <a:pPr>
              <a:lnSpc>
                <a:spcPct val="80000"/>
              </a:lnSpc>
              <a:spcBef>
                <a:spcPts val="410"/>
              </a:spcBef>
              <a:defRPr lang="en-us" sz="2040" cap="none"/>
            </a:pPr>
            <a:endParaRPr lang="en-gb" cap="none"/>
          </a:p>
          <a:p>
            <a:pPr>
              <a:lnSpc>
                <a:spcPct val="80000"/>
              </a:lnSpc>
              <a:spcBef>
                <a:spcPts val="410"/>
              </a:spcBef>
              <a:defRPr lang="en-us" sz="2040" cap="none"/>
            </a:pPr>
            <a:r>
              <a:rPr lang="en-gb" cap="none"/>
              <a:t>OPEN: </a:t>
            </a:r>
            <a:endParaRPr lang="en-gb" cap="none"/>
          </a:p>
          <a:p>
            <a:pPr>
              <a:lnSpc>
                <a:spcPct val="80000"/>
              </a:lnSpc>
              <a:spcBef>
                <a:spcPts val="410"/>
              </a:spcBef>
              <a:defRPr lang="en-us" sz="2040" cap="none"/>
            </a:pPr>
            <a:r>
              <a:rPr lang="en-gb" cap="none"/>
              <a:t>It contains the nodes that has been traversed but yet not been marked solvable or unsolvable. </a:t>
            </a:r>
            <a:endParaRPr lang="en-gb" cap="none"/>
          </a:p>
          <a:p>
            <a:pPr>
              <a:lnSpc>
                <a:spcPct val="80000"/>
              </a:lnSpc>
              <a:spcBef>
                <a:spcPts val="410"/>
              </a:spcBef>
              <a:defRPr lang="en-us" sz="2040" cap="none"/>
            </a:pPr>
            <a:r>
              <a:rPr lang="en-gb" cap="none"/>
              <a:t>CLOSE:</a:t>
            </a:r>
            <a:br/>
            <a:r>
              <a:rPr lang="en-gb" cap="none"/>
              <a:t>It contains the nodes that have already been processed.</a:t>
            </a:r>
            <a:endParaRPr lang="en-gb" cap="none"/>
          </a:p>
          <a:p>
            <a:pPr>
              <a:lnSpc>
                <a:spcPct val="80000"/>
              </a:lnSpc>
              <a:spcBef>
                <a:spcPts val="410"/>
              </a:spcBef>
              <a:defRPr lang="en-us" sz="2040" cap="none"/>
            </a:pPr>
            <a:endParaRPr lang="en-gb" cap="none"/>
          </a:p>
          <a:p>
            <a:pPr>
              <a:lnSpc>
                <a:spcPct val="80000"/>
              </a:lnSpc>
              <a:spcBef>
                <a:spcPts val="410"/>
              </a:spcBef>
              <a:defRPr lang="en-us" sz="2040" cap="none"/>
            </a:pPr>
            <a:r>
              <a:rPr lang="en-gb" cap="none"/>
              <a:t>FUNCTION :The distance from current node to goal node. </a:t>
            </a:r>
            <a:endParaRPr lang="en-gb" cap="none"/>
          </a:p>
          <a:p>
            <a:pPr>
              <a:lnSpc>
                <a:spcPct val="80000"/>
              </a:lnSpc>
              <a:spcBef>
                <a:spcPts val="410"/>
              </a:spcBef>
              <a:defRPr lang="en-us" sz="2040" cap="none"/>
            </a:pPr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IAYAAAoCAABkMwAANQYAABAAAAAmAAAACAAAAIGAAAAAAAAA"/>
              </a:ext>
            </a:extLst>
          </p:cNvSpPr>
          <p:nvPr>
            <p:ph type="title"/>
          </p:nvPr>
        </p:nvSpPr>
        <p:spPr>
          <a:xfrm>
            <a:off x="995680" y="331470"/>
            <a:ext cx="7358380" cy="67754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b="1" cap="none">
                <a:solidFill>
                  <a:schemeClr val="hlink"/>
                </a:solidFill>
              </a:defRPr>
            </a:pPr>
            <a:r>
              <a:rPr lang="en-gb" sz="3200" cap="none"/>
              <a:t>AO* Search: (And-Or) Graph </a:t>
            </a:r>
            <a:endParaRPr lang="en-gb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AAAAAAAAAAAAAAAAA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1EI1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L2w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lnSpc>
                <a:spcPct val="70000"/>
              </a:lnSpc>
              <a:spcBef>
                <a:spcPts val="410"/>
              </a:spcBef>
              <a:defRPr lang="en-us" sz="2040" cap="none"/>
            </a:pPr>
            <a:r>
              <a:rPr lang="en-gb" cap="none"/>
              <a:t>Step 1: Place the starting node into OPEN. </a:t>
            </a:r>
            <a:endParaRPr lang="en-gb" cap="none"/>
          </a:p>
          <a:p>
            <a:pPr>
              <a:lnSpc>
                <a:spcPct val="70000"/>
              </a:lnSpc>
              <a:spcBef>
                <a:spcPts val="410"/>
              </a:spcBef>
              <a:defRPr lang="en-us" sz="2040" cap="none"/>
            </a:pPr>
            <a:endParaRPr lang="en-gb" cap="none"/>
          </a:p>
          <a:p>
            <a:pPr>
              <a:lnSpc>
                <a:spcPct val="70000"/>
              </a:lnSpc>
              <a:spcBef>
                <a:spcPts val="410"/>
              </a:spcBef>
              <a:defRPr lang="en-us" sz="2040" cap="none"/>
            </a:pPr>
            <a:r>
              <a:rPr lang="en-gb" cap="none"/>
              <a:t>Step 2: Compute the most promising solution tree say T0. </a:t>
            </a:r>
            <a:endParaRPr lang="en-gb" cap="none"/>
          </a:p>
          <a:p>
            <a:pPr>
              <a:lnSpc>
                <a:spcPct val="70000"/>
              </a:lnSpc>
              <a:spcBef>
                <a:spcPts val="410"/>
              </a:spcBef>
              <a:defRPr lang="en-us" sz="2040" cap="none"/>
            </a:pPr>
            <a:endParaRPr lang="en-gb" cap="none"/>
          </a:p>
          <a:p>
            <a:pPr>
              <a:lnSpc>
                <a:spcPct val="70000"/>
              </a:lnSpc>
              <a:spcBef>
                <a:spcPts val="410"/>
              </a:spcBef>
              <a:defRPr lang="en-us" sz="2040" cap="none"/>
            </a:pPr>
            <a:r>
              <a:rPr lang="en-gb" cap="none"/>
              <a:t>Step 3: Select a node n that is both on OPEN and a member of T0. Remove it from OPEN and place it in CLOSE </a:t>
            </a:r>
            <a:endParaRPr lang="en-gb" cap="none"/>
          </a:p>
          <a:p>
            <a:pPr>
              <a:lnSpc>
                <a:spcPct val="70000"/>
              </a:lnSpc>
              <a:spcBef>
                <a:spcPts val="410"/>
              </a:spcBef>
              <a:defRPr lang="en-us" sz="2040" cap="none"/>
            </a:pPr>
            <a:endParaRPr lang="en-gb" cap="none"/>
          </a:p>
          <a:p>
            <a:pPr>
              <a:lnSpc>
                <a:spcPct val="70000"/>
              </a:lnSpc>
              <a:spcBef>
                <a:spcPts val="410"/>
              </a:spcBef>
              <a:defRPr lang="en-us" sz="2040" cap="none"/>
            </a:pPr>
            <a:r>
              <a:rPr lang="en-gb" cap="none"/>
              <a:t>Step 4: If n is the terminal goal node then leveled n as solved and leveled all the ancestors of n as solved. If the starting node is marked as solved then success and exit. </a:t>
            </a:r>
            <a:endParaRPr lang="en-gb" cap="none"/>
          </a:p>
          <a:p>
            <a:pPr>
              <a:lnSpc>
                <a:spcPct val="70000"/>
              </a:lnSpc>
              <a:spcBef>
                <a:spcPts val="410"/>
              </a:spcBef>
              <a:defRPr lang="en-us" sz="2040" cap="none"/>
            </a:pPr>
            <a:endParaRPr lang="en-gb" cap="none"/>
          </a:p>
          <a:p>
            <a:pPr>
              <a:lnSpc>
                <a:spcPct val="70000"/>
              </a:lnSpc>
              <a:spcBef>
                <a:spcPts val="410"/>
              </a:spcBef>
              <a:defRPr lang="en-us" sz="2040" cap="none"/>
            </a:pPr>
            <a:r>
              <a:rPr lang="en-gb" cap="none"/>
              <a:t>Step 5: If n is not a solvable node, then mark n as unsolvable. If starting node is marked as unsolvable, then return failure and exit.</a:t>
            </a:r>
            <a:endParaRPr lang="en-gb" cap="none"/>
          </a:p>
          <a:p>
            <a:pPr>
              <a:lnSpc>
                <a:spcPct val="70000"/>
              </a:lnSpc>
              <a:spcBef>
                <a:spcPts val="410"/>
              </a:spcBef>
              <a:defRPr lang="en-us" sz="2040" cap="none"/>
            </a:pPr>
            <a:r>
              <a:rPr lang="en-gb" cap="none"/>
              <a:t> </a:t>
            </a:r>
            <a:endParaRPr lang="en-gb" cap="none"/>
          </a:p>
          <a:p>
            <a:pPr>
              <a:lnSpc>
                <a:spcPct val="70000"/>
              </a:lnSpc>
              <a:spcBef>
                <a:spcPts val="410"/>
              </a:spcBef>
              <a:defRPr lang="en-us" sz="2040" cap="none"/>
            </a:pPr>
            <a:r>
              <a:rPr lang="en-gb" cap="none"/>
              <a:t>Step 6: Expand n. Find all its successors and find their h (n) value, push them into OPEN. </a:t>
            </a:r>
            <a:endParaRPr lang="en-gb" cap="none"/>
          </a:p>
          <a:p>
            <a:pPr>
              <a:lnSpc>
                <a:spcPct val="70000"/>
              </a:lnSpc>
              <a:spcBef>
                <a:spcPts val="410"/>
              </a:spcBef>
              <a:defRPr lang="en-us" sz="2040" cap="none"/>
            </a:pPr>
            <a:r>
              <a:rPr lang="en-gb" cap="none"/>
              <a:t>Step 7: Return to Step 2.</a:t>
            </a:r>
            <a:endParaRPr lang="en-gb" cap="none"/>
          </a:p>
          <a:p>
            <a:pPr>
              <a:lnSpc>
                <a:spcPct val="70000"/>
              </a:lnSpc>
              <a:spcBef>
                <a:spcPts val="410"/>
              </a:spcBef>
              <a:defRPr lang="en-us" sz="2040" cap="none"/>
            </a:pPr>
            <a:br/>
            <a:r>
              <a:rPr lang="en-gb" cap="none"/>
              <a:t>Step 8: Exit. </a:t>
            </a:r>
            <a:endParaRPr lang="en-gb" cap="none"/>
          </a:p>
          <a:p>
            <a:pPr>
              <a:lnSpc>
                <a:spcPct val="70000"/>
              </a:lnSpc>
              <a:spcBef>
                <a:spcPts val="410"/>
              </a:spcBef>
              <a:defRPr lang="en-us" sz="2040" cap="none"/>
            </a:pPr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6gsAAD8CAABgMQAA1gUAABAAAAAmAAAACAAAAIGAAAAAAAAA"/>
              </a:ext>
            </a:extLst>
          </p:cNvSpPr>
          <p:nvPr>
            <p:ph type="title"/>
          </p:nvPr>
        </p:nvSpPr>
        <p:spPr>
          <a:xfrm>
            <a:off x="1936750" y="365125"/>
            <a:ext cx="6089650" cy="58356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b="1" cap="none">
                <a:solidFill>
                  <a:schemeClr val="hlink"/>
                </a:solidFill>
              </a:defRPr>
            </a:pPr>
            <a:r>
              <a:rPr lang="en-gb" sz="3200" cap="none"/>
              <a:t>AO* Search Algorithm</a:t>
            </a:r>
            <a:endParaRPr lang="en-us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685800" indent="-457200">
              <a:buFont typeface="Wingdings" pitchFamily="0" charset="2"/>
              <a:buChar char="Ø"/>
              <a:defRPr lang="en-us"/>
            </a:pPr>
            <a:r>
              <a:t>In Search Strategies, the states are represented as</a:t>
            </a:r>
          </a:p>
          <a:p>
            <a:pPr lvl="1" marL="1143000" indent="-457200">
              <a:defRPr lang="en-us" sz="2400" cap="none"/>
            </a:pPr>
            <a:r>
              <a:t>Atomic representation</a:t>
            </a:r>
          </a:p>
          <a:p>
            <a:pPr lvl="1" marL="1143000" indent="-457200">
              <a:defRPr lang="en-us" sz="2400" cap="none"/>
            </a:pPr>
            <a:r>
              <a:t>Treated as black box</a:t>
            </a:r>
          </a:p>
          <a:p>
            <a:pPr lvl="1" marL="1143000" indent="-457200">
              <a:defRPr lang="en-us" sz="2400" cap="none"/>
            </a:pPr>
            <a:r>
              <a:t>Many factors are ignored, e.g., gas in car, money available for toll, etc.</a:t>
            </a:r>
          </a:p>
          <a:p>
            <a:pPr marL="685800" indent="-457200">
              <a:buFont typeface="Wingdings" pitchFamily="0" charset="2"/>
              <a:buChar char="Ø"/>
              <a:defRPr lang="en-us"/>
            </a:pPr>
            <a:r>
              <a:t>To include more factors in our state representation, we have</a:t>
            </a:r>
          </a:p>
          <a:p>
            <a:pPr lvl="1" marL="1143000" indent="-457200">
              <a:defRPr lang="en-us" sz="2400" cap="none"/>
            </a:pPr>
            <a:r>
              <a:t>Factored Representation</a:t>
            </a:r>
          </a:p>
          <a:p>
            <a:pPr lvl="1">
              <a:defRPr lang="en-us"/>
            </a:pPr>
            <a:endParaRPr lang="en-us" sz="2800" cap="none"/>
          </a:p>
          <a:p>
            <a:pPr lvl="1">
              <a:defRPr lang="en-us"/>
            </a:pPr>
            <a:endParaRPr lang="en-us" sz="2800" cap="none"/>
          </a:p>
        </p:txBody>
      </p:sp>
      <p:sp>
        <p:nvSpPr>
          <p:cNvPr id="3" name="Title 4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EAG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QwAAD8CAACxMgAAfgYAABAAAAAmAAAACAAAAIGAAAAAAAAA"/>
              </a:ext>
            </a:extLst>
          </p:cNvSpPr>
          <p:nvPr>
            <p:ph type="title"/>
          </p:nvPr>
        </p:nvSpPr>
        <p:spPr>
          <a:xfrm>
            <a:off x="1976755" y="365125"/>
            <a:ext cx="6263640" cy="69024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b="1" cap="none">
                <a:solidFill>
                  <a:schemeClr val="hlink"/>
                </a:solidFill>
              </a:defRPr>
            </a:pPr>
            <a:r>
              <a:rPr lang="en-us" sz="3200" cap="none"/>
              <a:t>State-space representation</a:t>
            </a:r>
            <a:endParaRPr lang="en-us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C3Hy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A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  <a:r>
              <a:t>Each state will be represented with</a:t>
            </a:r>
          </a:p>
          <a:p>
            <a:pPr lvl="1" marL="1143000" indent="-457200">
              <a:buFont typeface="Wingdings" pitchFamily="0" charset="2"/>
              <a:buChar char="§"/>
              <a:defRPr lang="en-us" sz="2400" cap="none"/>
            </a:pPr>
            <a:r>
              <a:t>Factors</a:t>
            </a:r>
          </a:p>
          <a:p>
            <a:pPr lvl="1" marL="1143000" indent="-457200">
              <a:buFont typeface="Wingdings" pitchFamily="0" charset="2"/>
              <a:buChar char="§"/>
              <a:defRPr lang="en-us" sz="2400" cap="none"/>
            </a:pPr>
            <a:r>
              <a:t>Each factor can be a Boolean or real-valued variable</a:t>
            </a:r>
          </a:p>
          <a:p>
            <a:pPr lvl="1" marL="1143000" indent="-457200">
              <a:buFont typeface="Wingdings" pitchFamily="0" charset="2"/>
              <a:buChar char="§"/>
              <a:defRPr lang="en-us" sz="2400" cap="none"/>
            </a:pPr>
            <a:r>
              <a:t>E.g., City Arad can now be represented as</a:t>
            </a:r>
          </a:p>
          <a:p>
            <a:pPr lvl="1" marL="1143000" indent="-457200">
              <a:buFont typeface="Wingdings" pitchFamily="0" charset="2"/>
              <a:buChar char="§"/>
              <a:defRPr lang="en-us" sz="2400" cap="none"/>
            </a:pPr>
            <a:r>
              <a:t>{“lat”: 46.1866, “lon”: 21.3123, “has_gas_till_next_station”: yes}</a:t>
            </a:r>
          </a:p>
          <a:p>
            <a:pPr lvl="1" marL="1143000" indent="-457200">
              <a:buFont typeface="Wingdings" pitchFamily="0" charset="2"/>
              <a:buChar char="§"/>
              <a:defRPr lang="en-us"/>
            </a:pPr>
            <a:endParaRPr lang="en-us" sz="2800" cap="none"/>
          </a:p>
          <a:p>
            <a:pPr lvl="1">
              <a:defRPr lang="en-us"/>
            </a:pPr>
          </a:p>
          <a:p>
            <a:pPr>
              <a:defRPr lang="en-us"/>
            </a:pPr>
            <a:endParaRPr lang="en-in" cap="none"/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RgUAAD8CAACuNAAAigYAABAAAAAmAAAACAAAAIGAAAAAAAAA"/>
              </a:ext>
            </a:extLst>
          </p:cNvSpPr>
          <p:nvPr>
            <p:ph type="title"/>
          </p:nvPr>
        </p:nvSpPr>
        <p:spPr>
          <a:xfrm>
            <a:off x="857250" y="365125"/>
            <a:ext cx="7706360" cy="69786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b="1" cap="none">
                <a:solidFill>
                  <a:schemeClr val="hlink"/>
                </a:solidFill>
              </a:defRPr>
            </a:pPr>
            <a:r>
              <a:rPr lang="en-us" sz="3200" cap="none"/>
              <a:t>Factored Representation</a:t>
            </a:r>
            <a:endParaRPr lang="en-in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A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  <a:r>
              <a:t>Solving problems by</a:t>
            </a:r>
          </a:p>
          <a:p>
            <a:pPr lvl="1" marL="1143000" indent="-457200">
              <a:buFont typeface="Wingdings" pitchFamily="0" charset="2"/>
              <a:buChar char="§"/>
              <a:defRPr lang="en-us" sz="2400" cap="none"/>
            </a:pPr>
            <a:r>
              <a:t>Representing the knowledge in state-space</a:t>
            </a:r>
          </a:p>
          <a:p>
            <a:pPr lvl="1" marL="1143000" indent="-457200">
              <a:buFont typeface="Wingdings" pitchFamily="0" charset="2"/>
              <a:buChar char="§"/>
              <a:defRPr lang="en-us" sz="2400" cap="none"/>
            </a:pPr>
            <a:r>
              <a:t>Reasoning about the solution in logical steps</a:t>
            </a:r>
          </a:p>
          <a:p>
            <a:pPr lvl="1">
              <a:defRPr lang="en-us"/>
            </a:pPr>
            <a:endParaRPr lang="en-us" sz="2800" cap="none"/>
          </a:p>
          <a:p>
            <a:pPr lvl="1">
              <a:defRPr lang="en-us"/>
            </a:pPr>
            <a:endParaRPr lang="en-us" sz="2800" cap="none"/>
          </a:p>
          <a:p>
            <a:pPr>
              <a:defRPr lang="en-us"/>
            </a:pPr>
            <a:endParaRPr lang="en-in" cap="none"/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LAgAAA4CAABKMgAA1QYAABAAAAAmAAAACAAAAIGAAAAAAAAA"/>
              </a:ext>
            </a:extLst>
          </p:cNvSpPr>
          <p:nvPr>
            <p:ph type="title"/>
          </p:nvPr>
        </p:nvSpPr>
        <p:spPr>
          <a:xfrm>
            <a:off x="1328420" y="334010"/>
            <a:ext cx="6846570" cy="77660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b="1" cap="none">
                <a:solidFill>
                  <a:schemeClr val="hlink"/>
                </a:solidFill>
              </a:defRPr>
            </a:pPr>
            <a:r>
              <a:rPr lang="en-us" sz="3200" cap="none"/>
              <a:t>Knowledge-based Agents</a:t>
            </a:r>
            <a:endParaRPr lang="en-in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MAn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MwIAADASQAAvyYAABAAAAAmAAAACAAAAIGgAAAAAAAA"/>
              </a:ext>
            </a:extLst>
          </p:cNvSpPr>
          <p:nvPr>
            <p:ph type="body" idx="1"/>
          </p:nvPr>
        </p:nvSpPr>
        <p:spPr>
          <a:xfrm>
            <a:off x="406400" y="1430020"/>
            <a:ext cx="11582400" cy="48685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800100" indent="-571500">
              <a:lnSpc>
                <a:spcPct val="80000"/>
              </a:lnSpc>
              <a:spcBef>
                <a:spcPts val="155"/>
              </a:spcBef>
              <a:buSzPts val="770"/>
              <a:buFont typeface="Wingdings" pitchFamily="0" charset="2"/>
              <a:buChar char="Ø"/>
              <a:defRPr lang="en-us" sz="2200" cap="none"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  <a:r>
              <a:t>Central Component: Knowledge Base (KB)</a:t>
            </a:r>
          </a:p>
          <a:p>
            <a:pPr indent="0">
              <a:lnSpc>
                <a:spcPct val="80000"/>
              </a:lnSpc>
              <a:spcBef>
                <a:spcPts val="155"/>
              </a:spcBef>
              <a:defRPr lang="en-us" sz="2200" cap="none"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</a:p>
          <a:p>
            <a:pPr marL="800100" indent="-571500">
              <a:lnSpc>
                <a:spcPct val="80000"/>
              </a:lnSpc>
              <a:spcBef>
                <a:spcPts val="155"/>
              </a:spcBef>
              <a:buSzPts val="770"/>
              <a:buFont typeface="Wingdings" pitchFamily="0" charset="2"/>
              <a:buChar char="Ø"/>
              <a:defRPr lang="en-us" sz="2200" cap="none"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  <a:r>
              <a:t>KB – set of sentences, not the English sentences</a:t>
            </a:r>
          </a:p>
          <a:p>
            <a:pPr indent="0">
              <a:lnSpc>
                <a:spcPct val="80000"/>
              </a:lnSpc>
              <a:spcBef>
                <a:spcPts val="155"/>
              </a:spcBef>
              <a:defRPr lang="en-us" sz="2200" cap="none"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</a:p>
          <a:p>
            <a:pPr marL="800100" indent="-571500">
              <a:lnSpc>
                <a:spcPct val="80000"/>
              </a:lnSpc>
              <a:spcBef>
                <a:spcPts val="155"/>
              </a:spcBef>
              <a:buSzPts val="770"/>
              <a:buFont typeface="Wingdings" pitchFamily="0" charset="2"/>
              <a:buChar char="Ø"/>
              <a:defRPr lang="en-us" sz="2200" cap="none"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  <a:r>
              <a:t>Sentence</a:t>
            </a:r>
          </a:p>
          <a:p>
            <a:pPr lvl="1" marL="1257300" indent="-571500">
              <a:lnSpc>
                <a:spcPct val="80000"/>
              </a:lnSpc>
              <a:spcBef>
                <a:spcPts val="100"/>
              </a:spcBef>
              <a:buSzPts val="510"/>
              <a:buFont typeface="Wingdings" pitchFamily="0" charset="2"/>
              <a:buChar char="§"/>
              <a:defRPr lang="en-us" sz="2200" cap="none"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  <a:r>
              <a:t>representation of knowledge in a language called Knowledge representation language</a:t>
            </a:r>
          </a:p>
          <a:p>
            <a:pPr lvl="1" marL="1257300" indent="-571500">
              <a:lnSpc>
                <a:spcPct val="80000"/>
              </a:lnSpc>
              <a:spcBef>
                <a:spcPts val="100"/>
              </a:spcBef>
              <a:buSzPts val="510"/>
              <a:buFont typeface="Wingdings" pitchFamily="0" charset="2"/>
              <a:buChar char="§"/>
              <a:defRPr lang="en-us" sz="2200" cap="none"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  <a:r>
              <a:t>Represents an axiom, when the sentence is taken as given without being derived from other sentences</a:t>
            </a:r>
          </a:p>
          <a:p>
            <a:pPr lvl="1" marL="1257300" indent="-571500">
              <a:lnSpc>
                <a:spcPct val="80000"/>
              </a:lnSpc>
              <a:spcBef>
                <a:spcPts val="100"/>
              </a:spcBef>
              <a:buSzPts val="510"/>
              <a:buFont typeface="Wingdings" pitchFamily="0" charset="2"/>
              <a:buChar char="§"/>
              <a:defRPr lang="en-us" sz="2200" cap="none"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  <a:r>
              <a:t>TELL operation: Add new sentences to the knowledge base</a:t>
            </a:r>
          </a:p>
          <a:p>
            <a:pPr lvl="1" marL="1257300" indent="-571500">
              <a:lnSpc>
                <a:spcPct val="80000"/>
              </a:lnSpc>
              <a:spcBef>
                <a:spcPts val="100"/>
              </a:spcBef>
              <a:buSzPts val="510"/>
              <a:buFont typeface="Wingdings" pitchFamily="0" charset="2"/>
              <a:buChar char="§"/>
              <a:defRPr lang="en-us" sz="2200" cap="none"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  <a:r>
              <a:t>ASK operation: Query what is known</a:t>
            </a:r>
          </a:p>
          <a:p>
            <a:pPr lvl="1" indent="0">
              <a:lnSpc>
                <a:spcPct val="80000"/>
              </a:lnSpc>
              <a:spcBef>
                <a:spcPts val="100"/>
              </a:spcBef>
              <a:buSzPts val="510"/>
              <a:defRPr lang="en-us" sz="2200" cap="none"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</a:p>
          <a:p>
            <a:pPr marL="800100" indent="-571500">
              <a:lnSpc>
                <a:spcPct val="80000"/>
              </a:lnSpc>
              <a:spcBef>
                <a:spcPts val="155"/>
              </a:spcBef>
              <a:buSzPts val="770"/>
              <a:buFont typeface="Wingdings" pitchFamily="0" charset="2"/>
              <a:buChar char="Ø"/>
              <a:defRPr lang="en-us" sz="2200" cap="none"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  <a:r>
              <a:t>Each time a knowledge-based agent is called, it does three things</a:t>
            </a:r>
          </a:p>
          <a:p>
            <a:pPr lvl="1" marL="1257300" indent="-571500">
              <a:lnSpc>
                <a:spcPct val="80000"/>
              </a:lnSpc>
              <a:spcBef>
                <a:spcPts val="100"/>
              </a:spcBef>
              <a:buSzPts val="510"/>
              <a:buFont typeface="Wingdings" pitchFamily="0" charset="2"/>
              <a:buChar char="§"/>
              <a:defRPr lang="en-us" sz="2200" cap="none"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  <a:r>
              <a:t>TELL – the Knowledge Base about the percepts (inputs)</a:t>
            </a:r>
          </a:p>
          <a:p>
            <a:pPr lvl="1" marL="1257300" indent="-571500">
              <a:lnSpc>
                <a:spcPct val="80000"/>
              </a:lnSpc>
              <a:spcBef>
                <a:spcPts val="100"/>
              </a:spcBef>
              <a:buSzPts val="510"/>
              <a:buFont typeface="Wingdings" pitchFamily="0" charset="2"/>
              <a:buChar char="§"/>
              <a:defRPr lang="en-us" sz="2200" cap="none"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  <a:r>
              <a:t>ASK – the Knowledge Base what action it should perform. </a:t>
            </a:r>
          </a:p>
          <a:p>
            <a:pPr lvl="2" marL="1714500" indent="-571500">
              <a:lnSpc>
                <a:spcPct val="80000"/>
              </a:lnSpc>
              <a:spcBef>
                <a:spcPts val="0"/>
              </a:spcBef>
              <a:buSzPts val="450"/>
              <a:buFont typeface="Wingdings" pitchFamily="0" charset="2"/>
              <a:buChar char="§"/>
              <a:defRPr lang="en-us" sz="2200" cap="none"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  <a:r>
              <a:t>Extensive reasoning about the outcomes of possible action and current state</a:t>
            </a:r>
          </a:p>
          <a:p>
            <a:pPr lvl="1" marL="1257300" indent="-571500">
              <a:lnSpc>
                <a:spcPct val="80000"/>
              </a:lnSpc>
              <a:spcBef>
                <a:spcPts val="100"/>
              </a:spcBef>
              <a:buSzPts val="510"/>
              <a:buFont typeface="Wingdings" pitchFamily="0" charset="2"/>
              <a:buChar char="§"/>
              <a:defRPr lang="en-us" sz="2200" cap="none">
                <a:latin typeface="Times New Roman" pitchFamily="1" charset="0"/>
                <a:ea typeface="Times New Roman" pitchFamily="1" charset="0"/>
                <a:cs typeface="Times New Roman" pitchFamily="1" charset="0"/>
              </a:defRPr>
            </a:pPr>
            <a:r>
              <a:t>TELL – the Knowledge Base about selected action (to update) and agent executes the action</a:t>
            </a:r>
            <a:endParaRPr lang="en-in" cap="none"/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FRH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YgUAAKsBAABaMwAAQAYAABAAAAAmAAAACAAAAIGAAAAAAAAA"/>
              </a:ext>
            </a:extLst>
          </p:cNvSpPr>
          <p:nvPr>
            <p:ph type="title"/>
          </p:nvPr>
        </p:nvSpPr>
        <p:spPr>
          <a:xfrm>
            <a:off x="875030" y="271145"/>
            <a:ext cx="7472680" cy="74485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b="1" cap="none">
                <a:solidFill>
                  <a:schemeClr val="hlink"/>
                </a:solidFill>
              </a:defRPr>
            </a:pPr>
            <a:r>
              <a:rPr lang="en-us" sz="3200" cap="none"/>
              <a:t>Knowledge-based Agents</a:t>
            </a:r>
            <a:endParaRPr lang="en-in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U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A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  <a:r>
              <a:t>Wumpus World</a:t>
            </a:r>
            <a:endParaRPr lang="en-in" cap="none"/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/wQAANwBAAAFNAAAowYAABAAAAAmAAAACAAAAIGAAAAAAAAA"/>
              </a:ext>
            </a:extLst>
          </p:cNvSpPr>
          <p:nvPr>
            <p:ph type="title"/>
          </p:nvPr>
        </p:nvSpPr>
        <p:spPr>
          <a:xfrm>
            <a:off x="812165" y="302260"/>
            <a:ext cx="7644130" cy="77660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b="1" cap="none">
                <a:solidFill>
                  <a:schemeClr val="hlink"/>
                </a:solidFill>
              </a:defRPr>
            </a:pPr>
            <a:r>
              <a:rPr lang="en-us" sz="3200" cap="none"/>
              <a:t>Example: Knowledge-based Agents</a:t>
            </a:r>
            <a:endParaRPr lang="en-in" sz="3200" cap="none"/>
          </a:p>
        </p:txBody>
      </p:sp>
      <p:pic>
        <p:nvPicPr>
          <p:cNvPr id="4" name="Picture 4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GAeAADrCAAAfDwAAPUl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49705"/>
            <a:ext cx="4894580" cy="472059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I0g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DtRwAAiiQAAB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1285855" cy="444563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342900" indent="-342900">
              <a:buFont typeface="Wingdings" pitchFamily="0" charset="2"/>
              <a:buChar char="Ø"/>
              <a:defRPr lang="en-us"/>
            </a:pPr>
            <a:r>
              <a:t>Defining the task environment (PEAS)</a:t>
            </a:r>
          </a:p>
          <a:p>
            <a:pPr marL="571500" indent="-342900">
              <a:buFont typeface="Wingdings" pitchFamily="0" charset="2"/>
              <a:buChar char="Ø"/>
              <a:defRPr lang="en-us"/>
            </a:pPr>
            <a:r>
              <a:t>Performance Measure:</a:t>
            </a:r>
          </a:p>
          <a:p>
            <a:pPr lvl="1" marL="1028700" indent="-342900">
              <a:buFont typeface="Wingdings" pitchFamily="0" charset="2"/>
              <a:buChar char="§"/>
              <a:defRPr lang="en-us" sz="2400" cap="none"/>
            </a:pPr>
            <a:r>
              <a:t>+1000 for climbing out with gold,</a:t>
            </a:r>
          </a:p>
          <a:p>
            <a:pPr lvl="1" marL="1028700" indent="-342900">
              <a:buFont typeface="Wingdings" pitchFamily="0" charset="2"/>
              <a:buChar char="§"/>
              <a:defRPr lang="en-us" sz="2400" cap="none"/>
            </a:pPr>
            <a:r>
              <a:t>-1000 for falling into a pit or being eaten by Wumpus, </a:t>
            </a:r>
          </a:p>
          <a:p>
            <a:pPr lvl="1" marL="1028700" indent="-342900">
              <a:buFont typeface="Wingdings" pitchFamily="0" charset="2"/>
              <a:buChar char="§"/>
              <a:defRPr lang="en-us" sz="2400" cap="none"/>
            </a:pPr>
            <a:r>
              <a:t>-1 for each action taken and </a:t>
            </a:r>
          </a:p>
          <a:p>
            <a:pPr lvl="1" marL="1028700" indent="-342900">
              <a:buFont typeface="Wingdings" pitchFamily="0" charset="2"/>
              <a:buChar char="§"/>
              <a:defRPr lang="en-us" sz="2400" cap="none"/>
            </a:pPr>
            <a:r>
              <a:t>-10 for using an arrow</a:t>
            </a:r>
          </a:p>
          <a:p>
            <a:pPr lvl="1" marL="1028700" indent="-342900">
              <a:buFont typeface="Wingdings" pitchFamily="0" charset="2"/>
              <a:buChar char="Ø"/>
              <a:defRPr lang="en-us" sz="2400" cap="none"/>
            </a:pPr>
          </a:p>
          <a:p>
            <a:pPr marL="571500" indent="-342900">
              <a:buFont typeface="Wingdings" pitchFamily="0" charset="2"/>
              <a:buChar char="Ø"/>
              <a:defRPr lang="en-us"/>
            </a:pPr>
            <a:r>
              <a:t>Environment: 4x4 grid of rooms. Always starts at [1, 1] facing right. The location of Wumpus and Gold are random. Agent dies if entered a pit or live Wumpus.</a:t>
            </a:r>
            <a:endParaRPr lang="en-in" cap="none"/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woAAO0BAADtLgAAvAYAABAAAAAmAAAACAAAAIGAAAAAAAAA"/>
              </a:ext>
            </a:extLst>
          </p:cNvSpPr>
          <p:nvPr>
            <p:ph type="title"/>
          </p:nvPr>
        </p:nvSpPr>
        <p:spPr>
          <a:xfrm>
            <a:off x="1718945" y="313055"/>
            <a:ext cx="5909310" cy="78168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b="1" cap="none">
                <a:solidFill>
                  <a:schemeClr val="hlink"/>
                </a:solidFill>
              </a:defRPr>
            </a:pPr>
            <a:r>
              <a:rPr lang="en-us" sz="3200" cap="none"/>
              <a:t>Wumpus World</a:t>
            </a:r>
            <a:endParaRPr lang="en-in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HdAd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  <a:r>
              <a:rPr lang="en-us" b="1" cap="none"/>
              <a:t>Actuators</a:t>
            </a:r>
            <a:r>
              <a:t> – </a:t>
            </a:r>
          </a:p>
          <a:p>
            <a:pPr lvl="1" marL="1143000" indent="-457200">
              <a:buFont typeface="Wingdings" pitchFamily="0" charset="2"/>
              <a:buChar char="Ø"/>
              <a:defRPr lang="en-us" sz="2400" cap="none"/>
            </a:pPr>
            <a:r>
              <a:t>Forward, </a:t>
            </a:r>
          </a:p>
          <a:p>
            <a:pPr lvl="1" marL="1143000" indent="-457200">
              <a:buFont typeface="Wingdings" pitchFamily="0" charset="2"/>
              <a:buChar char="Ø"/>
              <a:defRPr lang="en-us" sz="2400" cap="none"/>
            </a:pPr>
            <a:r>
              <a:t>TurnLeft by 90, </a:t>
            </a:r>
          </a:p>
          <a:p>
            <a:pPr lvl="1" marL="1143000" indent="-457200">
              <a:buFont typeface="Wingdings" pitchFamily="0" charset="2"/>
              <a:buChar char="Ø"/>
              <a:defRPr lang="en-us" sz="2400" cap="none"/>
            </a:pPr>
            <a:r>
              <a:t>TurnRight by 90, </a:t>
            </a:r>
          </a:p>
          <a:p>
            <a:pPr lvl="1" marL="1143000" indent="-457200">
              <a:buFont typeface="Wingdings" pitchFamily="0" charset="2"/>
              <a:buChar char="Ø"/>
              <a:defRPr lang="en-us" sz="2400" cap="none"/>
            </a:pPr>
            <a:r>
              <a:t>Grab – pick gold if present, </a:t>
            </a:r>
          </a:p>
          <a:p>
            <a:pPr lvl="1" marL="1143000" indent="-457200">
              <a:buFont typeface="Wingdings" pitchFamily="0" charset="2"/>
              <a:buChar char="Ø"/>
              <a:defRPr lang="en-us" sz="2400" cap="none"/>
            </a:pPr>
            <a:r>
              <a:t>Shoot – fire an arrow, it either hits a wall or kills wumpus. Agent has only one arrow. </a:t>
            </a:r>
          </a:p>
          <a:p>
            <a:pPr lvl="1" marL="1143000" indent="-457200">
              <a:buFont typeface="Wingdings" pitchFamily="0" charset="2"/>
              <a:buChar char="Ø"/>
              <a:defRPr lang="en-us" sz="2400" cap="none"/>
            </a:pPr>
            <a:r>
              <a:t>Climb – Used to climb out of cave, only from [1, 1]</a:t>
            </a:r>
          </a:p>
          <a:p>
            <a:pPr>
              <a:defRPr lang="en-us"/>
            </a:pPr>
            <a:endParaRPr lang="en-in" cap="none"/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4ARA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XQgAAGgCAAAUMAAAHgcAABAAAAAmAAAACAAAAIGAAAAAAAAA"/>
              </a:ext>
            </a:extLst>
          </p:cNvSpPr>
          <p:nvPr>
            <p:ph type="title"/>
          </p:nvPr>
        </p:nvSpPr>
        <p:spPr>
          <a:xfrm>
            <a:off x="1359535" y="391160"/>
            <a:ext cx="6456045" cy="76581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b="1" cap="none">
                <a:solidFill>
                  <a:schemeClr val="hlink"/>
                </a:solidFill>
              </a:defRPr>
            </a:pPr>
            <a:r>
              <a:rPr lang="en-us" sz="3200" cap="none"/>
              <a:t>Wumpus World</a:t>
            </a:r>
            <a:endParaRPr lang="en-in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571500" indent="-342900">
              <a:buFont typeface="Wingdings" pitchFamily="0" charset="2"/>
              <a:buChar char="Ø"/>
              <a:defRPr lang="en-us"/>
            </a:pPr>
            <a:r>
              <a:t>Sensors. The agent has five sensors</a:t>
            </a:r>
          </a:p>
          <a:p>
            <a:pPr lvl="1" marL="1028700" indent="-342900">
              <a:buFont typeface="Wingdings" pitchFamily="0" charset="2"/>
              <a:buChar char="§"/>
              <a:defRPr lang="en-us" sz="2400" cap="none"/>
            </a:pPr>
            <a:r>
              <a:t>Stench: In all adjacent (but not diagonal) squares of Wumpus</a:t>
            </a:r>
          </a:p>
          <a:p>
            <a:pPr lvl="1" marL="1028700" indent="-342900">
              <a:buFont typeface="Wingdings" pitchFamily="0" charset="2"/>
              <a:buChar char="§"/>
              <a:defRPr lang="en-us" sz="2400" cap="none"/>
            </a:pPr>
            <a:r>
              <a:t>Breeze: In all adjacent (but not diagonal) squares of a pit</a:t>
            </a:r>
          </a:p>
          <a:p>
            <a:pPr lvl="1" marL="1028700" indent="-342900">
              <a:buFont typeface="Wingdings" pitchFamily="0" charset="2"/>
              <a:buChar char="§"/>
              <a:defRPr lang="en-us" sz="2400" cap="none"/>
            </a:pPr>
            <a:r>
              <a:t>Glitter: In the square where gold is</a:t>
            </a:r>
          </a:p>
          <a:p>
            <a:pPr lvl="1" marL="1028700" indent="-342900">
              <a:buFont typeface="Wingdings" pitchFamily="0" charset="2"/>
              <a:buChar char="§"/>
              <a:defRPr lang="en-us" sz="2400" cap="none"/>
            </a:pPr>
            <a:r>
              <a:t>Bump: If agent walks into a wall</a:t>
            </a:r>
          </a:p>
          <a:p>
            <a:pPr lvl="1" marL="1028700" indent="-342900">
              <a:buFont typeface="Wingdings" pitchFamily="0" charset="2"/>
              <a:buChar char="§"/>
              <a:defRPr lang="en-us" sz="2400" cap="none"/>
            </a:pPr>
            <a:r>
              <a:t>Scream: When Wumpus is killed, it can be perceived everywhere</a:t>
            </a:r>
          </a:p>
          <a:p>
            <a:pPr lvl="1">
              <a:defRPr lang="en-us" sz="2400" cap="none"/>
            </a:pPr>
          </a:p>
          <a:p>
            <a:pPr marL="571500" indent="-342900">
              <a:buFont typeface="Wingdings" pitchFamily="0" charset="2"/>
              <a:buChar char="Ø"/>
              <a:defRPr lang="en-us"/>
            </a:pPr>
            <a:r>
              <a:t>Percept Format: [Stench?, Breeze?, Glitter?, Bump?, Scream?]</a:t>
            </a:r>
          </a:p>
          <a:p>
            <a:pPr>
              <a:defRPr lang="en-us"/>
            </a:pPr>
            <a:r>
              <a:t>E.g., [Stench, Breeze, None, None, None]</a:t>
            </a:r>
          </a:p>
          <a:p>
            <a:pPr>
              <a:defRPr lang="en-us"/>
            </a:pPr>
            <a:endParaRPr lang="en-in" cap="none"/>
          </a:p>
        </p:txBody>
      </p:sp>
      <p:sp>
        <p:nvSpPr>
          <p:cNvPr id="3" name="SlideTitle1"/>
          <p:cNvSpPr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Vjb2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XQgAAGgCAAAUMAAAHgcAABAAAAAmAAAACAAAAP//////////"/>
              </a:ext>
            </a:extLst>
          </p:cNvSpPr>
          <p:nvPr/>
        </p:nvSpPr>
        <p:spPr>
          <a:xfrm>
            <a:off x="1359535" y="391160"/>
            <a:ext cx="6456045" cy="7658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lnSpc>
                <a:spcPct val="90000"/>
              </a:lnSpc>
              <a:defRPr lang="en-us" sz="4400" b="1" cap="none">
                <a:solidFill>
                  <a:schemeClr val="hlink"/>
                </a:solidFill>
                <a:latin typeface="Calibri Light" pitchFamily="0" charset="0"/>
                <a:ea typeface="Calibri Light" pitchFamily="0" charset="0"/>
                <a:cs typeface="Calibri Light" pitchFamily="0" charset="0"/>
              </a:defRPr>
            </a:pPr>
            <a:r>
              <a:rPr lang="en-us" sz="3200" cap="none"/>
              <a:t>Wumpus World</a:t>
            </a:r>
            <a:endParaRPr lang="en-in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  <a:r>
              <a:t>Goal: Discover the location of Wumpus, Pits and Gold so that the agent can navigate to Gold without falling prey to Wumpus or Pits.</a:t>
            </a:r>
          </a:p>
          <a:p>
            <a:pPr>
              <a:defRPr lang="en-us"/>
            </a:pPr>
          </a:p>
          <a:p>
            <a:pPr>
              <a:defRPr lang="en-us"/>
            </a:pPr>
            <a:r>
              <a:t>This would be agent’s knowledge for transitio.</a:t>
            </a:r>
          </a:p>
          <a:p>
            <a:pPr>
              <a:defRPr lang="en-us"/>
            </a:pPr>
          </a:p>
          <a:p>
            <a:pPr>
              <a:defRPr lang="en-us"/>
            </a:pPr>
            <a:r>
              <a:t>Requires a configuration of the environment to do logical reasonin.</a:t>
            </a:r>
          </a:p>
          <a:p>
            <a:pPr>
              <a:defRPr lang="en-us"/>
            </a:pPr>
          </a:p>
          <a:p>
            <a:pPr>
              <a:defRPr lang="en-us"/>
            </a:pPr>
            <a:endParaRPr lang="en-in" cap="none"/>
          </a:p>
        </p:txBody>
      </p:sp>
      <p:sp>
        <p:nvSpPr>
          <p:cNvPr id="3" name="SlideTitle1"/>
          <p:cNvSpPr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Vjb2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XQgAAGgCAAAUMAAAHgcAABAAAAAmAAAACAAAAP//////////"/>
              </a:ext>
            </a:extLst>
          </p:cNvSpPr>
          <p:nvPr/>
        </p:nvSpPr>
        <p:spPr>
          <a:xfrm>
            <a:off x="1359535" y="391160"/>
            <a:ext cx="6456045" cy="7658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lnSpc>
                <a:spcPct val="90000"/>
              </a:lnSpc>
              <a:defRPr lang="en-us" sz="4400" b="1" cap="none">
                <a:solidFill>
                  <a:schemeClr val="hlink"/>
                </a:solidFill>
                <a:latin typeface="Calibri Light" pitchFamily="0" charset="0"/>
                <a:ea typeface="Calibri Light" pitchFamily="0" charset="0"/>
                <a:cs typeface="Calibri Light" pitchFamily="0" charset="0"/>
              </a:defRPr>
            </a:pPr>
            <a:r>
              <a:rPr lang="en-us" sz="3200" cap="none"/>
              <a:t>Wumpus World</a:t>
            </a:r>
            <a:endParaRPr lang="en-in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  <a:r>
              <a:t>Symbolic Notation</a:t>
            </a:r>
          </a:p>
          <a:p>
            <a:pPr lvl="1">
              <a:defRPr lang="en-us" sz="2400" cap="none"/>
            </a:pPr>
            <a:r>
              <a:t>A = Agent</a:t>
            </a:r>
          </a:p>
          <a:p>
            <a:pPr lvl="1">
              <a:defRPr lang="en-us" sz="2400" cap="none"/>
            </a:pPr>
            <a:r>
              <a:t>B = Breeze</a:t>
            </a:r>
          </a:p>
          <a:p>
            <a:pPr lvl="1">
              <a:defRPr lang="en-us" sz="2400" cap="none"/>
            </a:pPr>
            <a:r>
              <a:t>G = Glitter, Gold</a:t>
            </a:r>
          </a:p>
          <a:p>
            <a:pPr lvl="1">
              <a:defRPr lang="en-us" sz="2400" cap="none"/>
            </a:pPr>
            <a:r>
              <a:t>OK = Safe Square</a:t>
            </a:r>
          </a:p>
          <a:p>
            <a:pPr lvl="1">
              <a:defRPr lang="en-us" sz="2400" cap="none"/>
            </a:pPr>
            <a:r>
              <a:t>P = Pit</a:t>
            </a:r>
          </a:p>
          <a:p>
            <a:pPr lvl="1">
              <a:defRPr lang="en-us" sz="2400" cap="none"/>
            </a:pPr>
            <a:r>
              <a:t>S = Stench</a:t>
            </a:r>
          </a:p>
          <a:p>
            <a:pPr lvl="1">
              <a:defRPr lang="en-us" sz="2400" cap="none"/>
            </a:pPr>
            <a:r>
              <a:t>V = Visited</a:t>
            </a:r>
          </a:p>
          <a:p>
            <a:pPr lvl="1">
              <a:defRPr lang="en-us" sz="2400" cap="none"/>
            </a:pPr>
            <a:r>
              <a:t>W = Wumpus</a:t>
            </a:r>
          </a:p>
          <a:p>
            <a:pPr>
              <a:defRPr lang="en-us"/>
            </a:pPr>
            <a:endParaRPr lang="en-in" cap="none"/>
          </a:p>
        </p:txBody>
      </p:sp>
      <p:sp>
        <p:nvSpPr>
          <p:cNvPr id="3" name="SlideTitle1"/>
          <p:cNvSpPr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XQgAAGgCAAAUMAAAHgcAABAAAAAmAAAACAAAAP//////////"/>
              </a:ext>
            </a:extLst>
          </p:cNvSpPr>
          <p:nvPr/>
        </p:nvSpPr>
        <p:spPr>
          <a:xfrm>
            <a:off x="1359535" y="391160"/>
            <a:ext cx="6456045" cy="7658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lnSpc>
                <a:spcPct val="90000"/>
              </a:lnSpc>
              <a:defRPr lang="en-us" sz="4400" b="1" cap="none">
                <a:solidFill>
                  <a:schemeClr val="hlink"/>
                </a:solidFill>
                <a:latin typeface="Calibri Light" pitchFamily="0" charset="0"/>
                <a:ea typeface="Calibri Light" pitchFamily="0" charset="0"/>
                <a:cs typeface="Calibri Light" pitchFamily="0" charset="0"/>
              </a:defRPr>
            </a:pPr>
            <a:r>
              <a:rPr lang="en-us" sz="3200" cap="none"/>
              <a:t>Wumpus World</a:t>
            </a:r>
            <a:endParaRPr lang="en-in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pL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  <a:r>
              <a:t>Percept 1: [None, None, None, None, None]</a:t>
            </a: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  <a:r>
              <a:t>Action: Forward</a:t>
            </a:r>
          </a:p>
          <a:p>
            <a:pPr>
              <a:defRPr lang="en-us"/>
            </a:pPr>
            <a:endParaRPr lang="en-in" cap="none"/>
          </a:p>
        </p:txBody>
      </p:sp>
      <p:pic>
        <p:nvPicPr>
          <p:cNvPr id="3" name="Picture 4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DkKAADmDQAARiEAAEMl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661795" y="2259330"/>
            <a:ext cx="3747135" cy="379793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 5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PYnAACSDgAAnkAAAFkm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496050" y="2368550"/>
            <a:ext cx="4008120" cy="386524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SlideTitle1"/>
          <p:cNvSpPr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XQgAAGgCAAAUMAAAHgcAABAAAAAmAAAACAAAAP//////////"/>
              </a:ext>
            </a:extLst>
          </p:cNvSpPr>
          <p:nvPr/>
        </p:nvSpPr>
        <p:spPr>
          <a:xfrm>
            <a:off x="1359535" y="391160"/>
            <a:ext cx="6456045" cy="7658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lnSpc>
                <a:spcPct val="90000"/>
              </a:lnSpc>
              <a:defRPr lang="en-us" sz="4400" b="1" cap="none">
                <a:solidFill>
                  <a:schemeClr val="hlink"/>
                </a:solidFill>
                <a:latin typeface="Calibri Light" pitchFamily="0" charset="0"/>
                <a:ea typeface="Calibri Light" pitchFamily="0" charset="0"/>
                <a:cs typeface="Calibri Light" pitchFamily="0" charset="0"/>
              </a:defRPr>
            </a:pPr>
            <a:r>
              <a:rPr lang="en-us" sz="3200" cap="none"/>
              <a:t>Wumpus World</a:t>
            </a:r>
            <a:endParaRPr lang="en-in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fwIAAJsIAAA3SAAAMSgAABAAAAAmAAAACAAAAIGgAAAAAAAA"/>
              </a:ext>
            </a:extLst>
          </p:cNvSpPr>
          <p:nvPr>
            <p:ph type="body" idx="1"/>
          </p:nvPr>
        </p:nvSpPr>
        <p:spPr>
          <a:xfrm>
            <a:off x="405765" y="1398905"/>
            <a:ext cx="11333480" cy="513461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  <a:r>
              <a:t>Percept 2: [None, Breeze, None, None, None]</a:t>
            </a: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  <a:r>
              <a:t>Action: Move to 1, 2 (the other non-visited OK state)</a:t>
            </a:r>
            <a:endParaRPr lang="en-in" cap="none"/>
          </a:p>
        </p:txBody>
      </p:sp>
      <p:pic>
        <p:nvPicPr>
          <p:cNvPr id="3" name="Picture 4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DcLAABKDAAASyMAAEgk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823085" y="1997710"/>
            <a:ext cx="3914140" cy="390017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 5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CuAEQC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HMmAADIDAAART8AALkk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250305" y="2077720"/>
            <a:ext cx="4034790" cy="38919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SlideTitle1"/>
          <p:cNvSpPr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Vjb2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XQgAAGgCAAAUMAAAHgcAABAAAAAmAAAACAAAAP//////////"/>
              </a:ext>
            </a:extLst>
          </p:cNvSpPr>
          <p:nvPr/>
        </p:nvSpPr>
        <p:spPr>
          <a:xfrm>
            <a:off x="1359535" y="391160"/>
            <a:ext cx="6456045" cy="7658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lnSpc>
                <a:spcPct val="90000"/>
              </a:lnSpc>
              <a:defRPr lang="en-us" sz="4400" b="1" cap="none">
                <a:solidFill>
                  <a:schemeClr val="hlink"/>
                </a:solidFill>
                <a:latin typeface="Calibri Light" pitchFamily="0" charset="0"/>
                <a:ea typeface="Calibri Light" pitchFamily="0" charset="0"/>
                <a:cs typeface="Calibri Light" pitchFamily="0" charset="0"/>
              </a:defRPr>
            </a:pPr>
            <a:r>
              <a:rPr lang="en-us" sz="3200" cap="none"/>
              <a:t>Wumpus World</a:t>
            </a:r>
            <a:endParaRPr lang="en-in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DeRgAAhScAAB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1113770" cy="4930140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  <a:r>
              <a:t>Percept 3: [Stench, None, None, None, None]</a:t>
            </a: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  <a:r>
              <a:t>Action: Move to [2, 2]</a:t>
            </a:r>
          </a:p>
          <a:p>
            <a:pPr>
              <a:defRPr lang="en-us"/>
            </a:pPr>
          </a:p>
          <a:p>
            <a:pPr>
              <a:defRPr lang="en-us"/>
            </a:pPr>
            <a:endParaRPr lang="en-in" cap="none"/>
          </a:p>
        </p:txBody>
      </p:sp>
      <p:pic>
        <p:nvPicPr>
          <p:cNvPr id="3" name="Picture 4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BYMAADNDAAAzyIAAIYj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964690" y="2080895"/>
            <a:ext cx="3693795" cy="369379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 5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M4lAADqDAAATz4AAI0k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145530" y="2099310"/>
            <a:ext cx="3983355" cy="38423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SlideTitle1"/>
          <p:cNvSpPr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Vjb2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XQgAAGgCAAAUMAAAHgcAABAAAAAmAAAACAAAAP//////////"/>
              </a:ext>
            </a:extLst>
          </p:cNvSpPr>
          <p:nvPr/>
        </p:nvSpPr>
        <p:spPr>
          <a:xfrm>
            <a:off x="1359535" y="391160"/>
            <a:ext cx="6456045" cy="7658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lnSpc>
                <a:spcPct val="90000"/>
              </a:lnSpc>
              <a:defRPr lang="en-us" sz="4400" b="1" cap="none">
                <a:solidFill>
                  <a:schemeClr val="hlink"/>
                </a:solidFill>
                <a:latin typeface="Calibri Light" pitchFamily="0" charset="0"/>
                <a:ea typeface="Calibri Light" pitchFamily="0" charset="0"/>
                <a:cs typeface="Calibri Light" pitchFamily="0" charset="0"/>
              </a:defRPr>
            </a:pPr>
            <a:r>
              <a:rPr lang="en-us" sz="3200" cap="none"/>
              <a:t>Wumpus World</a:t>
            </a:r>
            <a:endParaRPr lang="en-in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KCQAABAAAAAmAAAACAAAAIGA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38340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  <a:r>
              <a:t>Logical Agents: combine the current percept with the existing knowledge (percept history) and do logical reasoning in identifying state information</a:t>
            </a:r>
          </a:p>
          <a:p>
            <a:pPr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</a:p>
        </p:txBody>
      </p:sp>
      <p:sp>
        <p:nvSpPr>
          <p:cNvPr id="3" name="SlideTitle1"/>
          <p:cNvSpPr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Vjb2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XQgAAGgCAAAUMAAAHgcAABAAAAAmAAAACAAAAP//////////"/>
              </a:ext>
            </a:extLst>
          </p:cNvSpPr>
          <p:nvPr/>
        </p:nvSpPr>
        <p:spPr>
          <a:xfrm>
            <a:off x="1359535" y="391160"/>
            <a:ext cx="6456045" cy="7658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lnSpc>
                <a:spcPct val="90000"/>
              </a:lnSpc>
              <a:defRPr lang="en-us" sz="4400" b="1" cap="none">
                <a:solidFill>
                  <a:schemeClr val="hlink"/>
                </a:solidFill>
                <a:latin typeface="Calibri Light" pitchFamily="0" charset="0"/>
                <a:ea typeface="Calibri Light" pitchFamily="0" charset="0"/>
                <a:cs typeface="Calibri Light" pitchFamily="0" charset="0"/>
              </a:defRPr>
            </a:pPr>
            <a:r>
              <a:rPr lang="en-us" sz="3200" cap="none"/>
              <a:t>Wumpus World</a:t>
            </a:r>
            <a:endParaRPr lang="en-in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514350" indent="-285750">
              <a:buFont typeface="Wingdings" pitchFamily="0" charset="2"/>
              <a:buChar char="Ø"/>
              <a:defRPr lang="en-us"/>
            </a:pPr>
            <a:r>
              <a:t>Reasoning conducted or assessed according to available knowledge about the domain</a:t>
            </a:r>
          </a:p>
          <a:p>
            <a:pPr marL="514350" indent="-285750">
              <a:buFont typeface="Wingdings" pitchFamily="0" charset="2"/>
              <a:buChar char="Ø"/>
              <a:defRPr lang="en-us"/>
            </a:pPr>
          </a:p>
          <a:p>
            <a:pPr marL="514350" indent="-285750">
              <a:buFont typeface="Wingdings" pitchFamily="0" charset="2"/>
              <a:buChar char="Ø"/>
              <a:defRPr lang="en-us"/>
            </a:pPr>
            <a:r>
              <a:rPr lang="en-us" b="1" cap="none"/>
              <a:t>Syntax</a:t>
            </a:r>
            <a:r>
              <a:t>: Every sentence in our knowledge base are expressed according to a syntax of the representing language.</a:t>
            </a:r>
          </a:p>
          <a:p>
            <a:pPr marL="514350" indent="-285750">
              <a:buFont typeface="Wingdings" pitchFamily="0" charset="2"/>
              <a:buChar char="Ø"/>
              <a:defRPr lang="en-us"/>
            </a:pPr>
          </a:p>
          <a:p>
            <a:pPr marL="514350" indent="-285750">
              <a:buFont typeface="Wingdings" pitchFamily="0" charset="2"/>
              <a:buChar char="Ø"/>
              <a:defRPr lang="en-us"/>
            </a:pPr>
            <a:r>
              <a:t>E.g., in Arithmetic, “x + y = 4” is a well-formed sentence, “xy+4=“ is not</a:t>
            </a:r>
          </a:p>
          <a:p>
            <a:pPr marL="514350" indent="-285750">
              <a:buFont typeface="Wingdings" pitchFamily="0" charset="2"/>
              <a:buChar char="Ø"/>
              <a:defRPr lang="en-us"/>
            </a:pPr>
          </a:p>
          <a:p>
            <a:pPr marL="514350" indent="-285750">
              <a:buFont typeface="Wingdings" pitchFamily="0" charset="2"/>
              <a:buChar char="Ø"/>
              <a:defRPr lang="en-us"/>
            </a:pPr>
            <a:endParaRPr lang="en-in" cap="none"/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zg0AAD8CAACtMwAAPwYAABAAAAAmAAAACAAAAIGAAAAAAAAA"/>
              </a:ext>
            </a:extLst>
          </p:cNvSpPr>
          <p:nvPr>
            <p:ph type="title"/>
          </p:nvPr>
        </p:nvSpPr>
        <p:spPr>
          <a:xfrm>
            <a:off x="2244090" y="365125"/>
            <a:ext cx="6156325" cy="65024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Logic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514350" indent="-285750">
              <a:buFont typeface="Wingdings" pitchFamily="0" charset="2"/>
              <a:buChar char="Ø"/>
              <a:defRPr lang="en-us"/>
            </a:pPr>
            <a:r>
              <a:rPr lang="en-us" b="1" cap="none"/>
              <a:t>Semantics</a:t>
            </a:r>
            <a:r>
              <a:t>: Meaning of sentence. They define the truth of a sentence according to a possible world.</a:t>
            </a:r>
          </a:p>
          <a:p>
            <a:pPr indent="0">
              <a:defRPr lang="en-us"/>
            </a:pPr>
            <a:r>
              <a:t>         E.g., in a world where x=2, y=2, “x + y = 4” is a true sentence, whereas in a world where x=1, y=1, the same sentence is not true</a:t>
            </a:r>
          </a:p>
          <a:p>
            <a:pPr marL="514350" indent="-285750">
              <a:buFont typeface="Wingdings" pitchFamily="0" charset="2"/>
              <a:buChar char="Ø"/>
              <a:defRPr lang="en-us"/>
            </a:pPr>
          </a:p>
          <a:p>
            <a:pPr marL="514350" indent="-285750">
              <a:buFont typeface="Wingdings" pitchFamily="0" charset="2"/>
              <a:buChar char="Ø"/>
              <a:defRPr lang="en-us"/>
            </a:pPr>
            <a:r>
              <a:t>In standard Logic, every sentence has to be either True or False but cannot be in between</a:t>
            </a:r>
          </a:p>
          <a:p>
            <a:pPr>
              <a:defRPr lang="en-us"/>
            </a:pPr>
          </a:p>
          <a:p>
            <a:pPr>
              <a:defRPr lang="en-us"/>
            </a:pPr>
            <a:endParaRPr lang="en-in" cap="none"/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3w4AAD8CAADXMwAA0gYAABAAAAAmAAAACAAAAIGAAAAAAAAA"/>
              </a:ext>
            </a:extLst>
          </p:cNvSpPr>
          <p:nvPr>
            <p:ph type="title"/>
          </p:nvPr>
        </p:nvSpPr>
        <p:spPr>
          <a:xfrm>
            <a:off x="2417445" y="365125"/>
            <a:ext cx="6009640" cy="74358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Logic – Semantics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9MAo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A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  <a:r>
              <a:rPr lang="en-us" b="1" cap="none"/>
              <a:t>Model: </a:t>
            </a:r>
            <a:r>
              <a:t>Any possible world. Not necessarily the reality. Any combination of assignment of truth values to sentences in our KB.</a:t>
            </a:r>
          </a:p>
          <a:p>
            <a:pPr>
              <a:defRPr lang="en-us"/>
            </a:pPr>
          </a:p>
          <a:p>
            <a:pPr>
              <a:defRPr lang="en-us"/>
            </a:pPr>
            <a:r>
              <a:t>E.g., Two sentences S1 and S2 in our KB. </a:t>
            </a:r>
          </a:p>
          <a:p>
            <a:pPr>
              <a:defRPr lang="en-us"/>
            </a:pPr>
            <a:r>
              <a:t>Possible models: m1: {S1: True, S2: True}, m2: {S1: False, S2: True}, m3: {S1:True, S2: False}, m4: {S1:False, S2:False}</a:t>
            </a:r>
          </a:p>
          <a:p>
            <a:pPr lvl="2">
              <a:buFont typeface="Wingdings" pitchFamily="2" charset="2"/>
              <a:buBlip>
                <a:blip r:embed="rId2"/>
              </a:buBlip>
              <a:defRPr lang="en-us" sz="2400" cap="none">
                <a:latin typeface="Arial" pitchFamily="1" charset="0"/>
                <a:ea typeface="Arial" pitchFamily="1" charset="0"/>
                <a:cs typeface="Arial" pitchFamily="1" charset="0"/>
              </a:defRPr>
            </a:pPr>
            <a:r>
              <a:t>S1 is true in m1, m3  m1 satisfies S1 or m3 satisfies S1</a:t>
            </a:r>
          </a:p>
          <a:p>
            <a:pPr>
              <a:defRPr lang="en-us"/>
            </a:pPr>
          </a:p>
          <a:p>
            <a:pPr>
              <a:defRPr lang="en-us"/>
            </a:pPr>
            <a:r>
              <a:t>M(S1) is set of models that satisfy S1, i.e., [m1, m3]</a:t>
            </a:r>
          </a:p>
          <a:p>
            <a:pPr>
              <a:defRPr lang="en-us"/>
            </a:pPr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E1EI1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FgsAANUBAACUNAAA5wYAABAAAAAmAAAACAAAAIGAAAAAAAAA"/>
              </a:ext>
            </a:extLst>
          </p:cNvSpPr>
          <p:nvPr>
            <p:ph type="title"/>
          </p:nvPr>
        </p:nvSpPr>
        <p:spPr>
          <a:xfrm>
            <a:off x="1802130" y="297815"/>
            <a:ext cx="6744970" cy="82423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b="1" cap="none">
                <a:solidFill>
                  <a:schemeClr val="hlink"/>
                </a:solidFill>
              </a:defRPr>
            </a:pPr>
            <a:r>
              <a:rPr lang="en-us" sz="3200" cap="none"/>
              <a:t>Logic – Model</a:t>
            </a:r>
            <a:endParaRPr lang="en-in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r>
                  <a:rPr lang="en-US" sz="2400" b="1" dirty="0"/>
                  <a:t>Logical Reasoning</a:t>
                </a:r>
                <a:r>
                  <a:rPr lang="en-US" sz="2400" dirty="0"/>
                  <a:t>: Logical entailment between sentences, i.e., a sentence follows from another </a:t>
                </a:r>
                <a:r>
                  <a:rPr lang="en-US" sz="2400" dirty="0"/>
                  <a:t>sentence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514350" indent="-285750">
                  <a:buFont typeface="Wingdings" panose="05000000000000000000" pitchFamily="2" charset="2"/>
                  <a:buChar char="Ø"/>
                </a:pPr>
                <a:r>
                  <a:rPr lang="en-US" sz="2400" dirty="0"/>
                  <a:t>X      Y , it means that sentence X entails the sentence Y</a:t>
                </a:r>
              </a:p>
              <a:p>
                <a:pPr marL="514350" indent="-285750">
                  <a:buFont typeface="Wingdings" panose="05000000000000000000" pitchFamily="2" charset="2"/>
                  <a:buChar char="Ø"/>
                </a:pPr>
                <a:r>
                  <a:rPr lang="en-US" sz="2400" dirty="0"/>
                  <a:t>In every model where X is true, Y is also true</a:t>
                </a:r>
              </a:p>
              <a:p>
                <a:pPr marL="514350" indent="-285750">
                  <a:buFont typeface="Wingdings" panose="05000000000000000000" pitchFamily="2" charset="2"/>
                  <a:buChar char="Ø"/>
                </a:pPr>
                <a:r>
                  <a:rPr lang="en-US" sz="2400" dirty="0"/>
                  <a:t>X      Y if and only if M(X)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⊆</m:t>
                    </m:r>
                  </m:oMath>
                </a14:m>
                <a:r>
                  <a:rPr lang="en-US" sz="2400" dirty="0"/>
                  <a:t> M(Y)</a:t>
                </a:r>
              </a:p>
              <a:p>
                <a:pPr marL="514350" indent="-285750">
                  <a:buFont typeface="Wingdings" panose="05000000000000000000" pitchFamily="2" charset="2"/>
                  <a:buChar char="Ø"/>
                </a:pPr>
                <a:endParaRPr lang="en-IN" sz="2400" dirty="0"/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O28Diw10URufQmqVSNEj2U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/>
              </a:blipFill>
              <a:ln>
                <a:noFill/>
              </a:ln>
              <a:effectLst/>
            </p:spPr>
          </p:sp>
        </mc:Fallback>
      </mc:AlternateContent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JYI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SAcAAD8CAABiNAAAPAcAABAAAAAmAAAACAAAAIGAAAAAAAAA"/>
              </a:ext>
            </a:extLst>
          </p:cNvSpPr>
          <p:nvPr>
            <p:ph type="title"/>
          </p:nvPr>
        </p:nvSpPr>
        <p:spPr>
          <a:xfrm>
            <a:off x="1183640" y="365125"/>
            <a:ext cx="7331710" cy="81089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Logic – Entailment</a:t>
            </a:r>
            <a:endParaRPr lang="en-in" sz="3200" b="1" cap="none"/>
          </a:p>
        </p:txBody>
      </p:sp>
      <p:pic>
        <p:nvPicPr>
          <p:cNvPr id="4" name="Picture 5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CMTAAAPGQAAbRQAAJUa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110865" y="4073525"/>
            <a:ext cx="209550" cy="2476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6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M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CMTAACoHwAAbRQAAC4h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110865" y="5146040"/>
            <a:ext cx="209550" cy="2476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fUC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DZKwAACCUAAB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6721475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685800" indent="-457200">
              <a:buFont typeface="Wingdings" pitchFamily="0" charset="2"/>
              <a:buChar char="Ø"/>
              <a:defRPr lang="en-us"/>
            </a:pPr>
            <a:r>
              <a:t>Example: In Wumpus World, the agent is in [2,1] and detected a breeze</a:t>
            </a:r>
          </a:p>
          <a:p>
            <a:pPr marL="685800" indent="-457200">
              <a:buFont typeface="Wingdings" pitchFamily="0" charset="2"/>
              <a:buChar char="Ø"/>
              <a:defRPr lang="en-us"/>
            </a:pPr>
            <a:r>
              <a:t>The agent is interested in squares [1, 2], [2, 2], [3, 1] for next move.</a:t>
            </a:r>
          </a:p>
          <a:p>
            <a:pPr marL="685800" indent="-457200">
              <a:buFont typeface="Wingdings" pitchFamily="0" charset="2"/>
              <a:buChar char="Ø"/>
              <a:defRPr lang="en-us"/>
            </a:pPr>
            <a:r>
              <a:t>Now, each square might or might not contain a pit (total 2</a:t>
            </a:r>
            <a:r>
              <a:rPr lang="en-us" cap="none" baseline="30000"/>
              <a:t>3</a:t>
            </a:r>
            <a:r>
              <a:t> = 8 possible models)</a:t>
            </a:r>
          </a:p>
          <a:p>
            <a:pPr marL="685800" indent="-457200">
              <a:buFont typeface="Wingdings" pitchFamily="0" charset="2"/>
              <a:buChar char="Ø"/>
              <a:defRPr lang="en-us"/>
            </a:pPr>
            <a:r>
              <a:t>Our KB tells us that in [1, 1] we didn’t receive a breeze and hence [2, 1] doesn’t have a pit</a:t>
            </a:r>
          </a:p>
          <a:p>
            <a:pPr marL="685800" indent="-457200">
              <a:buFont typeface="Wingdings" pitchFamily="0" charset="2"/>
              <a:buChar char="Ø"/>
              <a:defRPr lang="en-us"/>
            </a:pPr>
            <a:endParaRPr lang="en-in" cap="none"/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egcAAD8CAADNMAAA0gYAABAAAAAmAAAACAAAAIGAAAAAAAAA"/>
              </a:ext>
            </a:extLst>
          </p:cNvSpPr>
          <p:nvPr>
            <p:ph type="title"/>
          </p:nvPr>
        </p:nvSpPr>
        <p:spPr>
          <a:xfrm>
            <a:off x="1215390" y="365125"/>
            <a:ext cx="6717665" cy="74358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b="1" cap="none">
                <a:solidFill>
                  <a:schemeClr val="hlink"/>
                </a:solidFill>
              </a:defRPr>
            </a:pPr>
            <a:r>
              <a:rPr lang="en-us" sz="3200" cap="none"/>
              <a:t>Logic – Entailment</a:t>
            </a:r>
            <a:endParaRPr lang="en-in" sz="3200" cap="none"/>
          </a:p>
        </p:txBody>
      </p:sp>
      <p:pic>
        <p:nvPicPr>
          <p:cNvPr id="4" name="Picture 3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OItAADsCQAAVEUAAKEm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7458710" y="1612900"/>
            <a:ext cx="3811270" cy="466661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dQd0EeAAAAaAAAAAAAAAAAAAAAAAAAAA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= “There is no pit in [1, 2]”</a:t>
                </a:r>
              </a:p>
              <a:p>
                <a:r>
                  <a:rPr lang="en-US" sz="2400" dirty="0"/>
                  <a:t>In every model, where KB is true,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is also true</a:t>
                </a:r>
              </a:p>
              <a:p>
                <a:r>
                  <a:rPr lang="en-US" sz="2400" dirty="0"/>
                  <a:t>Hence, KB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M(KB)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⊆</m:t>
                    </m:r>
                  </m:oMath>
                </a14:m>
                <a:r>
                  <a:rPr lang="en-US" sz="2400" dirty="0"/>
                  <a:t> M(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Model Checking: This enumeration of all models to verify logical inference (entailment) is called Model Checking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Duw+HOA+qwI9jtgSiPUnzw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dQd0EeAAAAaAAAAAAAAAAAAAAAAAAAAA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/>
              </a:blipFill>
              <a:ln>
                <a:noFill/>
              </a:ln>
              <a:effectLst/>
            </p:spPr>
          </p:sp>
        </mc:Fallback>
      </mc:AlternateContent>
      <p:pic>
        <p:nvPicPr>
          <p:cNvPr id="3" name="Picture 4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OYVu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CEOAABdDwAAmg8AABsR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296795" y="2497455"/>
            <a:ext cx="239395" cy="28321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 5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O00AACIBgAAI0oAANAW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8603615" y="1061720"/>
            <a:ext cx="3448050" cy="26466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SlideTitle1"/>
          <p:cNvSpPr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egcAAD8CAADNMAAA0gYAABAAAAAmAAAACAAAAP//////////"/>
              </a:ext>
            </a:extLst>
          </p:cNvSpPr>
          <p:nvPr/>
        </p:nvSpPr>
        <p:spPr>
          <a:xfrm>
            <a:off x="1215390" y="365125"/>
            <a:ext cx="6717665" cy="7435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lnSpc>
                <a:spcPct val="90000"/>
              </a:lnSpc>
              <a:defRPr lang="en-us" sz="4400" b="1" cap="none">
                <a:solidFill>
                  <a:srgbClr val="0563C1"/>
                </a:solidFill>
                <a:latin typeface="Calibri Light" pitchFamily="0" charset="0"/>
                <a:ea typeface="Calibri Light" pitchFamily="0" charset="0"/>
                <a:cs typeface="Calibri Light" pitchFamily="0" charset="0"/>
              </a:defRPr>
            </a:pPr>
            <a:r>
              <a:rPr lang="en-us" sz="3200" cap="none"/>
              <a:t>Logic – Entailment</a:t>
            </a:r>
            <a:endParaRPr lang="en-in" sz="3200" cap="none"/>
          </a:p>
        </p:txBody>
      </p:sp>
      <p:pic>
        <p:nvPicPr>
          <p:cNvPr id="6" name="Picture1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H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MA6AAD/GQAAe0YAAFwo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9550400" y="4225925"/>
            <a:ext cx="1906905" cy="233489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REOEEeAAAAaAAAAAAAAAAAAAAAAAAAAA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= “There is no pit in [2, 2]”</a:t>
                </a:r>
              </a:p>
              <a:p>
                <a:endParaRPr lang="en-US" dirty="0"/>
              </a:p>
              <a:p>
                <a:r>
                  <a:rPr lang="en-US" dirty="0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true in models where KB is not true</a:t>
                </a:r>
              </a:p>
              <a:p>
                <a:endParaRPr lang="en-US" dirty="0"/>
              </a:p>
              <a:p>
                <a:r>
                  <a:rPr lang="en-US" dirty="0"/>
                  <a:t>Hence, KB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L3lOW3dJRIwdB8sBUdtWCo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REOEEeAAAAaAAAAAAAAAAAAAAAAAAAAA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/>
              </a:blipFill>
              <a:ln>
                <a:noFill/>
              </a:ln>
              <a:effectLst/>
            </p:spPr>
          </p:sp>
        </mc:Fallback>
      </mc:AlternateContent>
      <p:pic>
        <p:nvPicPr>
          <p:cNvPr id="3" name="Picture 4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OYVu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BQOAADgFAAAiw8AAKIW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2288540" y="3393440"/>
            <a:ext cx="238125" cy="28575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 5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KMwAAAlCQAAcEUAAG8Z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7906385" y="1486535"/>
            <a:ext cx="3381375" cy="26479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SlideTitle1"/>
          <p:cNvSpPr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Vjb2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egcAAD8CAADNMAAA0gYAABAAAAAmAAAACAAAAP//////////"/>
              </a:ext>
            </a:extLst>
          </p:cNvSpPr>
          <p:nvPr/>
        </p:nvSpPr>
        <p:spPr>
          <a:xfrm>
            <a:off x="1215390" y="365125"/>
            <a:ext cx="6717665" cy="7435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lnSpc>
                <a:spcPct val="90000"/>
              </a:lnSpc>
              <a:defRPr lang="en-us" sz="4400" b="1" cap="none">
                <a:solidFill>
                  <a:schemeClr val="hlink"/>
                </a:solidFill>
                <a:latin typeface="Calibri Light" pitchFamily="0" charset="0"/>
                <a:ea typeface="Calibri Light" pitchFamily="0" charset="0"/>
                <a:cs typeface="Calibri Light" pitchFamily="0" charset="0"/>
              </a:defRPr>
            </a:pPr>
            <a:r>
              <a:rPr lang="en-us" sz="3200" cap="none"/>
              <a:t>Logic – Entailment</a:t>
            </a:r>
            <a:endParaRPr lang="en-in" sz="3200" cap="none"/>
          </a:p>
        </p:txBody>
      </p:sp>
      <p:pic>
        <p:nvPicPr>
          <p:cNvPr id="6" name="Picture1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JocAABfEQAAAC8AAOgnAAAQAAAAJgAAAAgAAAD//////////w=="/>
              </a:ext>
            </a:extLst>
          </p:cNvPicPr>
          <p:nvPr/>
        </p:nvPicPr>
        <p:blipFill>
          <a:blip r:embed="rId5"/>
          <a:stretch>
            <a:fillRect/>
          </a:stretch>
        </p:blipFill>
        <p:spPr>
          <a:xfrm>
            <a:off x="4649470" y="2823845"/>
            <a:ext cx="2990850" cy="366331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qqq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  <a:r>
              <a:rPr lang="en-us" b="1" cap="none"/>
              <a:t>Sound </a:t>
            </a:r>
            <a:r>
              <a:t>– An inference algorithm that derives only entailed sentences</a:t>
            </a:r>
          </a:p>
          <a:p>
            <a:pPr lvl="1">
              <a:defRPr lang="en-us" sz="2200" cap="none"/>
            </a:pPr>
            <a:r>
              <a:t>E.g., Model Checking is a sound inference procedure</a:t>
            </a:r>
          </a:p>
          <a:p>
            <a:pPr lvl="1">
              <a:defRPr lang="en-us"/>
            </a:pPr>
            <a:endParaRPr lang="en-us" sz="2800" cap="none"/>
          </a:p>
          <a:p>
            <a:pPr>
              <a:defRPr lang="en-us"/>
            </a:pPr>
            <a:r>
              <a:rPr lang="en-us" b="1" cap="none"/>
              <a:t>Completeness – </a:t>
            </a:r>
            <a:r>
              <a:t>An inference algorithm is complete if it can derive any sentence that is entailed</a:t>
            </a:r>
          </a:p>
          <a:p>
            <a:pPr>
              <a:defRPr lang="en-us"/>
            </a:pPr>
            <a:endParaRPr lang="en-us" i="1" cap="none"/>
          </a:p>
          <a:p>
            <a:pPr>
              <a:defRPr lang="en-us"/>
            </a:pPr>
            <a:r>
              <a:rPr lang="en-us" i="1" cap="none"/>
              <a:t>If KB is true, any sentence derived using Sound inference procedure is also true in real world.</a:t>
            </a:r>
            <a:endParaRPr lang="en-us" i="1" cap="none"/>
          </a:p>
          <a:p>
            <a:pPr>
              <a:defRPr lang="en-us"/>
            </a:pPr>
            <a:endParaRPr lang="en-us" b="1" cap="none"/>
          </a:p>
          <a:p>
            <a:pPr>
              <a:defRPr lang="en-us"/>
            </a:pPr>
            <a:endParaRPr lang="en-in" cap="none"/>
          </a:p>
        </p:txBody>
      </p:sp>
      <p:sp>
        <p:nvSpPr>
          <p:cNvPr id="3" name="SlideTitle1"/>
          <p:cNvSpPr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Vjb2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egcAAD8CAADNMAAA0gYAABAAAAAmAAAACAAAAP//////////"/>
              </a:ext>
            </a:extLst>
          </p:cNvSpPr>
          <p:nvPr/>
        </p:nvSpPr>
        <p:spPr>
          <a:xfrm>
            <a:off x="1215390" y="365125"/>
            <a:ext cx="6717665" cy="74358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ctr"/>
          <a:lstStyle/>
          <a:p>
            <a:pPr algn="ctr">
              <a:lnSpc>
                <a:spcPct val="90000"/>
              </a:lnSpc>
              <a:defRPr lang="en-us" sz="4400" b="1" cap="none">
                <a:solidFill>
                  <a:schemeClr val="hlink"/>
                </a:solidFill>
                <a:latin typeface="Calibri Light" pitchFamily="0" charset="0"/>
                <a:ea typeface="Calibri Light" pitchFamily="0" charset="0"/>
                <a:cs typeface="Calibri Light" pitchFamily="0" charset="0"/>
              </a:defRPr>
            </a:pPr>
            <a:r>
              <a:rPr lang="en-us" sz="3200" cap="none"/>
              <a:t>Logic – Entailment</a:t>
            </a:r>
            <a:endParaRPr lang="en-in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A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  <a:r>
              <a:rPr lang="en-us" b="1" cap="none"/>
              <a:t>Grounding</a:t>
            </a:r>
            <a:r>
              <a:t> – connection between logical reasoning and real environment in which agent exists.</a:t>
            </a:r>
          </a:p>
          <a:p>
            <a:pPr>
              <a:defRPr lang="en-us"/>
            </a:pPr>
          </a:p>
          <a:p>
            <a:pPr>
              <a:defRPr lang="en-us"/>
            </a:pPr>
            <a:r>
              <a:t>How do we know that KB is true in the real world?</a:t>
            </a:r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MAL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vAwAAIgBAABiMgAAwQYAABAAAAAmAAAACAAAAIGAAAAAAAAA"/>
              </a:ext>
            </a:extLst>
          </p:cNvSpPr>
          <p:nvPr>
            <p:ph type="title"/>
          </p:nvPr>
        </p:nvSpPr>
        <p:spPr>
          <a:xfrm>
            <a:off x="2070100" y="248920"/>
            <a:ext cx="6120130" cy="84899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b="1" cap="none">
                <a:solidFill>
                  <a:schemeClr val="hlink"/>
                </a:solidFill>
              </a:defRPr>
            </a:pPr>
            <a:r>
              <a:rPr lang="en-us" sz="3200" cap="none"/>
              <a:t>Logic - Grounding</a:t>
            </a:r>
            <a:endParaRPr lang="en-in" sz="320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571500" indent="-342900">
              <a:buFont typeface="Wingdings" pitchFamily="0" charset="2"/>
              <a:buChar char="Ø"/>
              <a:defRPr lang="en-us"/>
            </a:pPr>
            <a:r>
              <a:t>A simple representation language for building knowledge-based agents</a:t>
            </a:r>
          </a:p>
          <a:p>
            <a:pPr marL="571500" indent="-342900">
              <a:buFont typeface="Wingdings" pitchFamily="0" charset="2"/>
              <a:buChar char="Ø"/>
              <a:defRPr lang="en-us"/>
            </a:pPr>
            <a:r>
              <a:t>Proposition Symbol – A symbol that stands for a proposition.</a:t>
            </a:r>
          </a:p>
          <a:p>
            <a:pPr>
              <a:defRPr lang="en-us"/>
            </a:pPr>
            <a:r>
              <a:rPr lang="en-us" cap="none">
                <a:solidFill>
                  <a:srgbClr val="FF0000"/>
                </a:solidFill>
              </a:rPr>
              <a:t>     E.g., W</a:t>
            </a:r>
            <a:r>
              <a:rPr lang="en-us" cap="none" baseline="-24000">
                <a:solidFill>
                  <a:srgbClr val="FF0000"/>
                </a:solidFill>
              </a:rPr>
              <a:t>1,3</a:t>
            </a:r>
            <a:r>
              <a:rPr lang="en-us" cap="none">
                <a:solidFill>
                  <a:srgbClr val="FF0000"/>
                </a:solidFill>
              </a:rPr>
              <a:t> – “Wumpus in [1,3]” is a proposition and W</a:t>
            </a:r>
            <a:r>
              <a:rPr lang="en-us" cap="none" baseline="-24000">
                <a:solidFill>
                  <a:srgbClr val="FF0000"/>
                </a:solidFill>
              </a:rPr>
              <a:t>1,3</a:t>
            </a:r>
            <a:r>
              <a:rPr lang="en-us" cap="none">
                <a:solidFill>
                  <a:srgbClr val="FF0000"/>
                </a:solidFill>
              </a:rPr>
              <a:t> is the symbol</a:t>
            </a:r>
            <a:endParaRPr lang="en-us" cap="none">
              <a:solidFill>
                <a:srgbClr val="FF0000"/>
              </a:solidFill>
            </a:endParaRPr>
          </a:p>
          <a:p>
            <a:pPr marL="571500" indent="-342900">
              <a:buFont typeface="Wingdings" pitchFamily="0" charset="2"/>
              <a:buChar char="Ø"/>
              <a:defRPr lang="en-us"/>
            </a:pPr>
            <a:r>
              <a:t>Proposition can be true or false</a:t>
            </a:r>
          </a:p>
          <a:p>
            <a:pPr marL="571500" indent="-342900">
              <a:buFont typeface="Wingdings" pitchFamily="0" charset="2"/>
              <a:buChar char="Ø"/>
              <a:defRPr lang="en-us"/>
            </a:pPr>
            <a:r>
              <a:t>Usually represented with uppercase letter and may contain other letters or subscripts. E.g., P, Q, R, W</a:t>
            </a:r>
            <a:r>
              <a:rPr lang="en-us" cap="none" baseline="-24000"/>
              <a:t>1,3</a:t>
            </a:r>
            <a:r>
              <a:t>, North</a:t>
            </a:r>
          </a:p>
          <a:p>
            <a:pPr marL="571500" indent="-342900">
              <a:buFont typeface="Wingdings" pitchFamily="0" charset="2"/>
              <a:buChar char="Ø"/>
              <a:defRPr lang="en-us"/>
            </a:pPr>
            <a:r>
              <a:t>Two proposition symbols have fixed meaning</a:t>
            </a:r>
          </a:p>
          <a:p>
            <a:pPr lvl="1" marL="1028700" indent="-342900">
              <a:defRPr lang="en-us"/>
            </a:pPr>
            <a:r>
              <a:t>True – always true proposition</a:t>
            </a:r>
          </a:p>
          <a:p>
            <a:pPr lvl="1" marL="1028700" indent="-342900">
              <a:defRPr lang="en-us"/>
            </a:pPr>
            <a:r>
              <a:t>False – always false proposition</a:t>
            </a:r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NZIL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NAkAAD8CAAD+LgAAVAYAABAAAAAmAAAACAAAAIGAAAAAAAAA"/>
              </a:ext>
            </a:extLst>
          </p:cNvSpPr>
          <p:nvPr>
            <p:ph type="title"/>
          </p:nvPr>
        </p:nvSpPr>
        <p:spPr>
          <a:xfrm>
            <a:off x="1496060" y="365125"/>
            <a:ext cx="6142990" cy="66357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Propositional Logic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A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685800" indent="-457200">
              <a:buFont typeface="Wingdings" pitchFamily="0" charset="2"/>
              <a:buChar char="Ø"/>
              <a:defRPr lang="en-us"/>
            </a:pPr>
            <a:r>
              <a:rPr lang="en-us" cap="none">
                <a:solidFill>
                  <a:srgbClr val="FF0000"/>
                </a:solidFill>
              </a:rPr>
              <a:t>Syntax</a:t>
            </a:r>
            <a:r>
              <a:t> – Defines the language for allowable sentences</a:t>
            </a:r>
          </a:p>
          <a:p>
            <a:pPr marL="685800" indent="-457200">
              <a:buFont typeface="Wingdings" pitchFamily="0" charset="2"/>
              <a:buChar char="§"/>
              <a:defRPr lang="en-us"/>
            </a:pPr>
            <a:r>
              <a:rPr lang="en-us" cap="none">
                <a:solidFill>
                  <a:schemeClr val="hlink"/>
                </a:solidFill>
              </a:rPr>
              <a:t>Atomic proposition</a:t>
            </a:r>
            <a:r>
              <a:rPr lang="en-us" cap="none">
                <a:solidFill>
                  <a:srgbClr val="F0F0F0"/>
                </a:solidFill>
              </a:rPr>
              <a:t> </a:t>
            </a:r>
            <a:r>
              <a:t>– consist of a single propositional symbol</a:t>
            </a:r>
          </a:p>
          <a:p>
            <a:pPr marL="685800" indent="-457200">
              <a:buFont typeface="Wingdings" pitchFamily="0" charset="2"/>
              <a:buChar char="§"/>
              <a:defRPr lang="en-us"/>
            </a:pPr>
            <a:r>
              <a:rPr lang="en-us" cap="none">
                <a:solidFill>
                  <a:schemeClr val="hlink"/>
                </a:solidFill>
              </a:rPr>
              <a:t>Complex proposition</a:t>
            </a:r>
            <a:r>
              <a:t>– Constructed from atomic sentences using parenthesis and logical connectives</a:t>
            </a:r>
          </a:p>
          <a:p>
            <a:pPr>
              <a:defRPr lang="en-us"/>
            </a:pPr>
          </a:p>
          <a:p>
            <a:pPr lvl="1">
              <a:defRPr lang="en-us"/>
            </a:pPr>
          </a:p>
          <a:p>
            <a:pPr>
              <a:defRPr lang="en-us"/>
            </a:pPr>
          </a:p>
          <a:p>
            <a:pPr>
              <a:defRPr lang="en-us"/>
            </a:pPr>
            <a:endParaRPr lang="en-in" cap="none"/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NBAl4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HwkAAD8CAABvLQAAfgYAABAAAAAmAAAACAAAAIGAAAAAAAAA"/>
              </a:ext>
            </a:extLst>
          </p:cNvSpPr>
          <p:nvPr>
            <p:ph type="title"/>
          </p:nvPr>
        </p:nvSpPr>
        <p:spPr>
          <a:xfrm>
            <a:off x="1482725" y="365125"/>
            <a:ext cx="5902960" cy="69024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Propositional Logic – Syntax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e9///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endParaRPr lang="en-US" dirty="0" smtClean="0">
                  <a:latin typeface="Helvetica" panose="020B0500000000000000" pitchFamily="34" charset="0"/>
                </a:endParaRPr>
              </a:p>
              <a:p>
                <a:endParaRPr lang="en-US" dirty="0">
                  <a:latin typeface="Helvetica" panose="020B0500000000000000" pitchFamily="34" charset="0"/>
                </a:endParaRPr>
              </a:p>
              <a:p>
                <a:endParaRPr lang="en-US" dirty="0" smtClean="0">
                  <a:latin typeface="Helvetica" panose="020B0500000000000000" pitchFamily="34" charset="0"/>
                </a:endParaRPr>
              </a:p>
              <a:p>
                <a:endParaRPr lang="en-US" i="1" dirty="0">
                  <a:latin typeface="Helvetica" panose="020B0500000000000000" pitchFamily="34" charset="0"/>
                  <a:ea typeface="Cambria Math" charset="0"/>
                  <a:cs typeface="Cambria Math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¬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(not) – A sentence like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¬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W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1,3 </a:t>
                </a:r>
                <a:r>
                  <a:rPr lang="en-US" dirty="0">
                    <a:latin typeface="Helvetica" panose="020B0500000000000000" pitchFamily="34" charset="0"/>
                  </a:rPr>
                  <a:t> is the negation of W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1,3</a:t>
                </a:r>
                <a:r>
                  <a:rPr lang="en-US" dirty="0">
                    <a:latin typeface="Helvetica" panose="020B0500000000000000" pitchFamily="34" charset="0"/>
                  </a:rPr>
                  <a:t> . </a:t>
                </a:r>
                <a:endParaRPr lang="en-US" i="1" dirty="0" smtClean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⋀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(and) – Used in AND combination of sentences, i.e., W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1,3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⋀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P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3,1</a:t>
                </a:r>
                <a:r>
                  <a:rPr lang="en-US" dirty="0">
                    <a:latin typeface="Helvetica" panose="020B0500000000000000" pitchFamily="34" charset="0"/>
                  </a:rPr>
                  <a:t> . It is called a </a:t>
                </a:r>
                <a:r>
                  <a:rPr lang="en-US" b="1" dirty="0">
                    <a:latin typeface="Helvetica" panose="020B0500000000000000" pitchFamily="34" charset="0"/>
                  </a:rPr>
                  <a:t>conjunction</a:t>
                </a:r>
                <a:r>
                  <a:rPr lang="en-US" dirty="0">
                    <a:latin typeface="Helvetica" panose="020B0500000000000000" pitchFamily="34" charset="0"/>
                  </a:rPr>
                  <a:t> and its parts are called </a:t>
                </a:r>
                <a:r>
                  <a:rPr lang="en-US" b="1" dirty="0">
                    <a:latin typeface="Helvetica" panose="020B0500000000000000" pitchFamily="34" charset="0"/>
                  </a:rPr>
                  <a:t>conjuncts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⋀</m:t>
                    </m:r>
                  </m:oMath>
                </a14:m>
                <a:r>
                  <a:rPr lang="en-US" b="1" dirty="0">
                    <a:latin typeface="Helvetica" panose="020B0500000000000000" pitchFamily="34" charset="0"/>
                  </a:rPr>
                  <a:t> </a:t>
                </a:r>
                <a:r>
                  <a:rPr lang="en-US" dirty="0">
                    <a:latin typeface="Helvetica" panose="020B0500000000000000" pitchFamily="34" charset="0"/>
                  </a:rPr>
                  <a:t>(or) – Used in OR combination of sentences, i.e., W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1,3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⋁ 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P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3,1</a:t>
                </a:r>
                <a:r>
                  <a:rPr lang="en-US" dirty="0">
                    <a:latin typeface="Helvetica" panose="020B0500000000000000" pitchFamily="34" charset="0"/>
                  </a:rPr>
                  <a:t> . It is called a </a:t>
                </a:r>
                <a:r>
                  <a:rPr lang="en-US" b="1" dirty="0">
                    <a:latin typeface="Helvetica" panose="020B0500000000000000" pitchFamily="34" charset="0"/>
                  </a:rPr>
                  <a:t>disjunction </a:t>
                </a:r>
                <a:r>
                  <a:rPr lang="en-US" dirty="0">
                    <a:latin typeface="Helvetica" panose="020B0500000000000000" pitchFamily="34" charset="0"/>
                  </a:rPr>
                  <a:t>and its parts are called </a:t>
                </a:r>
                <a:r>
                  <a:rPr lang="en-US" b="1" dirty="0" err="1">
                    <a:latin typeface="Helvetica" panose="020B0500000000000000" pitchFamily="34" charset="0"/>
                  </a:rPr>
                  <a:t>disjuncts</a:t>
                </a:r>
                <a:endParaRPr lang="en-US" b="1" dirty="0">
                  <a:latin typeface="Helvetica" panose="020B0500000000000000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en-US" b="1" dirty="0">
                    <a:latin typeface="Helvetica" panose="020B0500000000000000" pitchFamily="34" charset="0"/>
                  </a:rPr>
                  <a:t> </a:t>
                </a:r>
                <a:r>
                  <a:rPr lang="en-US" dirty="0">
                    <a:latin typeface="Helvetica" panose="020B0500000000000000" pitchFamily="34" charset="0"/>
                  </a:rPr>
                  <a:t>(implies) – A sentence such as (W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1,3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⋀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P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3,1</a:t>
                </a:r>
                <a:r>
                  <a:rPr lang="en-US" dirty="0">
                    <a:latin typeface="Helvetica" panose="020B0500000000000000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en-US" b="1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¬ 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W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2,2</a:t>
                </a:r>
                <a:r>
                  <a:rPr lang="en-US" dirty="0">
                    <a:latin typeface="Helvetica" panose="020B0500000000000000" pitchFamily="34" charset="0"/>
                  </a:rPr>
                  <a:t> is called an </a:t>
                </a:r>
                <a:r>
                  <a:rPr lang="en-US" b="1" dirty="0">
                    <a:latin typeface="Helvetica" panose="020B0500000000000000" pitchFamily="34" charset="0"/>
                  </a:rPr>
                  <a:t>implication</a:t>
                </a:r>
                <a:r>
                  <a:rPr lang="en-US" dirty="0">
                    <a:latin typeface="Helvetica" panose="020B0500000000000000" pitchFamily="34" charset="0"/>
                  </a:rPr>
                  <a:t> (or conditional). Its premise (antecedent) is LHS and its conclusion (consequent) is RHS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⟺</m:t>
                    </m:r>
                  </m:oMath>
                </a14:m>
                <a:r>
                  <a:rPr lang="en-US" b="1" dirty="0">
                    <a:latin typeface="Helvetica" panose="020B0500000000000000" pitchFamily="34" charset="0"/>
                  </a:rPr>
                  <a:t> </a:t>
                </a:r>
                <a:r>
                  <a:rPr lang="en-US" dirty="0">
                    <a:latin typeface="Helvetica" panose="020B0500000000000000" pitchFamily="34" charset="0"/>
                  </a:rPr>
                  <a:t>(if and only if) – A sentence like W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1,3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⟺</m:t>
                    </m:r>
                  </m:oMath>
                </a14:m>
                <a:r>
                  <a:rPr lang="en-US" b="1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¬ 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W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2,2 </a:t>
                </a:r>
                <a:r>
                  <a:rPr lang="en-US" dirty="0">
                    <a:latin typeface="Helvetica" panose="020B0500000000000000" pitchFamily="34" charset="0"/>
                  </a:rPr>
                  <a:t>is a </a:t>
                </a:r>
                <a:r>
                  <a:rPr lang="en-US" b="1" dirty="0" err="1">
                    <a:latin typeface="Helvetica" panose="020B0500000000000000" pitchFamily="34" charset="0"/>
                  </a:rPr>
                  <a:t>biconditional</a:t>
                </a:r>
                <a:endParaRPr lang="en-US" b="1" dirty="0">
                  <a:latin typeface="Helvetica" panose="020B0500000000000000" pitchFamily="34" charset="0"/>
                </a:endParaRPr>
              </a:p>
              <a:p>
                <a:endParaRPr lang="en-US" b="1" dirty="0">
                  <a:latin typeface="Helvetica" panose="020B0500000000000000" pitchFamily="34" charset="0"/>
                </a:endParaRPr>
              </a:p>
              <a:p>
                <a:endParaRPr lang="en-IN" dirty="0">
                  <a:latin typeface="Helvetica" panose="020B0500000000000000" pitchFamily="34" charset="0"/>
                </a:endParaRPr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Hvp+XIC+Z/2qQKAcTuxeSo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e9///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>
                  <a:fillRect l="0" t="0" r="0" b="-22740"/>
                </a:stretch>
              </a:blipFill>
              <a:ln>
                <a:noFill/>
              </a:ln>
              <a:effectLst/>
            </p:spPr>
          </p:sp>
        </mc:Fallback>
      </mc:AlternateContent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EA7u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CgkAAD8CAABLMQAAkwYAABAAAAAmAAAACAAAAIGAAAAAAAAA"/>
              </a:ext>
            </a:extLst>
          </p:cNvSpPr>
          <p:nvPr>
            <p:ph type="title"/>
          </p:nvPr>
        </p:nvSpPr>
        <p:spPr>
          <a:xfrm>
            <a:off x="1469390" y="365125"/>
            <a:ext cx="6543675" cy="70358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b="1" cap="none">
                <a:solidFill>
                  <a:schemeClr val="hlink"/>
                </a:solidFill>
              </a:defRPr>
            </a:pPr>
            <a:r>
              <a:rPr lang="en-us" sz="3200" cap="none"/>
              <a:t>Propositional Logic – Connectivites</a:t>
            </a:r>
            <a:endParaRPr lang="en-in" sz="3200" cap="none"/>
          </a:p>
        </p:txBody>
      </p:sp>
      <p:pic>
        <p:nvPicPr>
          <p:cNvPr id="4" name="Picture 3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fwKj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P4VAAB/BwAAvEMAAAEU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575050" y="1218565"/>
            <a:ext cx="7435850" cy="203327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Jf///8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marL="514350" indent="-285750">
                  <a:buFont typeface="Wingdings" panose="05000000000000000000" pitchFamily="2" charset="2"/>
                  <a:buChar char="Ø"/>
                </a:pPr>
                <a:r>
                  <a:rPr lang="en-US" dirty="0"/>
                  <a:t>Operator Precedence: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¬ 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⋀ 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⋁</m:t>
                    </m:r>
                  </m:oMath>
                </a14:m>
                <a:r>
                  <a:rPr lang="en-US" dirty="0"/>
                  <a:t>,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⟹ 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⟺</m:t>
                    </m:r>
                  </m:oMath>
                </a14:m>
                <a:endParaRPr lang="en-US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514350" indent="-285750">
                  <a:buFont typeface="Wingdings" panose="05000000000000000000" pitchFamily="2" charset="2"/>
                  <a:buChar char="Ø"/>
                </a:pPr>
                <a:r>
                  <a:rPr lang="en-US" dirty="0">
                    <a:ea typeface="Cambria Math" charset="0"/>
                    <a:cs typeface="Cambria Math" charset="0"/>
                  </a:rPr>
                  <a:t>In ambiguous sentences like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¬</m:t>
                    </m:r>
                    <m: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A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</m:nary>
                  </m:oMath>
                </a14:m>
                <a:r>
                  <a:rPr lang="en-US" dirty="0"/>
                  <a:t>,  resolution is done using precedence, such that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¬</m:t>
                    </m:r>
                    <m: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A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) 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e>
                    </m:nary>
                  </m:oMath>
                </a14:m>
                <a:r>
                  <a:rPr lang="en-US" dirty="0"/>
                  <a:t> rather than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¬</m:t>
                    </m:r>
                    <m: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A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marL="51435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514350" indent="-28575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514350" indent="-285750">
                  <a:buFont typeface="Wingdings" panose="05000000000000000000" pitchFamily="2" charset="2"/>
                  <a:buChar char="Ø"/>
                </a:pPr>
                <a:endParaRPr lang="en-IN" dirty="0"/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INP2WFH0vuQZRsGG9zY/H4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Jf///8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>
                  <a:fillRect l="0" t="0" r="-1050" b="0"/>
                </a:stretch>
              </a:blipFill>
              <a:ln>
                <a:noFill/>
              </a:ln>
              <a:effectLst/>
            </p:spPr>
          </p:sp>
        </mc:Fallback>
      </mc:AlternateContent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AwsAAD4CAAA9NQAAPAcAABAAAAAmAAAACAAAAIGAAAAAAAAA"/>
              </a:ext>
            </a:extLst>
          </p:cNvSpPr>
          <p:nvPr>
            <p:ph type="title"/>
          </p:nvPr>
        </p:nvSpPr>
        <p:spPr>
          <a:xfrm>
            <a:off x="1790065" y="364490"/>
            <a:ext cx="6864350" cy="81153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Propositional Logic – Syntax 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A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685800" indent="-457200">
              <a:buFont typeface="Wingdings" pitchFamily="0" charset="2"/>
              <a:buChar char="Ø"/>
              <a:defRPr lang="en-us"/>
            </a:pPr>
            <a:r>
              <a:t>Semantics defines the rules for determining the truth of a sentence w.r.t a particular model</a:t>
            </a:r>
          </a:p>
          <a:p>
            <a:pPr marL="685800" indent="-457200">
              <a:buFont typeface="Wingdings" pitchFamily="0" charset="2"/>
              <a:buChar char="Ø"/>
              <a:defRPr lang="en-us"/>
            </a:pPr>
            <a:r>
              <a:t>E.g., sentences in knowledge base are {P1, P2, P3}, a possible model</a:t>
            </a:r>
          </a:p>
          <a:p>
            <a:pPr indent="0">
              <a:defRPr lang="en-us"/>
            </a:pPr>
            <a:r>
              <a:t>m1 = {P1 = false, P2 = true, P3 = false}, a model provides truth values for proposition symbols</a:t>
            </a:r>
          </a:p>
          <a:p>
            <a:pPr>
              <a:defRPr lang="en-us"/>
            </a:pPr>
          </a:p>
          <a:p>
            <a:pPr>
              <a:defRPr lang="en-us"/>
            </a:pPr>
            <a:endParaRPr lang="en-in" cap="none"/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egcAAD8CAAAoNQAAugcAABAAAAAmAAAACAAAAIGAAAAAAAAA"/>
              </a:ext>
            </a:extLst>
          </p:cNvSpPr>
          <p:nvPr>
            <p:ph type="title"/>
          </p:nvPr>
        </p:nvSpPr>
        <p:spPr>
          <a:xfrm>
            <a:off x="1215390" y="365125"/>
            <a:ext cx="7425690" cy="89090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Propositional Logic – Semantics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685800" indent="-457200">
              <a:buFont typeface="Wingdings" pitchFamily="0" charset="2"/>
              <a:buChar char="Ø"/>
              <a:defRPr lang="en-us"/>
            </a:pPr>
            <a:r>
              <a:t>Semantics must specify how to compute the truth value of any sentence, given a model</a:t>
            </a:r>
          </a:p>
          <a:p>
            <a:pPr marL="685800" indent="-457200">
              <a:buFont typeface="Wingdings" pitchFamily="0" charset="2"/>
              <a:buChar char="Ø"/>
              <a:defRPr lang="en-us"/>
            </a:pPr>
          </a:p>
          <a:p>
            <a:pPr lvl="1" marL="1143000" indent="-457200">
              <a:buFont typeface="Wingdings" pitchFamily="0" charset="2"/>
              <a:buChar char="§"/>
              <a:defRPr lang="en-us" sz="2400" cap="none"/>
            </a:pPr>
            <a:r>
              <a:t>Compute the truth of atomic sentences and</a:t>
            </a:r>
          </a:p>
          <a:p>
            <a:pPr lvl="1" marL="1143000" indent="-457200">
              <a:buFont typeface="Wingdings" pitchFamily="0" charset="2"/>
              <a:buChar char="§"/>
              <a:defRPr lang="en-us" sz="2400" cap="none"/>
            </a:pPr>
            <a:r>
              <a:t>Compute the truth of sentences formed with five connectives</a:t>
            </a:r>
          </a:p>
          <a:p>
            <a:pPr lvl="1" marL="1143000" indent="-457200">
              <a:buFont typeface="Wingdings" pitchFamily="0" charset="2"/>
              <a:buChar char="Ø"/>
              <a:defRPr lang="en-us" sz="2400" cap="none"/>
            </a:pPr>
          </a:p>
          <a:p>
            <a:pPr marL="685800" indent="-457200">
              <a:buFont typeface="Wingdings" pitchFamily="0" charset="2"/>
              <a:buChar char="Ø"/>
              <a:defRPr lang="en-us"/>
            </a:pPr>
            <a:r>
              <a:t>The truth of atomic sentences is given by the model</a:t>
            </a:r>
          </a:p>
          <a:p>
            <a:pPr>
              <a:defRPr lang="en-us"/>
            </a:pPr>
            <a:endParaRPr lang="en-in" cap="none"/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4ARA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bAsAAD8CAADeMQAAqAYAABAAAAAmAAAACAAAAIGAAAAAAAAA"/>
              </a:ext>
            </a:extLst>
          </p:cNvSpPr>
          <p:nvPr>
            <p:ph type="title"/>
          </p:nvPr>
        </p:nvSpPr>
        <p:spPr>
          <a:xfrm>
            <a:off x="1856740" y="365125"/>
            <a:ext cx="6249670" cy="71691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Propositional Logic – Semantics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2P///3b///8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marL="685800" indent="-457200">
                  <a:buFont typeface="Wingdings" panose="05000000000000000000" pitchFamily="2" charset="2"/>
                  <a:buChar char="Ø"/>
                </a:pPr>
                <a:r>
                  <a:rPr lang="en-US" sz="3200" dirty="0"/>
                  <a:t>For complex sentences, we can do recursive evaluation using truth table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685800" indent="-457200">
                  <a:buFont typeface="Wingdings" panose="05000000000000000000" pitchFamily="2" charset="2"/>
                  <a:buChar char="Ø"/>
                </a:pPr>
                <a:r>
                  <a:rPr lang="en-US" dirty="0"/>
                  <a:t>E.g.,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¬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1, 2</m:t>
                        </m:r>
                      </m:sub>
                    </m:sSub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2,2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⋁</m:t>
                            </m:r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3,1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 evaluated in m1 </a:t>
                </a:r>
                <a:r>
                  <a:rPr lang="en-US" dirty="0"/>
                  <a:t>gives </a:t>
                </a:r>
                <a:r>
                  <a:rPr lang="en-US" i="1" dirty="0"/>
                  <a:t>true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⋀</m:t>
                    </m:r>
                  </m:oMath>
                </a14:m>
                <a:r>
                  <a:rPr lang="en-US" i="1" dirty="0"/>
                  <a:t> (false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⋁</m:t>
                    </m:r>
                  </m:oMath>
                </a14:m>
                <a:r>
                  <a:rPr lang="en-US" i="1" dirty="0"/>
                  <a:t> true) = true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⋀</m:t>
                    </m:r>
                  </m:oMath>
                </a14:m>
                <a:r>
                  <a:rPr lang="en-US" i="1" dirty="0"/>
                  <a:t> (true) = true</a:t>
                </a:r>
              </a:p>
              <a:p>
                <a:pPr marL="685800" indent="-457200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HOCFFxZ9i05cY1CYXElrUQ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2P///3b///8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>
                  <a:fillRect l="0" t="-400" r="-1380" b="0"/>
                </a:stretch>
              </a:blipFill>
              <a:ln>
                <a:noFill/>
              </a:ln>
              <a:effectLst/>
            </p:spPr>
          </p:sp>
        </mc:Fallback>
      </mc:AlternateContent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QgsAAD8CAAAvMwAA0gYAABAAAAAmAAAACAAAAIGAAAAAAAAA"/>
              </a:ext>
            </a:extLst>
          </p:cNvSpPr>
          <p:nvPr>
            <p:ph type="title"/>
          </p:nvPr>
        </p:nvSpPr>
        <p:spPr>
          <a:xfrm>
            <a:off x="1830070" y="365125"/>
            <a:ext cx="6490335" cy="74358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Propositional Logic – Semantics</a:t>
            </a:r>
            <a:endParaRPr lang="en-in" sz="3200" b="1" cap="none"/>
          </a:p>
        </p:txBody>
      </p:sp>
      <p:pic>
        <p:nvPicPr>
          <p:cNvPr id="4" name="Picture 4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c4cxw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FkJAAD4EAAAzEIAAFkc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519555" y="2758440"/>
            <a:ext cx="9338945" cy="184975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50AG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  <a:r>
              <a:t>A simple KB for wumpus world.</a:t>
            </a:r>
          </a:p>
          <a:p>
            <a:pPr marL="685800" indent="-457200">
              <a:buFont typeface="Wingdings" pitchFamily="0" charset="2"/>
              <a:buChar char="§"/>
              <a:defRPr lang="en-us"/>
            </a:pPr>
            <a:r>
              <a:t>    For each [x, y] location</a:t>
            </a:r>
          </a:p>
          <a:p>
            <a:pPr marL="685800" indent="-457200">
              <a:buFont typeface="Wingdings" pitchFamily="0" charset="2"/>
              <a:buChar char="§"/>
              <a:defRPr lang="en-us"/>
            </a:pPr>
            <a:r>
              <a:t>    P</a:t>
            </a:r>
            <a:r>
              <a:rPr lang="en-us" cap="none" baseline="-24000"/>
              <a:t>x,y</a:t>
            </a:r>
            <a:r>
              <a:t> is true if there is a pit in [x, y]</a:t>
            </a:r>
          </a:p>
          <a:p>
            <a:pPr marL="685800" indent="-457200">
              <a:buFont typeface="Wingdings" pitchFamily="0" charset="2"/>
              <a:buChar char="§"/>
              <a:defRPr lang="en-us"/>
            </a:pPr>
            <a:r>
              <a:t>    W</a:t>
            </a:r>
            <a:r>
              <a:rPr lang="en-us" cap="none" baseline="-24000"/>
              <a:t>x,y</a:t>
            </a:r>
            <a:r>
              <a:t> is true if there is a wumpus in [x, y]</a:t>
            </a:r>
          </a:p>
          <a:p>
            <a:pPr marL="685800" indent="-457200">
              <a:buFont typeface="Wingdings" pitchFamily="0" charset="2"/>
              <a:buChar char="§"/>
              <a:defRPr lang="en-us"/>
            </a:pPr>
            <a:r>
              <a:t>    B</a:t>
            </a:r>
            <a:r>
              <a:rPr lang="en-us" cap="none" baseline="-24000"/>
              <a:t>x,y</a:t>
            </a:r>
            <a:r>
              <a:t> is true if agent perceives a breeze in [x, y]</a:t>
            </a:r>
          </a:p>
          <a:p>
            <a:pPr marL="685800" indent="-457200">
              <a:buFont typeface="Wingdings" pitchFamily="0" charset="2"/>
              <a:buChar char="§"/>
              <a:defRPr lang="en-us"/>
            </a:pPr>
            <a:r>
              <a:t>    S</a:t>
            </a:r>
            <a:r>
              <a:rPr lang="en-us" cap="none" baseline="-24000"/>
              <a:t>x,y</a:t>
            </a:r>
            <a:r>
              <a:t> is true if agent perceives a stench in [x, y]</a:t>
            </a:r>
          </a:p>
          <a:p>
            <a:pPr marL="685800" indent="-457200">
              <a:buFont typeface="Wingdings" pitchFamily="0" charset="2"/>
              <a:buChar char="§"/>
              <a:defRPr lang="en-us"/>
            </a:pPr>
          </a:p>
          <a:p>
            <a:pPr>
              <a:defRPr lang="en-us"/>
            </a:pPr>
            <a:endParaRPr lang="en-in" cap="none"/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IU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ywgAAD8CAACKMQAAkwYAABAAAAAmAAAACAAAAIGAAAAAAAAA"/>
              </a:ext>
            </a:extLst>
          </p:cNvSpPr>
          <p:nvPr>
            <p:ph type="title"/>
          </p:nvPr>
        </p:nvSpPr>
        <p:spPr>
          <a:xfrm>
            <a:off x="1429385" y="365125"/>
            <a:ext cx="6623685" cy="70358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Propositional Logic – Example KB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Helvetica" panose="020B0500000000000000" pitchFamily="34" charset="0"/>
                  </a:rPr>
                  <a:t>Each sentence will be denoted as </a:t>
                </a:r>
                <a:r>
                  <a:rPr lang="en-US" dirty="0" err="1">
                    <a:latin typeface="Helvetica" panose="020B0500000000000000" pitchFamily="34" charset="0"/>
                  </a:rPr>
                  <a:t>R</a:t>
                </a:r>
                <a:r>
                  <a:rPr lang="en-US" baseline="-25000" dirty="0" err="1">
                    <a:latin typeface="Helvetica" panose="020B0500000000000000" pitchFamily="34" charset="0"/>
                  </a:rPr>
                  <a:t>i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 </a:t>
                </a:r>
                <a:r>
                  <a:rPr lang="en-US" dirty="0">
                    <a:latin typeface="Helvetica" panose="020B0500000000000000" pitchFamily="34" charset="0"/>
                  </a:rPr>
                  <a:t> so that we can refer to them</a:t>
                </a:r>
              </a:p>
              <a:p>
                <a:endParaRPr lang="en-US" dirty="0">
                  <a:latin typeface="Helvetica" panose="020B0500000000000000" pitchFamily="34" charset="0"/>
                </a:endParaRPr>
              </a:p>
              <a:p>
                <a:r>
                  <a:rPr lang="en-US" dirty="0">
                    <a:latin typeface="Helvetica" panose="020B0500000000000000" pitchFamily="34" charset="0"/>
                  </a:rPr>
                  <a:t>R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1</a:t>
                </a:r>
                <a:r>
                  <a:rPr lang="en-US" dirty="0">
                    <a:latin typeface="Helvetica" panose="020B0500000000000000" pitchFamily="34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¬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P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1,1</a:t>
                </a:r>
                <a:endParaRPr lang="en-US" dirty="0">
                  <a:latin typeface="Helvetica" panose="020B0500000000000000" pitchFamily="34" charset="0"/>
                </a:endParaRPr>
              </a:p>
              <a:p>
                <a:r>
                  <a:rPr lang="en-US" dirty="0">
                    <a:latin typeface="Helvetica" panose="020B0500000000000000" pitchFamily="34" charset="0"/>
                  </a:rPr>
                  <a:t>R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2</a:t>
                </a:r>
                <a:r>
                  <a:rPr lang="en-US" dirty="0">
                    <a:latin typeface="Helvetica" panose="020B0500000000000000" pitchFamily="34" charset="0"/>
                  </a:rPr>
                  <a:t> : B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1,1</a:t>
                </a:r>
                <a:r>
                  <a:rPr lang="en-US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⟺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(P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1,2</a:t>
                </a:r>
                <a:r>
                  <a:rPr lang="en-US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⋁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P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2,1</a:t>
                </a:r>
                <a:r>
                  <a:rPr lang="en-US" dirty="0">
                    <a:latin typeface="Helvetica" panose="020B0500000000000000" pitchFamily="34" charset="0"/>
                  </a:rPr>
                  <a:t>)</a:t>
                </a:r>
              </a:p>
              <a:p>
                <a:r>
                  <a:rPr lang="en-US" dirty="0">
                    <a:latin typeface="Helvetica" panose="020B0500000000000000" pitchFamily="34" charset="0"/>
                  </a:rPr>
                  <a:t>R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3</a:t>
                </a:r>
                <a:r>
                  <a:rPr lang="en-US" dirty="0">
                    <a:latin typeface="Helvetica" panose="020B0500000000000000" pitchFamily="34" charset="0"/>
                  </a:rPr>
                  <a:t> : B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2,1</a:t>
                </a:r>
                <a:r>
                  <a:rPr lang="en-US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⟺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(P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1,1</a:t>
                </a:r>
                <a:r>
                  <a:rPr lang="en-US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⋁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P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2,2</a:t>
                </a:r>
                <a:r>
                  <a:rPr lang="en-US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⋁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</a:t>
                </a:r>
                <a:r>
                  <a:rPr lang="en-US" dirty="0">
                    <a:latin typeface="Helvetica" panose="020B0500000000000000" pitchFamily="34" charset="0"/>
                  </a:rPr>
                  <a:t>P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1,3 </a:t>
                </a:r>
                <a:r>
                  <a:rPr lang="en-US" dirty="0">
                    <a:latin typeface="Helvetica" panose="020B0500000000000000" pitchFamily="34" charset="0"/>
                  </a:rPr>
                  <a:t>)</a:t>
                </a:r>
              </a:p>
              <a:p>
                <a:r>
                  <a:rPr lang="en-US" dirty="0">
                    <a:latin typeface="Helvetica" panose="020B0500000000000000" pitchFamily="34" charset="0"/>
                  </a:rPr>
                  <a:t>R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4</a:t>
                </a:r>
                <a:r>
                  <a:rPr lang="en-US" dirty="0">
                    <a:latin typeface="Helvetica" panose="020B0500000000000000" pitchFamily="34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¬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B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1,1</a:t>
                </a:r>
              </a:p>
              <a:p>
                <a:r>
                  <a:rPr lang="en-US" dirty="0">
                    <a:latin typeface="Helvetica" panose="020B0500000000000000" pitchFamily="34" charset="0"/>
                  </a:rPr>
                  <a:t>R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5</a:t>
                </a:r>
                <a:r>
                  <a:rPr lang="en-US" dirty="0">
                    <a:latin typeface="Helvetica" panose="020B0500000000000000" pitchFamily="34" charset="0"/>
                  </a:rPr>
                  <a:t> : B</a:t>
                </a:r>
                <a:r>
                  <a:rPr lang="en-US" baseline="-25000" dirty="0">
                    <a:latin typeface="Helvetica" panose="020B0500000000000000" pitchFamily="34" charset="0"/>
                  </a:rPr>
                  <a:t>2,1</a:t>
                </a:r>
              </a:p>
              <a:p>
                <a:endParaRPr lang="en-US" dirty="0">
                  <a:latin typeface="Helvetica" panose="020B0500000000000000" pitchFamily="34" charset="0"/>
                </a:endParaRPr>
              </a:p>
              <a:p>
                <a:endParaRPr lang="en-IN" dirty="0">
                  <a:latin typeface="Helvetica" panose="020B0500000000000000" pitchFamily="34" charset="0"/>
                </a:endParaRPr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FfexGUVmwnbk8BFHSxwBHk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/>
              </a:blipFill>
              <a:ln>
                <a:noFill/>
              </a:ln>
              <a:effectLst/>
            </p:spPr>
          </p:sp>
        </mc:Fallback>
      </mc:AlternateContent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Igbm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5gYAAD8CAABdMgAAEgcAABAAAAAmAAAACAAAAIGAAAAAAAAA"/>
              </a:ext>
            </a:extLst>
          </p:cNvSpPr>
          <p:nvPr>
            <p:ph type="title"/>
          </p:nvPr>
        </p:nvSpPr>
        <p:spPr>
          <a:xfrm>
            <a:off x="1121410" y="365125"/>
            <a:ext cx="7065645" cy="78422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Propositional Logic – Example KB </a:t>
            </a:r>
            <a:endParaRPr lang="en-in" sz="3200" b="1" cap="none"/>
          </a:p>
        </p:txBody>
      </p:sp>
      <p:pic>
        <p:nvPicPr>
          <p:cNvPr id="4" name="Picture 3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CBB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BIuAACxEAAARUAAAD4i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7489190" y="2713355"/>
            <a:ext cx="2958465" cy="285305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𝐾𝐵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⊨ 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Given our example KB, can we infer a sentence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E.g.,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¬</m:t>
                    </m:r>
                  </m:oMath>
                </a14:m>
                <a:r>
                  <a:rPr lang="en-US" sz="2400" dirty="0"/>
                  <a:t> P</a:t>
                </a:r>
                <a:r>
                  <a:rPr lang="en-US" sz="2400" baseline="-25000" dirty="0"/>
                  <a:t>1,2</a:t>
                </a:r>
                <a:r>
                  <a:rPr lang="en-US" sz="2400" dirty="0"/>
                  <a:t> entailed by our KB?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E8bm2GNSbRF/KrzaYWS3T4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/>
              </a:blipFill>
              <a:ln>
                <a:noFill/>
              </a:ln>
              <a:effectLst/>
            </p:spPr>
          </p:sp>
        </mc:Fallback>
      </mc:AlternateContent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dwgAAD8CAABZMwAA/QYAABAAAAAmAAAACAAAAIGAAAAAAAAA"/>
              </a:ext>
            </a:extLst>
          </p:cNvSpPr>
          <p:nvPr>
            <p:ph type="title"/>
          </p:nvPr>
        </p:nvSpPr>
        <p:spPr>
          <a:xfrm>
            <a:off x="1376045" y="365125"/>
            <a:ext cx="6971030" cy="77089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Propositional Logic (PL) – Inference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HD///8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endParaRPr lang="en-US" sz="3300" i="1" dirty="0">
                  <a:latin typeface="Helvetica" panose="020B0500000000000000" pitchFamily="34" charset="0"/>
                </a:endParaRPr>
              </a:p>
              <a:p>
                <a:r>
                  <a:rPr lang="en-US" sz="3300" b="1" i="1" dirty="0">
                    <a:latin typeface="Helvetica" panose="020B0500000000000000" pitchFamily="34" charset="0"/>
                  </a:rPr>
                  <a:t>Step </a:t>
                </a:r>
                <a:r>
                  <a:rPr lang="en-US" sz="3300" b="1" i="1" dirty="0">
                    <a:latin typeface="Helvetica" panose="020B0500000000000000" pitchFamily="34" charset="0"/>
                  </a:rPr>
                  <a:t>1</a:t>
                </a:r>
                <a:r>
                  <a:rPr lang="en-US" sz="3300" b="1" dirty="0">
                    <a:latin typeface="Helvetica" panose="020B0500000000000000" pitchFamily="34" charset="0"/>
                  </a:rPr>
                  <a:t>:</a:t>
                </a:r>
                <a:r>
                  <a:rPr lang="en-US" sz="3300" dirty="0">
                    <a:latin typeface="Helvetica" panose="020B0500000000000000" pitchFamily="34" charset="0"/>
                  </a:rPr>
                  <a:t> Get relevant Propositional symbols from our KB, B</a:t>
                </a:r>
                <a:r>
                  <a:rPr lang="en-US" sz="3300" baseline="-25000" dirty="0">
                    <a:latin typeface="Helvetica" panose="020B0500000000000000" pitchFamily="34" charset="0"/>
                  </a:rPr>
                  <a:t>1,1</a:t>
                </a:r>
                <a:r>
                  <a:rPr lang="en-US" sz="3300" dirty="0">
                    <a:latin typeface="Helvetica" panose="020B0500000000000000" pitchFamily="34" charset="0"/>
                  </a:rPr>
                  <a:t>, B</a:t>
                </a:r>
                <a:r>
                  <a:rPr lang="en-US" sz="3300" baseline="-25000" dirty="0">
                    <a:latin typeface="Helvetica" panose="020B0500000000000000" pitchFamily="34" charset="0"/>
                  </a:rPr>
                  <a:t>2,1</a:t>
                </a:r>
                <a:r>
                  <a:rPr lang="en-US" sz="3300" dirty="0">
                    <a:latin typeface="Helvetica" panose="020B0500000000000000" pitchFamily="34" charset="0"/>
                  </a:rPr>
                  <a:t>, P</a:t>
                </a:r>
                <a:r>
                  <a:rPr lang="en-US" sz="3300" baseline="-25000" dirty="0">
                    <a:latin typeface="Helvetica" panose="020B0500000000000000" pitchFamily="34" charset="0"/>
                  </a:rPr>
                  <a:t>1,1</a:t>
                </a:r>
                <a:r>
                  <a:rPr lang="en-US" sz="3300" dirty="0">
                    <a:latin typeface="Helvetica" panose="020B0500000000000000" pitchFamily="34" charset="0"/>
                  </a:rPr>
                  <a:t>, P</a:t>
                </a:r>
                <a:r>
                  <a:rPr lang="en-US" sz="3300" baseline="-25000" dirty="0">
                    <a:latin typeface="Helvetica" panose="020B0500000000000000" pitchFamily="34" charset="0"/>
                  </a:rPr>
                  <a:t>1,2</a:t>
                </a:r>
                <a:r>
                  <a:rPr lang="en-US" sz="3300" dirty="0">
                    <a:latin typeface="Helvetica" panose="020B0500000000000000" pitchFamily="34" charset="0"/>
                  </a:rPr>
                  <a:t>, P</a:t>
                </a:r>
                <a:r>
                  <a:rPr lang="en-US" sz="3300" baseline="-25000" dirty="0">
                    <a:latin typeface="Helvetica" panose="020B0500000000000000" pitchFamily="34" charset="0"/>
                  </a:rPr>
                  <a:t>2,1</a:t>
                </a:r>
                <a:r>
                  <a:rPr lang="en-US" sz="3300" dirty="0">
                    <a:latin typeface="Helvetica" panose="020B0500000000000000" pitchFamily="34" charset="0"/>
                  </a:rPr>
                  <a:t>, P</a:t>
                </a:r>
                <a:r>
                  <a:rPr lang="en-US" sz="3300" baseline="-25000" dirty="0">
                    <a:latin typeface="Helvetica" panose="020B0500000000000000" pitchFamily="34" charset="0"/>
                  </a:rPr>
                  <a:t>2,2</a:t>
                </a:r>
                <a:r>
                  <a:rPr lang="en-US" sz="3300" dirty="0">
                    <a:latin typeface="Helvetica" panose="020B0500000000000000" pitchFamily="34" charset="0"/>
                  </a:rPr>
                  <a:t>, P</a:t>
                </a:r>
                <a:r>
                  <a:rPr lang="en-US" sz="3300" baseline="-25000" dirty="0">
                    <a:latin typeface="Helvetica" panose="020B0500000000000000" pitchFamily="34" charset="0"/>
                  </a:rPr>
                  <a:t>3,1 </a:t>
                </a:r>
                <a:r>
                  <a:rPr lang="en-US" sz="3300" dirty="0">
                    <a:latin typeface="Helvetica" panose="020B0500000000000000" pitchFamily="34" charset="0"/>
                  </a:rPr>
                  <a:t>. With 7 symbols, we would have 2</a:t>
                </a:r>
                <a:r>
                  <a:rPr lang="en-US" sz="3300" baseline="30000" dirty="0">
                    <a:latin typeface="Helvetica" panose="020B0500000000000000" pitchFamily="34" charset="0"/>
                  </a:rPr>
                  <a:t>7</a:t>
                </a:r>
                <a:r>
                  <a:rPr lang="en-US" sz="3300" dirty="0">
                    <a:latin typeface="Helvetica" panose="020B0500000000000000" pitchFamily="34" charset="0"/>
                  </a:rPr>
                  <a:t> = 128 possible models.</a:t>
                </a:r>
              </a:p>
              <a:p>
                <a:r>
                  <a:rPr lang="en-US" sz="3300" b="1" i="1" dirty="0">
                    <a:latin typeface="Helvetica" panose="020B0500000000000000" pitchFamily="34" charset="0"/>
                  </a:rPr>
                  <a:t>Step </a:t>
                </a:r>
                <a:r>
                  <a:rPr lang="en-US" sz="3300" b="1" i="1" dirty="0">
                    <a:latin typeface="Helvetica" panose="020B0500000000000000" pitchFamily="34" charset="0"/>
                  </a:rPr>
                  <a:t>2</a:t>
                </a:r>
                <a:r>
                  <a:rPr lang="en-US" sz="3300" b="1" dirty="0">
                    <a:latin typeface="Helvetica" panose="020B0500000000000000" pitchFamily="34" charset="0"/>
                  </a:rPr>
                  <a:t>:</a:t>
                </a:r>
                <a:r>
                  <a:rPr lang="en-US" sz="3300" dirty="0">
                    <a:latin typeface="Helvetica" panose="020B0500000000000000" pitchFamily="34" charset="0"/>
                  </a:rPr>
                  <a:t> Enumerate all models with combination of truth values to propositional symbols</a:t>
                </a:r>
              </a:p>
              <a:p>
                <a:r>
                  <a:rPr lang="en-US" sz="3300" b="1" i="1" dirty="0">
                    <a:latin typeface="Helvetica" panose="020B0500000000000000" pitchFamily="34" charset="0"/>
                  </a:rPr>
                  <a:t>Step 3</a:t>
                </a:r>
                <a:r>
                  <a:rPr lang="en-US" sz="3300" b="1" dirty="0">
                    <a:latin typeface="Helvetica" panose="020B0500000000000000" pitchFamily="34" charset="0"/>
                  </a:rPr>
                  <a:t>:</a:t>
                </a:r>
                <a:r>
                  <a:rPr lang="en-US" sz="3300" dirty="0">
                    <a:latin typeface="Helvetica" panose="020B0500000000000000" pitchFamily="34" charset="0"/>
                  </a:rPr>
                  <a:t> In all the models, find those models where KB is true, i.e., every sentence R</a:t>
                </a:r>
                <a:r>
                  <a:rPr lang="en-US" sz="3300" baseline="-25000" dirty="0">
                    <a:latin typeface="Helvetica" panose="020B0500000000000000" pitchFamily="34" charset="0"/>
                  </a:rPr>
                  <a:t>1</a:t>
                </a:r>
                <a:r>
                  <a:rPr lang="en-US" sz="3300" dirty="0">
                    <a:latin typeface="Helvetica" panose="020B0500000000000000" pitchFamily="34" charset="0"/>
                  </a:rPr>
                  <a:t>, R</a:t>
                </a:r>
                <a:r>
                  <a:rPr lang="en-US" sz="3300" baseline="-25000" dirty="0">
                    <a:latin typeface="Helvetica" panose="020B0500000000000000" pitchFamily="34" charset="0"/>
                  </a:rPr>
                  <a:t>2</a:t>
                </a:r>
                <a:r>
                  <a:rPr lang="en-US" sz="3300" dirty="0">
                    <a:latin typeface="Helvetica" panose="020B0500000000000000" pitchFamily="34" charset="0"/>
                  </a:rPr>
                  <a:t>, R</a:t>
                </a:r>
                <a:r>
                  <a:rPr lang="en-US" sz="3300" baseline="-25000" dirty="0">
                    <a:latin typeface="Helvetica" panose="020B0500000000000000" pitchFamily="34" charset="0"/>
                  </a:rPr>
                  <a:t>3</a:t>
                </a:r>
                <a:r>
                  <a:rPr lang="en-US" sz="3300" dirty="0">
                    <a:latin typeface="Helvetica" panose="020B0500000000000000" pitchFamily="34" charset="0"/>
                  </a:rPr>
                  <a:t>, R</a:t>
                </a:r>
                <a:r>
                  <a:rPr lang="en-US" sz="3300" baseline="-25000" dirty="0">
                    <a:latin typeface="Helvetica" panose="020B0500000000000000" pitchFamily="34" charset="0"/>
                  </a:rPr>
                  <a:t>4</a:t>
                </a:r>
                <a:r>
                  <a:rPr lang="en-US" sz="3300" dirty="0">
                    <a:latin typeface="Helvetica" panose="020B0500000000000000" pitchFamily="34" charset="0"/>
                  </a:rPr>
                  <a:t>, R</a:t>
                </a:r>
                <a:r>
                  <a:rPr lang="en-US" sz="3300" baseline="-25000" dirty="0">
                    <a:latin typeface="Helvetica" panose="020B0500000000000000" pitchFamily="34" charset="0"/>
                  </a:rPr>
                  <a:t>5</a:t>
                </a:r>
                <a:r>
                  <a:rPr lang="en-US" sz="3300" dirty="0">
                    <a:latin typeface="Helvetica" panose="020B0500000000000000" pitchFamily="34" charset="0"/>
                  </a:rPr>
                  <a:t> are true</a:t>
                </a:r>
              </a:p>
              <a:p>
                <a:r>
                  <a:rPr lang="en-US" sz="3300" b="1" i="1" dirty="0">
                    <a:latin typeface="Helvetica" panose="020B0500000000000000" pitchFamily="34" charset="0"/>
                  </a:rPr>
                  <a:t>Step 4</a:t>
                </a:r>
                <a:r>
                  <a:rPr lang="en-US" sz="3300" b="1" dirty="0">
                    <a:latin typeface="Helvetica" panose="020B0500000000000000" pitchFamily="34" charset="0"/>
                  </a:rPr>
                  <a:t>:</a:t>
                </a:r>
                <a:r>
                  <a:rPr lang="en-US" sz="3300" dirty="0">
                    <a:latin typeface="Helvetica" panose="020B0500000000000000" pitchFamily="34" charset="0"/>
                  </a:rPr>
                  <a:t> In those models where KB is true, find if query sentence </a:t>
                </a:r>
                <a14:m>
                  <m:oMath xmlns:m="http://schemas.openxmlformats.org/officeDocument/2006/math">
                    <m:r>
                      <a:rPr lang="en-US" sz="3300" i="1">
                        <a:latin typeface="Cambria Math" charset="0"/>
                        <a:ea typeface="Cambria Math" charset="0"/>
                        <a:cs typeface="Cambria Math" charset="0"/>
                      </a:rPr>
                      <m:t>¬</m:t>
                    </m:r>
                  </m:oMath>
                </a14:m>
                <a:r>
                  <a:rPr lang="en-US" sz="3300" dirty="0">
                    <a:latin typeface="Helvetica" panose="020B0500000000000000" pitchFamily="34" charset="0"/>
                  </a:rPr>
                  <a:t> P</a:t>
                </a:r>
                <a:r>
                  <a:rPr lang="en-US" sz="3300" baseline="-25000" dirty="0">
                    <a:latin typeface="Helvetica" panose="020B0500000000000000" pitchFamily="34" charset="0"/>
                  </a:rPr>
                  <a:t>1,2</a:t>
                </a:r>
                <a:r>
                  <a:rPr lang="en-US" sz="3300" dirty="0">
                    <a:latin typeface="Helvetica" panose="020B0500000000000000" pitchFamily="34" charset="0"/>
                  </a:rPr>
                  <a:t> is true</a:t>
                </a:r>
              </a:p>
              <a:p>
                <a:r>
                  <a:rPr lang="en-US" sz="3300" b="1" i="1" dirty="0">
                    <a:latin typeface="Helvetica" panose="020B0500000000000000" pitchFamily="34" charset="0"/>
                  </a:rPr>
                  <a:t>Step 5</a:t>
                </a:r>
                <a:r>
                  <a:rPr lang="en-US" sz="3300" b="1" dirty="0">
                    <a:latin typeface="Helvetica" panose="020B0500000000000000" pitchFamily="34" charset="0"/>
                  </a:rPr>
                  <a:t>:</a:t>
                </a:r>
                <a:r>
                  <a:rPr lang="en-US" sz="3300" dirty="0">
                    <a:latin typeface="Helvetica" panose="020B0500000000000000" pitchFamily="34" charset="0"/>
                  </a:rPr>
                  <a:t> If query sentence </a:t>
                </a:r>
                <a14:m>
                  <m:oMath xmlns:m="http://schemas.openxmlformats.org/officeDocument/2006/math">
                    <m:r>
                      <a:rPr lang="en-US" sz="3300" i="1">
                        <a:latin typeface="Cambria Math" charset="0"/>
                        <a:ea typeface="Cambria Math" charset="0"/>
                        <a:cs typeface="Cambria Math" charset="0"/>
                      </a:rPr>
                      <m:t>¬</m:t>
                    </m:r>
                  </m:oMath>
                </a14:m>
                <a:r>
                  <a:rPr lang="en-US" sz="3300" dirty="0">
                    <a:latin typeface="Helvetica" panose="020B0500000000000000" pitchFamily="34" charset="0"/>
                  </a:rPr>
                  <a:t> P</a:t>
                </a:r>
                <a:r>
                  <a:rPr lang="en-US" sz="3300" baseline="-25000" dirty="0">
                    <a:latin typeface="Helvetica" panose="020B0500000000000000" pitchFamily="34" charset="0"/>
                  </a:rPr>
                  <a:t>1,2 </a:t>
                </a:r>
                <a:r>
                  <a:rPr lang="en-US" sz="3300" dirty="0">
                    <a:latin typeface="Helvetica" panose="020B0500000000000000" pitchFamily="34" charset="0"/>
                  </a:rPr>
                  <a:t> is true in all models where KB is true, then it entails, otherwise it won’t</a:t>
                </a:r>
              </a:p>
              <a:p>
                <a:endParaRPr lang="en-IN" dirty="0">
                  <a:latin typeface="Helvetica" panose="020B0500000000000000" pitchFamily="34" charset="0"/>
                </a:endParaRPr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FCuZBMHB84xw8xEDRZklng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HD///8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>
                  <a:fillRect l="0" t="0" r="-1440" b="0"/>
                </a:stretch>
              </a:blipFill>
              <a:ln>
                <a:noFill/>
              </a:ln>
              <a:effectLst/>
            </p:spPr>
          </p:sp>
        </mc:Fallback>
      </mc:AlternateContent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UQcAACoCAABhMQAAkwYAABAAAAAmAAAACAAAAIGAAAAAAAAA"/>
              </a:ext>
            </a:extLst>
          </p:cNvSpPr>
          <p:nvPr>
            <p:ph type="title"/>
          </p:nvPr>
        </p:nvSpPr>
        <p:spPr>
          <a:xfrm>
            <a:off x="1189355" y="351790"/>
            <a:ext cx="6837680" cy="71691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PL Inference - Model Checking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CIgbm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5gYAAD8CAABLMQAAvQYAABAAAAAmAAAACAAAAIGAAAAAAAAA"/>
              </a:ext>
            </a:extLst>
          </p:cNvSpPr>
          <p:nvPr>
            <p:ph type="title"/>
          </p:nvPr>
        </p:nvSpPr>
        <p:spPr>
          <a:xfrm>
            <a:off x="1121410" y="365125"/>
            <a:ext cx="6891655" cy="73025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PL Inference - Model Checking</a:t>
            </a:r>
            <a:endParaRPr lang="en-in" sz="3200" b="1" cap="none"/>
          </a:p>
        </p:txBody>
      </p:sp>
      <p:pic>
        <p:nvPicPr>
          <p:cNvPr id="3" name="Content Placeholder 3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JoGAAAdCQAArkYAALok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" y="1481455"/>
            <a:ext cx="10416540" cy="448881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2P///0T///8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r>
                  <a:rPr lang="en-US" sz="3000" dirty="0"/>
                  <a:t>In three models, KB is true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¬</m:t>
                    </m:r>
                  </m:oMath>
                </a14:m>
                <a:r>
                  <a:rPr lang="en-US" sz="3000" dirty="0"/>
                  <a:t> P</a:t>
                </a:r>
                <a:r>
                  <a:rPr lang="en-US" sz="3000" baseline="-25000" dirty="0"/>
                  <a:t>1,2 </a:t>
                </a:r>
                <a:r>
                  <a:rPr lang="en-US" sz="3000" dirty="0"/>
                  <a:t> is true in all three of those </a:t>
                </a:r>
                <a:r>
                  <a:rPr lang="en-US" sz="3000"/>
                  <a:t>models,hence</a:t>
                </a:r>
                <a:r>
                  <a:rPr lang="en-US" sz="3000" dirty="0"/>
                  <a:t>,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¬</m:t>
                    </m:r>
                  </m:oMath>
                </a14:m>
                <a:r>
                  <a:rPr lang="en-US" sz="3000" dirty="0"/>
                  <a:t> P</a:t>
                </a:r>
                <a:r>
                  <a:rPr lang="en-US" sz="3000" baseline="-25000" dirty="0"/>
                  <a:t>1,2</a:t>
                </a:r>
                <a:r>
                  <a:rPr lang="en-US" sz="3000" dirty="0"/>
                  <a:t> is entailed from KB, i.e.,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¬</m:t>
                    </m:r>
                  </m:oMath>
                </a14:m>
                <a:r>
                  <a:rPr lang="en-US" sz="3000" dirty="0"/>
                  <a:t> P</a:t>
                </a:r>
                <a:r>
                  <a:rPr lang="en-US" sz="3000" baseline="-25000" dirty="0"/>
                  <a:t>1,2</a:t>
                </a:r>
                <a:r>
                  <a:rPr lang="en-US" sz="3000" dirty="0"/>
                  <a:t> is true</a:t>
                </a:r>
              </a:p>
              <a:p>
                <a:pPr lvl="1"/>
                <a:r>
                  <a:rPr lang="en-US" sz="3000" dirty="0"/>
                  <a:t>There is no pit in [1, 2]</a:t>
                </a:r>
              </a:p>
              <a:p>
                <a:pPr lvl="1"/>
                <a:endParaRPr lang="en-US" sz="3000" dirty="0"/>
              </a:p>
              <a:p>
                <a:pPr lvl="1"/>
                <a:r>
                  <a:rPr lang="en-US" sz="3000" dirty="0"/>
                  <a:t>P</a:t>
                </a:r>
                <a:r>
                  <a:rPr lang="en-US" sz="3000" baseline="-25000" dirty="0"/>
                  <a:t>2,2</a:t>
                </a:r>
                <a:r>
                  <a:rPr lang="en-US" sz="3000" dirty="0"/>
                  <a:t> </a:t>
                </a:r>
                <a:r>
                  <a:rPr lang="en-US" sz="3000" dirty="0"/>
                  <a:t>is true in two of the three models and false in one, so we cannot infer if there is a pit in [2,2] based on our simple KB</a:t>
                </a:r>
              </a:p>
              <a:p>
                <a:pPr lvl="1"/>
                <a:endParaRPr lang="en-US" sz="300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MOdw025OF98NuBhMI0SuQw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2P///0T///8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>
                  <a:fillRect l="0" t="-400" r="-1880" b="0"/>
                </a:stretch>
              </a:blipFill>
              <a:ln>
                <a:noFill/>
              </a:ln>
              <a:effectLst/>
            </p:spPr>
          </p:sp>
        </mc:Fallback>
      </mc:AlternateContent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WwQAAD8CAAC0MQAAfgYAABAAAAAmAAAACAAAAIGAAAAAAAAA"/>
              </a:ext>
            </a:extLst>
          </p:cNvSpPr>
          <p:nvPr>
            <p:ph type="title"/>
          </p:nvPr>
        </p:nvSpPr>
        <p:spPr>
          <a:xfrm>
            <a:off x="708025" y="365125"/>
            <a:ext cx="7371715" cy="69024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PL Inference - Model Checking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 dirty="0"/>
                  <a:t>Model checking algorithm</a:t>
                </a:r>
              </a:p>
              <a:p>
                <a:pPr marL="1143000" lvl="1" indent="-457200">
                  <a:buFont typeface="Wingdings" panose="05000000000000000000" pitchFamily="2" charset="2"/>
                  <a:buChar char="Ø"/>
                </a:pPr>
                <a:r>
                  <a:rPr lang="en-US" sz="2800" dirty="0"/>
                  <a:t>If KB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r>
                  <a:rPr lang="en-US" sz="2800" dirty="0"/>
                  <a:t> contain </a:t>
                </a:r>
                <a:r>
                  <a:rPr lang="en-US" sz="2800" i="1" dirty="0"/>
                  <a:t>n</a:t>
                </a:r>
                <a:r>
                  <a:rPr lang="en-US" sz="2800" dirty="0"/>
                  <a:t> symbols, then there will be 2</a:t>
                </a:r>
                <a:r>
                  <a:rPr lang="en-US" sz="2800" baseline="30000" dirty="0"/>
                  <a:t>n</a:t>
                </a:r>
                <a:r>
                  <a:rPr lang="en-US" sz="2800" dirty="0"/>
                  <a:t> models</a:t>
                </a:r>
              </a:p>
              <a:p>
                <a:pPr marL="1143000" lvl="1" indent="-457200">
                  <a:buFont typeface="Wingdings" panose="05000000000000000000" pitchFamily="2" charset="2"/>
                  <a:buChar char="Ø"/>
                </a:pPr>
                <a:r>
                  <a:rPr lang="en-US" sz="2800" dirty="0"/>
                  <a:t>Time Complexity: O(2</a:t>
                </a:r>
                <a:r>
                  <a:rPr lang="en-US" sz="2800" baseline="30000" dirty="0"/>
                  <a:t>n</a:t>
                </a:r>
                <a:r>
                  <a:rPr lang="en-US" sz="2800" dirty="0"/>
                  <a:t>)</a:t>
                </a:r>
              </a:p>
              <a:p>
                <a:pPr marL="1143000" lvl="1" indent="-457200">
                  <a:buFont typeface="Wingdings" panose="05000000000000000000" pitchFamily="2" charset="2"/>
                  <a:buChar char="Ø"/>
                </a:pPr>
                <a:r>
                  <a:rPr lang="en-US" sz="2800" dirty="0"/>
                  <a:t>Space Complexity: O(n) because enumeration is depth-first</a:t>
                </a:r>
              </a:p>
              <a:p>
                <a:pPr lvl="1"/>
                <a:endParaRPr lang="en-US" sz="280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J/uCAP6VPLTfXfAUZH1egg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/>
              </a:blipFill>
              <a:ln>
                <a:noFill/>
              </a:ln>
              <a:effectLst/>
            </p:spPr>
          </p:sp>
        </mc:Fallback>
      </mc:AlternateContent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E6Ym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NAkAAGkCAACwMgAAvQYAABAAAAAmAAAACAAAAIGAAAAAAAAA"/>
              </a:ext>
            </a:extLst>
          </p:cNvSpPr>
          <p:nvPr>
            <p:ph type="title"/>
          </p:nvPr>
        </p:nvSpPr>
        <p:spPr>
          <a:xfrm>
            <a:off x="1496060" y="391795"/>
            <a:ext cx="6743700" cy="70358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PL Inference - Model Checking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Mn///8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Theorem Proving – applying rules of inference directly to sentences in our KB to prove query sentence without consulting models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Logical Equivalence</a:t>
                </a:r>
                <a:r>
                  <a:rPr lang="en-US" sz="2400" dirty="0"/>
                  <a:t>: two sentences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sz="2400" dirty="0"/>
                  <a:t> are logically equivalent if they are true in the same set of models denoted 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 ≡ 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E.g., (P</a:t>
                </a:r>
                <a:r>
                  <a:rPr lang="en-US" sz="2400" baseline="-25000" dirty="0"/>
                  <a:t>1,2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⋁</m:t>
                    </m:r>
                  </m:oMath>
                </a14:m>
                <a:r>
                  <a:rPr lang="en-US" sz="2400" dirty="0"/>
                  <a:t> B</a:t>
                </a:r>
                <a:r>
                  <a:rPr lang="en-US" sz="2400" baseline="-25000" dirty="0"/>
                  <a:t>2,1</a:t>
                </a:r>
                <a:r>
                  <a:rPr lang="en-US" sz="2400" dirty="0"/>
                  <a:t>)</a:t>
                </a:r>
                <a:r>
                  <a:rPr lang="en-US" sz="2400" baseline="-25000" dirty="0"/>
                  <a:t>  </a:t>
                </a:r>
                <a:r>
                  <a:rPr lang="en-US" sz="2400" dirty="0"/>
                  <a:t> and (B</a:t>
                </a:r>
                <a:r>
                  <a:rPr lang="en-US" sz="2400" baseline="-25000" dirty="0"/>
                  <a:t>2,1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⋁</m:t>
                    </m:r>
                  </m:oMath>
                </a14:m>
                <a:r>
                  <a:rPr lang="en-US" sz="2400" dirty="0"/>
                  <a:t> P</a:t>
                </a:r>
                <a:r>
                  <a:rPr lang="en-US" sz="2400" baseline="-25000" dirty="0"/>
                  <a:t>1,2</a:t>
                </a:r>
                <a:r>
                  <a:rPr lang="en-US" sz="2400" dirty="0"/>
                  <a:t> )are logically equivalent</a:t>
                </a:r>
              </a:p>
              <a:p>
                <a:endParaRPr lang="en-US" sz="2400" dirty="0"/>
              </a:p>
              <a:p>
                <a:endParaRPr lang="en-US" sz="2400" b="1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K5grjMHbAOP1+hlTGQ5zg8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Mn///8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>
                  <a:fillRect l="0" t="0" r="-550" b="0"/>
                </a:stretch>
              </a:blipFill>
              <a:ln>
                <a:noFill/>
              </a:ln>
              <a:effectLst/>
            </p:spPr>
          </p:sp>
        </mc:Fallback>
      </mc:AlternateContent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B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mgQAAD8CAAAIMgAAvQYAABAAAAAmAAAACAAAAIGAAAAAAAAA"/>
              </a:ext>
            </a:extLst>
          </p:cNvSpPr>
          <p:nvPr>
            <p:ph type="title"/>
          </p:nvPr>
        </p:nvSpPr>
        <p:spPr>
          <a:xfrm>
            <a:off x="748030" y="365125"/>
            <a:ext cx="7385050" cy="73025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PL Inference - Theorem Proving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BQc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vQYAAD8CAAAaMwAAaQYAABAAAAAmAAAACAAAAIGAAAAAAAAA"/>
              </a:ext>
            </a:extLst>
          </p:cNvSpPr>
          <p:nvPr>
            <p:ph type="title"/>
          </p:nvPr>
        </p:nvSpPr>
        <p:spPr>
          <a:xfrm>
            <a:off x="1095375" y="365125"/>
            <a:ext cx="7211695" cy="67691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PL Inference - Theorem Proving</a:t>
            </a:r>
            <a:endParaRPr lang="en-in" sz="3200" b="1" cap="none"/>
          </a:p>
        </p:txBody>
      </p:sp>
      <p:pic>
        <p:nvPicPr>
          <p:cNvPr id="3" name="Picture 4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CgXely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JYEAAD+CAAAn0MAAPwm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745490" y="1461770"/>
            <a:ext cx="10246995" cy="48755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Ib///8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r>
                  <a:rPr lang="en-US" sz="2400" b="1" dirty="0">
                    <a:latin typeface="Helvetica" panose="020B0500000000000000" pitchFamily="34" charset="0"/>
                  </a:rPr>
                  <a:t>Validity: </a:t>
                </a:r>
                <a:r>
                  <a:rPr lang="en-US" sz="2400" dirty="0">
                    <a:latin typeface="Helvetica" panose="020B0500000000000000" pitchFamily="34" charset="0"/>
                  </a:rPr>
                  <a:t>A sentence is valid if it is true in all models. E.g., 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1,2</a:t>
                </a:r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⋁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¬ 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1,2 </a:t>
                </a:r>
                <a:r>
                  <a:rPr lang="en-US" sz="2400" dirty="0">
                    <a:latin typeface="Helvetica" panose="020B0500000000000000" pitchFamily="34" charset="0"/>
                  </a:rPr>
                  <a:t> is always true</a:t>
                </a:r>
              </a:p>
              <a:p>
                <a:r>
                  <a:rPr lang="en-US" sz="2400" b="1" dirty="0">
                    <a:latin typeface="Helvetica" panose="020B0500000000000000" pitchFamily="34" charset="0"/>
                  </a:rPr>
                  <a:t>Deduction Theorem: </a:t>
                </a:r>
                <a:r>
                  <a:rPr lang="en-US" sz="2400" dirty="0">
                    <a:latin typeface="Helvetica" panose="020B0500000000000000" pitchFamily="34" charset="0"/>
                  </a:rPr>
                  <a:t>For any sentences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⊨ 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if and only if the sentence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is </a:t>
                </a:r>
                <a:r>
                  <a:rPr lang="en-US" sz="2400" b="1" dirty="0">
                    <a:latin typeface="Helvetica" panose="020B0500000000000000" pitchFamily="34" charset="0"/>
                  </a:rPr>
                  <a:t>valid</a:t>
                </a:r>
              </a:p>
              <a:p>
                <a:r>
                  <a:rPr lang="en-US" sz="2400" dirty="0">
                    <a:latin typeface="Helvetica" panose="020B0500000000000000" pitchFamily="34" charset="0"/>
                  </a:rPr>
                  <a:t>If we prove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is equivalent to True, then entailment is proved</a:t>
                </a:r>
              </a:p>
              <a:p>
                <a:endParaRPr lang="en-US" sz="2400" dirty="0">
                  <a:latin typeface="Helvetica" panose="020B0500000000000000" pitchFamily="34" charset="0"/>
                </a:endParaRPr>
              </a:p>
              <a:p>
                <a:r>
                  <a:rPr lang="en-US" sz="2400" b="1" dirty="0" err="1">
                    <a:latin typeface="Helvetica" panose="020B0500000000000000" pitchFamily="34" charset="0"/>
                  </a:rPr>
                  <a:t>Satisfiability</a:t>
                </a:r>
                <a:r>
                  <a:rPr lang="en-US" sz="2400" b="1" dirty="0">
                    <a:latin typeface="Helvetica" panose="020B0500000000000000" pitchFamily="34" charset="0"/>
                  </a:rPr>
                  <a:t>: </a:t>
                </a:r>
                <a:r>
                  <a:rPr lang="en-US" sz="2400" dirty="0">
                    <a:latin typeface="Helvetica" panose="020B0500000000000000" pitchFamily="34" charset="0"/>
                  </a:rPr>
                  <a:t>A sentence is </a:t>
                </a:r>
                <a:r>
                  <a:rPr lang="en-US" sz="2400" dirty="0" err="1">
                    <a:latin typeface="Helvetica" panose="020B0500000000000000" pitchFamily="34" charset="0"/>
                  </a:rPr>
                  <a:t>satisfiable</a:t>
                </a:r>
                <a:r>
                  <a:rPr lang="en-US" sz="2400" dirty="0">
                    <a:latin typeface="Helvetica" panose="020B0500000000000000" pitchFamily="34" charset="0"/>
                  </a:rPr>
                  <a:t> if it is true in some model. E.g., our simple KB is satisfied only by three models</a:t>
                </a:r>
              </a:p>
              <a:p>
                <a:r>
                  <a:rPr lang="en-US" sz="2400" b="1" dirty="0" err="1">
                    <a:latin typeface="Helvetica" panose="020B0500000000000000" pitchFamily="34" charset="0"/>
                  </a:rPr>
                  <a:t>Unsatisfiable</a:t>
                </a:r>
                <a:r>
                  <a:rPr lang="en-US" sz="2400" b="1" dirty="0">
                    <a:latin typeface="Helvetica" panose="020B0500000000000000" pitchFamily="34" charset="0"/>
                  </a:rPr>
                  <a:t>: </a:t>
                </a:r>
                <a:r>
                  <a:rPr lang="en-US" sz="2400" dirty="0">
                    <a:latin typeface="Helvetica" panose="020B0500000000000000" pitchFamily="34" charset="0"/>
                  </a:rPr>
                  <a:t>If a sentence is false in all models. E.g., 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1,2</a:t>
                </a:r>
                <a:r>
                  <a:rPr lang="en-US" sz="2400" dirty="0">
                    <a:latin typeface="Helvetica" panose="020B0500000000000000" pitchFamily="34" charset="0"/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⋀ ¬ 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1,2 </a:t>
                </a:r>
                <a:r>
                  <a:rPr lang="en-US" sz="2400" dirty="0">
                    <a:latin typeface="Helvetica" panose="020B0500000000000000" pitchFamily="34" charset="0"/>
                  </a:rPr>
                  <a:t> is always false</a:t>
                </a:r>
                <a:endParaRPr lang="en-US" sz="2400" b="1" dirty="0">
                  <a:latin typeface="Helvetica" panose="020B0500000000000000" pitchFamily="34" charset="0"/>
                </a:endParaRPr>
              </a:p>
              <a:p>
                <a:endParaRPr lang="en-US" sz="2400" dirty="0">
                  <a:latin typeface="Helvetica" panose="020B0500000000000000" pitchFamily="34" charset="0"/>
                </a:endParaRPr>
              </a:p>
              <a:p>
                <a:endParaRPr lang="en-US" sz="2400" dirty="0">
                  <a:latin typeface="Helvetica" panose="020B0500000000000000" pitchFamily="34" charset="0"/>
                </a:endParaRPr>
              </a:p>
              <a:p>
                <a:endParaRPr lang="en-IN" sz="2400" dirty="0">
                  <a:latin typeface="Helvetica" panose="020B0500000000000000" pitchFamily="34" charset="0"/>
                </a:endParaRPr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Nc4WHCddZrI8ZSDNC1j8Rk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Ib///8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>
                  <a:fillRect l="0" t="0" r="-1220" b="0"/>
                </a:stretch>
              </a:blipFill>
              <a:ln>
                <a:noFill/>
              </a:ln>
              <a:effectLst/>
            </p:spPr>
          </p:sp>
        </mc:Fallback>
      </mc:AlternateContent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LA/PH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oAgAABsCAAAmMgAAVAcAABAAAAAmAAAACAAAAIGAAAAAAAAA"/>
              </a:ext>
            </a:extLst>
          </p:cNvSpPr>
          <p:nvPr>
            <p:ph type="title"/>
          </p:nvPr>
        </p:nvSpPr>
        <p:spPr>
          <a:xfrm>
            <a:off x="1402080" y="342265"/>
            <a:ext cx="6750050" cy="84899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PL Inference - Theorem Proving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sfz//w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pPr marL="685800" indent="-457200"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Helvetica" panose="020B0500000000000000" pitchFamily="34" charset="0"/>
                  </a:rPr>
                  <a:t>For </a:t>
                </a:r>
                <a:r>
                  <a:rPr lang="en-US" dirty="0">
                    <a:latin typeface="Helvetica" panose="020B0500000000000000" pitchFamily="34" charset="0"/>
                  </a:rPr>
                  <a:t>any sentences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⊨ 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if and only if the sentence </a:t>
                </a:r>
                <a14:m>
                  <m:oMath xmlns:m="http://schemas.openxmlformats.org/officeDocument/2006/math">
                    <m:r>
                      <a:rPr lang="en-US">
                        <a:latin typeface="Cambria Math" charset="0"/>
                        <a:ea typeface="Cambria Math" charset="0"/>
                        <a:cs typeface="Cambria Math" charset="0"/>
                      </a:rPr>
                      <m:t>(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¬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𝛽</m:t>
                        </m:r>
                      </m:e>
                    </m:nary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is </a:t>
                </a:r>
                <a:r>
                  <a:rPr lang="en-US" b="1" dirty="0" err="1">
                    <a:latin typeface="Helvetica" panose="020B0500000000000000" pitchFamily="34" charset="0"/>
                  </a:rPr>
                  <a:t>unsatisfiable</a:t>
                </a:r>
                <a:endParaRPr lang="en-US" b="1" dirty="0">
                  <a:latin typeface="Helvetica" panose="020B0500000000000000" pitchFamily="34" charset="0"/>
                </a:endParaRPr>
              </a:p>
              <a:p>
                <a:pPr marL="685800" indent="-457200"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Helvetica" panose="020B0500000000000000" pitchFamily="34" charset="0"/>
                  </a:rPr>
                  <a:t>This is Proof </a:t>
                </a:r>
                <a:r>
                  <a:rPr lang="en-US" dirty="0">
                    <a:latin typeface="Helvetica" panose="020B0500000000000000" pitchFamily="34" charset="0"/>
                  </a:rPr>
                  <a:t>by </a:t>
                </a:r>
                <a:r>
                  <a:rPr lang="en-US" dirty="0">
                    <a:latin typeface="Helvetica" panose="020B0500000000000000" pitchFamily="34" charset="0"/>
                  </a:rPr>
                  <a:t>Refutation or Proof by Contradiction</a:t>
                </a:r>
              </a:p>
              <a:p>
                <a:endParaRPr lang="en-IN" dirty="0">
                  <a:latin typeface="Helvetica" panose="020B0500000000000000" pitchFamily="34" charset="0"/>
                </a:endParaRPr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Lmt7kLi0dsgUaoGfoSSqTY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sfz//w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>
                  <a:fillRect l="0" t="-8470" r="0" b="0"/>
                </a:stretch>
              </a:blipFill>
              <a:ln>
                <a:noFill/>
              </a:ln>
              <a:effectLst/>
            </p:spPr>
          </p:sp>
        </mc:Fallback>
      </mc:AlternateContent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/wsAAPIBAAClMQAALgcAABAAAAAmAAAACAAAAIGAAAAAAAAA"/>
              </a:ext>
            </a:extLst>
          </p:cNvSpPr>
          <p:nvPr>
            <p:ph type="title"/>
          </p:nvPr>
        </p:nvSpPr>
        <p:spPr>
          <a:xfrm>
            <a:off x="1950085" y="316230"/>
            <a:ext cx="6120130" cy="8509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PL Inference – Theorem Proving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OX///8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Helvetica" panose="020B0500000000000000" pitchFamily="34" charset="0"/>
                  </a:rPr>
                  <a:t>Inference Rules</a:t>
                </a:r>
              </a:p>
              <a:p>
                <a:r>
                  <a:rPr lang="en-US" dirty="0">
                    <a:latin typeface="Helvetica" panose="020B0500000000000000" pitchFamily="34" charset="0"/>
                  </a:rPr>
                  <a:t>Modus Ponens (Latin for Mode that affirms)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bg-BG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⟹ 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𝛽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   </m:t>
                        </m:r>
                        <m:r>
                          <a:rPr lang="bg-BG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</m:num>
                      <m:den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𝛽</m:t>
                        </m:r>
                      </m:den>
                    </m:f>
                  </m:oMath>
                </a14:m>
                <a:endParaRPr lang="en-US" dirty="0">
                  <a:latin typeface="Helvetica" panose="020B0500000000000000" pitchFamily="34" charset="0"/>
                  <a:ea typeface="Cambria Math" charset="0"/>
                  <a:cs typeface="Cambria Math" charset="0"/>
                </a:endParaRPr>
              </a:p>
              <a:p>
                <a:r>
                  <a:rPr lang="en-US" dirty="0">
                    <a:latin typeface="Helvetica" panose="020B0500000000000000" pitchFamily="34" charset="0"/>
                  </a:rPr>
                  <a:t>Whenever any sentence of the form (</a:t>
                </a:r>
                <a14:m>
                  <m:oMath xmlns:m="http://schemas.openxmlformats.org/officeDocument/2006/math">
                    <m:r>
                      <a:rPr lang="bg-BG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 ⟹ 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bg-BG" i="1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are given,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can be inferred</a:t>
                </a:r>
              </a:p>
              <a:p>
                <a:r>
                  <a:rPr lang="en-US" dirty="0">
                    <a:latin typeface="Helvetica" panose="020B0500000000000000" pitchFamily="34" charset="0"/>
                  </a:rPr>
                  <a:t>E.g., ((</a:t>
                </a:r>
                <a:r>
                  <a:rPr lang="en-US" dirty="0" err="1">
                    <a:latin typeface="Helvetica" panose="020B0500000000000000" pitchFamily="34" charset="0"/>
                  </a:rPr>
                  <a:t>WumpusAhead</a:t>
                </a:r>
                <a:r>
                  <a:rPr lang="en-US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⋀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 </a:t>
                </a:r>
                <a:r>
                  <a:rPr lang="en-US" dirty="0" err="1">
                    <a:latin typeface="Helvetica" panose="020B0500000000000000" pitchFamily="34" charset="0"/>
                  </a:rPr>
                  <a:t>WumpusAlive</a:t>
                </a:r>
                <a:r>
                  <a:rPr lang="en-US" dirty="0">
                    <a:latin typeface="Helvetica" panose="020B0500000000000000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⟹ </m:t>
                    </m:r>
                  </m:oMath>
                </a14:m>
                <a:r>
                  <a:rPr lang="en-US" dirty="0">
                    <a:latin typeface="Helvetica" panose="020B0500000000000000" pitchFamily="34" charset="0"/>
                  </a:rPr>
                  <a:t>Shoot  </a:t>
                </a:r>
              </a:p>
              <a:p>
                <a:r>
                  <a:rPr lang="en-US" dirty="0">
                    <a:latin typeface="Helvetica" panose="020B0500000000000000" pitchFamily="34" charset="0"/>
                  </a:rPr>
                  <a:t>If </a:t>
                </a:r>
                <a:r>
                  <a:rPr lang="en-US" i="1" dirty="0">
                    <a:latin typeface="Helvetica" panose="020B0500000000000000" pitchFamily="34" charset="0"/>
                  </a:rPr>
                  <a:t>(</a:t>
                </a:r>
                <a:r>
                  <a:rPr lang="en-US" i="1" dirty="0" err="1">
                    <a:latin typeface="Helvetica" panose="020B0500000000000000" pitchFamily="34" charset="0"/>
                  </a:rPr>
                  <a:t>WumpusAhead</a:t>
                </a:r>
                <a:r>
                  <a:rPr lang="en-US" i="1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⋀</m:t>
                    </m:r>
                  </m:oMath>
                </a14:m>
                <a:r>
                  <a:rPr lang="en-US" i="1" dirty="0">
                    <a:latin typeface="Helvetica" panose="020B0500000000000000" pitchFamily="34" charset="0"/>
                  </a:rPr>
                  <a:t> </a:t>
                </a:r>
                <a:r>
                  <a:rPr lang="en-US" i="1" dirty="0" err="1">
                    <a:latin typeface="Helvetica" panose="020B0500000000000000" pitchFamily="34" charset="0"/>
                  </a:rPr>
                  <a:t>WumpusAlive</a:t>
                </a:r>
                <a:r>
                  <a:rPr lang="en-US" i="1" dirty="0">
                    <a:latin typeface="Helvetica" panose="020B0500000000000000" pitchFamily="34" charset="0"/>
                  </a:rPr>
                  <a:t>) </a:t>
                </a:r>
                <a:r>
                  <a:rPr lang="en-US" dirty="0">
                    <a:latin typeface="Helvetica" panose="020B0500000000000000" pitchFamily="34" charset="0"/>
                  </a:rPr>
                  <a:t>is given, then </a:t>
                </a:r>
                <a:r>
                  <a:rPr lang="en-US" i="1" dirty="0">
                    <a:latin typeface="Helvetica" panose="020B0500000000000000" pitchFamily="34" charset="0"/>
                  </a:rPr>
                  <a:t>Shoot </a:t>
                </a:r>
                <a:r>
                  <a:rPr lang="en-US" dirty="0">
                    <a:latin typeface="Helvetica" panose="020B0500000000000000" pitchFamily="34" charset="0"/>
                  </a:rPr>
                  <a:t>can be inferred</a:t>
                </a:r>
                <a:endParaRPr lang="en-US" i="1" dirty="0">
                  <a:latin typeface="Helvetica" panose="020B0500000000000000" pitchFamily="34" charset="0"/>
                </a:endParaRPr>
              </a:p>
              <a:p>
                <a:endParaRPr lang="en-US" dirty="0">
                  <a:latin typeface="Helvetica" panose="020B0500000000000000" pitchFamily="34" charset="0"/>
                </a:endParaRPr>
              </a:p>
              <a:p>
                <a:endParaRPr lang="en-IN" dirty="0">
                  <a:latin typeface="Helvetica" panose="020B0500000000000000" pitchFamily="34" charset="0"/>
                </a:endParaRPr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O83hmz0w4bxCR3ZSxATRGU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OX///8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>
                  <a:fillRect l="0" t="0" r="-270" b="0"/>
                </a:stretch>
              </a:blipFill>
              <a:ln>
                <a:noFill/>
              </a:ln>
              <a:effectLst/>
            </p:spPr>
          </p:sp>
        </mc:Fallback>
      </mc:AlternateContent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BdXH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kwYAAD8CAACiNgAAPAcAABAAAAAmAAAACAAAAIGAAAAAAAAA"/>
              </a:ext>
            </a:extLst>
          </p:cNvSpPr>
          <p:nvPr>
            <p:ph type="title"/>
          </p:nvPr>
        </p:nvSpPr>
        <p:spPr>
          <a:xfrm>
            <a:off x="1068705" y="365125"/>
            <a:ext cx="7812405" cy="81089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PL Inference – Theorem Proving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Hb///8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 dirty="0"/>
                  <a:t>Inference Rules</a:t>
                </a:r>
              </a:p>
              <a:p>
                <a:r>
                  <a:rPr lang="en-US" dirty="0"/>
                  <a:t>And-Elimination: Given a conjecture, any of the conjuncts can be inferred: </a:t>
                </a:r>
                <a14:m>
                  <m:oMath xmlns:m="http://schemas.openxmlformats.org/officeDocument/2006/math">
                    <m:r>
                      <a:rPr lang="en-US">
                        <a:latin typeface="Cambria Math" charset="0"/>
                      </a:rPr>
                      <m:t>(</m:t>
                    </m:r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bg-BG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  <m:nary>
                          <m:naryPr>
                            <m:chr m:val="⋀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nary>
                      </m:num>
                      <m:den>
                        <m:r>
                          <a:rPr lang="bg-BG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</m:den>
                    </m:f>
                    <m:r>
                      <a:rPr lang="en-US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charset="0"/>
                      </a:rPr>
                      <m:t>(</m:t>
                    </m:r>
                    <m:f>
                      <m:fPr>
                        <m:ctrlPr>
                          <a:rPr lang="bg-BG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bg-BG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  <m:nary>
                          <m:naryPr>
                            <m:chr m:val="⋀"/>
                            <m:subHide m:val="on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𝛽</m:t>
                            </m:r>
                          </m:e>
                        </m:nary>
                      </m:num>
                      <m:den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𝛽</m:t>
                        </m:r>
                      </m:den>
                    </m:f>
                    <m:r>
                      <a:rPr lang="en-US" i="1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E.g., If </a:t>
                </a:r>
                <a:r>
                  <a:rPr lang="en-US" i="1" dirty="0"/>
                  <a:t>(</a:t>
                </a:r>
                <a:r>
                  <a:rPr lang="en-US" i="1" dirty="0" err="1"/>
                  <a:t>WumpusAhead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⋀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i="1" dirty="0" err="1"/>
                  <a:t>WumpusAlive</a:t>
                </a:r>
                <a:r>
                  <a:rPr lang="en-US" i="1" dirty="0"/>
                  <a:t>) </a:t>
                </a:r>
                <a:r>
                  <a:rPr lang="en-US" dirty="0"/>
                  <a:t>is given, then </a:t>
                </a:r>
                <a:r>
                  <a:rPr lang="en-US" i="1" dirty="0" err="1"/>
                  <a:t>WumpusAhead</a:t>
                </a:r>
                <a:r>
                  <a:rPr lang="en-US" i="1" dirty="0"/>
                  <a:t> </a:t>
                </a:r>
                <a:r>
                  <a:rPr lang="en-US" dirty="0"/>
                  <a:t>can be inferred</a:t>
                </a:r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ATNS2Y3PsqxnpX9ECjTYkA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Hb///8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>
                  <a:fillRect l="0" t="0" r="-1380" b="0"/>
                </a:stretch>
              </a:blipFill>
              <a:ln>
                <a:noFill/>
              </a:ln>
              <a:effectLst/>
            </p:spPr>
          </p:sp>
        </mc:Fallback>
      </mc:AlternateContent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GE6Ym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rAUAANUCAACRNQAAqAcAABAAAAAmAAAACAAAAIGAAAAAAAAA"/>
              </a:ext>
            </a:extLst>
          </p:cNvSpPr>
          <p:nvPr>
            <p:ph type="title"/>
          </p:nvPr>
        </p:nvSpPr>
        <p:spPr>
          <a:xfrm>
            <a:off x="922020" y="460375"/>
            <a:ext cx="7785735" cy="78422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PL Inference – Theorem Proving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r>
                  <a:rPr lang="en-US" dirty="0"/>
                  <a:t>Inference Rules</a:t>
                </a:r>
              </a:p>
              <a:p>
                <a:r>
                  <a:rPr lang="en-US" dirty="0"/>
                  <a:t>All Logical Equivalence rules can be used as inference rules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bg-BG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 ⟹ 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𝛽</m:t>
                          </m:r>
                        </m:num>
                        <m:den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¬</m:t>
                          </m:r>
                          <m:r>
                            <a:rPr lang="bg-BG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 ⋁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MZRPAHYeqsZoXKubyklbSM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/>
              </a:blipFill>
              <a:ln>
                <a:noFill/>
              </a:ln>
              <a:effectLst/>
            </p:spPr>
          </p:sp>
        </mc:Fallback>
      </mc:AlternateContent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gE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HgkAAEMCAADGLgAAfwcAABAAAAAmAAAACAAAAIGAAAAAAAAA"/>
              </a:ext>
            </a:extLst>
          </p:cNvSpPr>
          <p:nvPr>
            <p:ph type="title"/>
          </p:nvPr>
        </p:nvSpPr>
        <p:spPr>
          <a:xfrm>
            <a:off x="1482090" y="367665"/>
            <a:ext cx="6121400" cy="85090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PL Inference – Theorem Proving</a:t>
            </a:r>
            <a:endParaRPr lang="en-in" sz="3200" b="1" cap="none"/>
          </a:p>
        </p:txBody>
      </p:sp>
      <p:pic>
        <p:nvPicPr>
          <p:cNvPr id="4" name="Picture 4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B4B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O4gAAAqFgAAZkUAACgo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353050" y="3602990"/>
            <a:ext cx="5928360" cy="292481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r>
                  <a:rPr lang="en-US" sz="2400" dirty="0"/>
                  <a:t>Example: Given our simple KB of </a:t>
                </a:r>
                <a:r>
                  <a:rPr lang="en-US" sz="2400" dirty="0" err="1"/>
                  <a:t>Wumpus</a:t>
                </a:r>
                <a:r>
                  <a:rPr lang="en-US" sz="2400" dirty="0"/>
                  <a:t> World</a:t>
                </a:r>
              </a:p>
              <a:p>
                <a:r>
                  <a:rPr lang="en-US" sz="2400" dirty="0"/>
                  <a:t>R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 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¬</m:t>
                    </m:r>
                  </m:oMath>
                </a14:m>
                <a:r>
                  <a:rPr lang="en-US" sz="2400" dirty="0"/>
                  <a:t> P</a:t>
                </a:r>
                <a:r>
                  <a:rPr lang="en-US" sz="2400" baseline="-25000" dirty="0"/>
                  <a:t>1,1</a:t>
                </a:r>
                <a:endParaRPr lang="en-US" sz="2400" dirty="0"/>
              </a:p>
              <a:p>
                <a:r>
                  <a:rPr lang="en-US" sz="2400" dirty="0"/>
                  <a:t>R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: B</a:t>
                </a:r>
                <a:r>
                  <a:rPr lang="en-US" sz="2400" baseline="-25000" dirty="0"/>
                  <a:t>1,1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⟺</m:t>
                    </m:r>
                  </m:oMath>
                </a14:m>
                <a:r>
                  <a:rPr lang="en-US" sz="2400" dirty="0"/>
                  <a:t> (P</a:t>
                </a:r>
                <a:r>
                  <a:rPr lang="en-US" sz="2400" baseline="-25000" dirty="0"/>
                  <a:t>1,2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⋁</m:t>
                    </m:r>
                  </m:oMath>
                </a14:m>
                <a:r>
                  <a:rPr lang="en-US" sz="2400" dirty="0"/>
                  <a:t> P</a:t>
                </a:r>
                <a:r>
                  <a:rPr lang="en-US" sz="2400" baseline="-25000" dirty="0"/>
                  <a:t>2,1</a:t>
                </a:r>
                <a:r>
                  <a:rPr lang="en-US" sz="2400" dirty="0"/>
                  <a:t>)</a:t>
                </a:r>
              </a:p>
              <a:p>
                <a:r>
                  <a:rPr lang="en-US" sz="2400" dirty="0"/>
                  <a:t>R</a:t>
                </a:r>
                <a:r>
                  <a:rPr lang="en-US" sz="2400" baseline="-25000" dirty="0"/>
                  <a:t>3</a:t>
                </a:r>
                <a:r>
                  <a:rPr lang="en-US" sz="2400" dirty="0"/>
                  <a:t> : B</a:t>
                </a:r>
                <a:r>
                  <a:rPr lang="en-US" sz="2400" baseline="-25000" dirty="0"/>
                  <a:t>2,1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⟺</m:t>
                    </m:r>
                  </m:oMath>
                </a14:m>
                <a:r>
                  <a:rPr lang="en-US" sz="2400" dirty="0"/>
                  <a:t> (P</a:t>
                </a:r>
                <a:r>
                  <a:rPr lang="en-US" sz="2400" baseline="-25000" dirty="0"/>
                  <a:t>1,1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⋁</m:t>
                    </m:r>
                  </m:oMath>
                </a14:m>
                <a:r>
                  <a:rPr lang="en-US" sz="2400" dirty="0"/>
                  <a:t> P</a:t>
                </a:r>
                <a:r>
                  <a:rPr lang="en-US" sz="2400" baseline="-25000" dirty="0"/>
                  <a:t>2,2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⋁</m:t>
                    </m:r>
                  </m:oMath>
                </a14:m>
                <a:r>
                  <a:rPr lang="en-US" sz="2400" dirty="0"/>
                  <a:t> P</a:t>
                </a:r>
                <a:r>
                  <a:rPr lang="en-US" sz="2400" baseline="-25000" dirty="0"/>
                  <a:t>3,1 </a:t>
                </a:r>
                <a:r>
                  <a:rPr lang="en-US" sz="2400" dirty="0"/>
                  <a:t>)</a:t>
                </a:r>
              </a:p>
              <a:p>
                <a:r>
                  <a:rPr lang="en-US" sz="2400" dirty="0"/>
                  <a:t>R</a:t>
                </a:r>
                <a:r>
                  <a:rPr lang="en-US" sz="2400" baseline="-25000" dirty="0"/>
                  <a:t>4</a:t>
                </a:r>
                <a:r>
                  <a:rPr lang="en-US" sz="2400" dirty="0"/>
                  <a:t> 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¬</m:t>
                    </m:r>
                  </m:oMath>
                </a14:m>
                <a:r>
                  <a:rPr lang="en-US" sz="2400" dirty="0"/>
                  <a:t> B</a:t>
                </a:r>
                <a:r>
                  <a:rPr lang="en-US" sz="2400" baseline="-25000" dirty="0"/>
                  <a:t>1,1</a:t>
                </a:r>
              </a:p>
              <a:p>
                <a:r>
                  <a:rPr lang="en-US" sz="2400" dirty="0"/>
                  <a:t>R</a:t>
                </a:r>
                <a:r>
                  <a:rPr lang="en-US" sz="2400" baseline="-25000" dirty="0"/>
                  <a:t>5</a:t>
                </a:r>
                <a:r>
                  <a:rPr lang="en-US" sz="2400" dirty="0"/>
                  <a:t> : B</a:t>
                </a:r>
                <a:r>
                  <a:rPr lang="en-US" sz="2400" baseline="-25000" dirty="0"/>
                  <a:t>2,1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Query: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¬</m:t>
                    </m:r>
                  </m:oMath>
                </a14:m>
                <a:r>
                  <a:rPr lang="en-US" sz="2400" dirty="0"/>
                  <a:t> P</a:t>
                </a:r>
                <a:r>
                  <a:rPr lang="en-US" sz="2400" baseline="-25000" dirty="0"/>
                  <a:t>1,2 </a:t>
                </a:r>
                <a:r>
                  <a:rPr lang="en-US" sz="2400" dirty="0"/>
                  <a:t> . Can we prove if this sentence be entailed from KB using inference rules?</a:t>
                </a:r>
              </a:p>
              <a:p>
                <a:endParaRPr lang="en-US" sz="2400" dirty="0"/>
              </a:p>
              <a:p>
                <a:endParaRPr lang="en-IN" sz="2400" dirty="0"/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AAkPVOq4nDshhVpOLP/2j0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AAAAAA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/>
              </a:blipFill>
              <a:ln>
                <a:noFill/>
              </a:ln>
              <a:effectLst/>
            </p:spPr>
          </p:sp>
        </mc:Fallback>
      </mc:AlternateContent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YAgAABUCAADoNAAAewcAABAAAAAmAAAACAAAAIGAAAAAAAAA"/>
              </a:ext>
            </a:extLst>
          </p:cNvSpPr>
          <p:nvPr>
            <p:ph type="title"/>
          </p:nvPr>
        </p:nvSpPr>
        <p:spPr>
          <a:xfrm>
            <a:off x="1361440" y="338455"/>
            <a:ext cx="7239000" cy="87757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PL Inference – Theorem Proving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2"/>
              <p:cNvSpPr>
                <a:extLst>
                  <a:ext uri="smNativeData">
                    <pr:smNativeData xmlns:pr="smNativeData" xmlns="smNativeData" val="SMDATA_15_WXOIaRMAAAAlAAAAZA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BS/P//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AAAABQAAAA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marL="571500" indent="-342900"/>
                <a:r>
                  <a:rPr lang="en-US" sz="2400" dirty="0">
                    <a:latin typeface="Helvetica" panose="020B0500000000000000" pitchFamily="34" charset="0"/>
                  </a:rPr>
                  <a:t>R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2</a:t>
                </a:r>
                <a:r>
                  <a:rPr lang="en-US" sz="2400" dirty="0">
                    <a:latin typeface="Helvetica" panose="020B0500000000000000" pitchFamily="34" charset="0"/>
                  </a:rPr>
                  <a:t> : B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1,1</a:t>
                </a:r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⟺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(P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1,2</a:t>
                </a:r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⋁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2,1</a:t>
                </a:r>
                <a:r>
                  <a:rPr lang="en-US" sz="2400" dirty="0">
                    <a:latin typeface="Helvetica" panose="020B0500000000000000" pitchFamily="34" charset="0"/>
                  </a:rPr>
                  <a:t>)</a:t>
                </a:r>
              </a:p>
              <a:p>
                <a:pPr marL="571500" indent="-342900"/>
                <a:r>
                  <a:rPr lang="en-US" sz="2400" dirty="0">
                    <a:latin typeface="Helvetica" panose="020B0500000000000000" pitchFamily="34" charset="0"/>
                  </a:rPr>
                  <a:t>Apply </a:t>
                </a:r>
                <a:r>
                  <a:rPr lang="en-US" sz="2400" dirty="0" err="1">
                    <a:latin typeface="Helvetica" panose="020B0500000000000000" pitchFamily="34" charset="0"/>
                  </a:rPr>
                  <a:t>Biconditional</a:t>
                </a:r>
                <a:r>
                  <a:rPr lang="en-US" sz="2400" dirty="0">
                    <a:latin typeface="Helvetica" panose="020B0500000000000000" pitchFamily="34" charset="0"/>
                  </a:rPr>
                  <a:t> Elimination</a:t>
                </a:r>
              </a:p>
              <a:p>
                <a:pPr marL="571500" indent="-342900"/>
                <a:r>
                  <a:rPr lang="en-US" sz="2400" dirty="0">
                    <a:latin typeface="Helvetica" panose="020B0500000000000000" pitchFamily="34" charset="0"/>
                  </a:rPr>
                  <a:t>R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6</a:t>
                </a:r>
                <a:r>
                  <a:rPr lang="en-US" sz="2400" dirty="0">
                    <a:latin typeface="Helvetica" panose="020B0500000000000000" pitchFamily="34" charset="0"/>
                  </a:rPr>
                  <a:t> : (B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1,1</a:t>
                </a:r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(P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1,2</a:t>
                </a:r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⋁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2,1</a:t>
                </a:r>
                <a:r>
                  <a:rPr lang="en-US" sz="2400" dirty="0">
                    <a:latin typeface="Helvetica" panose="020B0500000000000000" pitchFamily="34" charset="0"/>
                  </a:rPr>
                  <a:t>))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⋀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((P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1,2</a:t>
                </a:r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⋁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2,1</a:t>
                </a:r>
                <a:r>
                  <a:rPr lang="en-US" sz="2400" dirty="0">
                    <a:latin typeface="Helvetica" panose="020B0500000000000000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B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1,1</a:t>
                </a:r>
                <a:r>
                  <a:rPr lang="en-US" sz="2400" dirty="0">
                    <a:latin typeface="Helvetica" panose="020B0500000000000000" pitchFamily="34" charset="0"/>
                  </a:rPr>
                  <a:t>)</a:t>
                </a:r>
              </a:p>
              <a:p>
                <a:pPr marL="571500" indent="-342900"/>
                <a:r>
                  <a:rPr lang="en-US" sz="2400" dirty="0">
                    <a:latin typeface="Helvetica" panose="020B0500000000000000" pitchFamily="34" charset="0"/>
                  </a:rPr>
                  <a:t>Apply And-Elimination to R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6</a:t>
                </a:r>
                <a:r>
                  <a:rPr lang="en-US" sz="2400" dirty="0">
                    <a:latin typeface="Helvetica" panose="020B0500000000000000" pitchFamily="34" charset="0"/>
                  </a:rPr>
                  <a:t> to obtain</a:t>
                </a:r>
              </a:p>
              <a:p>
                <a:pPr marL="571500" indent="-342900"/>
                <a:r>
                  <a:rPr lang="en-US" sz="2400" dirty="0">
                    <a:latin typeface="Helvetica" panose="020B0500000000000000" pitchFamily="34" charset="0"/>
                  </a:rPr>
                  <a:t>R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7</a:t>
                </a:r>
                <a:r>
                  <a:rPr lang="en-US" sz="2400" dirty="0">
                    <a:latin typeface="Helvetica" panose="020B0500000000000000" pitchFamily="34" charset="0"/>
                  </a:rPr>
                  <a:t> : ((P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1,2</a:t>
                </a:r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⋁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2,1</a:t>
                </a:r>
                <a:r>
                  <a:rPr lang="en-US" sz="2400" dirty="0">
                    <a:latin typeface="Helvetica" panose="020B0500000000000000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B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1,1</a:t>
                </a:r>
                <a:r>
                  <a:rPr lang="en-US" sz="2400" dirty="0">
                    <a:latin typeface="Helvetica" panose="020B0500000000000000" pitchFamily="34" charset="0"/>
                  </a:rPr>
                  <a:t>)</a:t>
                </a:r>
              </a:p>
              <a:p>
                <a:pPr marL="571500" indent="-342900"/>
                <a:r>
                  <a:rPr lang="en-US" sz="2400" dirty="0">
                    <a:latin typeface="Helvetica" panose="020B0500000000000000" pitchFamily="34" charset="0"/>
                  </a:rPr>
                  <a:t>Logical equivalence for contrapositives gives</a:t>
                </a:r>
              </a:p>
              <a:p>
                <a:pPr marL="571500" indent="-342900"/>
                <a:r>
                  <a:rPr lang="en-US" sz="2400" dirty="0">
                    <a:latin typeface="Helvetica" panose="020B0500000000000000" pitchFamily="34" charset="0"/>
                  </a:rPr>
                  <a:t>R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8</a:t>
                </a:r>
                <a:r>
                  <a:rPr lang="en-US" sz="2400" dirty="0">
                    <a:latin typeface="Helvetica" panose="020B0500000000000000" pitchFamily="34" charset="0"/>
                  </a:rPr>
                  <a:t> :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¬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B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1,1</a:t>
                </a:r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⟹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¬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(P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1,2</a:t>
                </a:r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⋁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2,1</a:t>
                </a:r>
                <a:r>
                  <a:rPr lang="en-US" sz="2400" dirty="0">
                    <a:latin typeface="Helvetica" panose="020B0500000000000000" pitchFamily="34" charset="0"/>
                  </a:rPr>
                  <a:t>))</a:t>
                </a:r>
              </a:p>
              <a:p>
                <a:pPr marL="571500" indent="-342900"/>
                <a:r>
                  <a:rPr lang="en-US" sz="2400" dirty="0">
                    <a:latin typeface="Helvetica" panose="020B0500000000000000" pitchFamily="34" charset="0"/>
                  </a:rPr>
                  <a:t>Apply Modus Ponens with R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8</a:t>
                </a:r>
                <a:r>
                  <a:rPr lang="en-US" sz="2400" dirty="0">
                    <a:latin typeface="Helvetica" panose="020B0500000000000000" pitchFamily="34" charset="0"/>
                  </a:rPr>
                  <a:t> and R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4</a:t>
                </a:r>
                <a:r>
                  <a:rPr lang="en-US" sz="2400" dirty="0">
                    <a:latin typeface="Helvetica" panose="020B0500000000000000" pitchFamily="34" charset="0"/>
                  </a:rPr>
                  <a:t> to obtain</a:t>
                </a:r>
              </a:p>
              <a:p>
                <a:pPr marL="571500" indent="-342900"/>
                <a:r>
                  <a:rPr lang="en-US" sz="2400" dirty="0">
                    <a:latin typeface="Helvetica" panose="020B0500000000000000" pitchFamily="34" charset="0"/>
                  </a:rPr>
                  <a:t>R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9</a:t>
                </a:r>
                <a:r>
                  <a:rPr lang="en-US" sz="2400" dirty="0">
                    <a:latin typeface="Helvetica" panose="020B0500000000000000" pitchFamily="34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¬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(P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1,2</a:t>
                </a:r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⋁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2,1</a:t>
                </a:r>
                <a:r>
                  <a:rPr lang="en-US" sz="2400" dirty="0">
                    <a:latin typeface="Helvetica" panose="020B0500000000000000" pitchFamily="34" charset="0"/>
                  </a:rPr>
                  <a:t>)</a:t>
                </a:r>
              </a:p>
              <a:p>
                <a:pPr marL="571500" indent="-342900"/>
                <a:r>
                  <a:rPr lang="en-US" sz="2400" dirty="0">
                    <a:latin typeface="Helvetica" panose="020B0500000000000000" pitchFamily="34" charset="0"/>
                  </a:rPr>
                  <a:t>Finally, using De Morgan’s rule</a:t>
                </a:r>
              </a:p>
              <a:p>
                <a:pPr marL="571500" indent="-342900"/>
                <a:r>
                  <a:rPr lang="en-US" sz="2400" dirty="0">
                    <a:latin typeface="Helvetica" panose="020B0500000000000000" pitchFamily="34" charset="0"/>
                  </a:rPr>
                  <a:t>R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10</a:t>
                </a:r>
                <a:r>
                  <a:rPr lang="en-US" sz="2400" dirty="0">
                    <a:latin typeface="Helvetica" panose="020B0500000000000000" pitchFamily="34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¬ 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1,2</a:t>
                </a:r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⋀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¬ </m:t>
                    </m:r>
                  </m:oMath>
                </a14:m>
                <a:r>
                  <a:rPr lang="en-US" sz="2400" dirty="0">
                    <a:latin typeface="Helvetica" panose="020B0500000000000000" pitchFamily="34" charset="0"/>
                  </a:rPr>
                  <a:t>P</a:t>
                </a:r>
                <a:r>
                  <a:rPr lang="en-US" sz="2400" baseline="-25000" dirty="0">
                    <a:latin typeface="Helvetica" panose="020B0500000000000000" pitchFamily="34" charset="0"/>
                  </a:rPr>
                  <a:t>2,1</a:t>
                </a:r>
                <a:r>
                  <a:rPr lang="en-US" sz="2400" dirty="0">
                    <a:latin typeface="Helvetica" panose="020B0500000000000000" pitchFamily="34" charset="0"/>
                  </a:rPr>
                  <a:t> </a:t>
                </a:r>
              </a:p>
              <a:p>
                <a:endParaRPr lang="en-US" baseline="-25000" dirty="0">
                  <a:latin typeface="Helvetica" panose="020B0500000000000000" pitchFamily="34" charset="0"/>
                </a:endParaRPr>
              </a:p>
              <a:p>
                <a:endParaRPr lang="en-IN" dirty="0">
                  <a:latin typeface="Helvetica" panose="020B0500000000000000" pitchFamily="34" charset="0"/>
                </a:endParaRPr>
              </a:p>
            </p:txBody>
          </p:sp>
        </mc:Choice>
        <mc:Fallback>
          <p:sp>
            <p:nvSpPr>
              <p:cNvPr id="2" name="Text Placeholder 2"/>
              <p:cNvSpPr>
                <a:spLocks noRot="1" noChangeAspect="1" noMove="1" noResize="1" noEditPoints="1" noAdjustHandles="1" noChangeArrowheads="1" noChangeShapeType="1" noTextEdit="1"/>
                <a:extLst>
                  <a:ext uri="smNativeData">
                    <pr:smNativeData xmlns:pr="smNativeData" xmlns="smNativeData" val="SMDATA_15_WXOIaRMAAAAlAAAAZAAAAK8AAAAAkAAAAEgAAACQAAAASAAAAAAAAAAAAAAAAAAAAAEAAABQAAAAAAAAAAAA4D8AAAAAAADgPwAAAAAAAOA/AAAAAAAA4D8AAAAAAADgPwAAAAAAAOA/AAAAAAAA4D8AAAAAAADgPwAAAAAAAOA/AAAAAAAA4D8CAAAAjAAAAAEAAAACAAAAT4G9DP///wgAAAAAAAAAAEqqziVzzDU4FFzhMxFiSEoBAAAAZAAAAAEAAABAAAAAAAAAAAAAAAAAAAAAAAAAAAAAAAAAAAAAAAAAAAAAAAAAAAAAAAAAAAAAAAAAAAAAAAAAAAAAAAAAAAAAAAAAAAAAAAAAAAAAAAAAAAAAAAAAAAAAFAAAADwAAAAAAAAAAAAAAAAAAAAA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7o2aweAAAAaAAAAAAAAAAAAAAAAAAAAAAAAABS/P//ECcAABAnAAAAAAAAAAAAAAAAAAAAAAAAAAAAAAAAAAAAAAAAAAAAABQAAAAAAAAAwMD/AAAAAABkAAAAMgAAAAAAAABkAAAAAAAAAH9/fwAKAAAAIgAAABgAAAAAAAAAAAAAAAAAAAAAAAAAAAAAAAAAAAAkAAAAJAAAAAAAAAAHAAAAAAAAAAAAAAAAAAAAAAAAAAAAAAAAAAAAAAAAACUAAABYAAAAAAAAAAAAAAAAAAAAAAAAAAAAAAAAAAAAAAAAAAAAAAAAAAAAAAAAAAAAAAA/AAAAAAAAAKCGAQAAAAAAAAAAAAAAAAAMAAAAAQAAAAAAAAAAAAAAAAAAAB8AAABUAAAAW5vVBf///wEAAAAAAAAAAAAAAAAAAAAAAAAAAAAAAAAAAAAAAAAAAAAAAAB/f38A5+bmA8zMzADAwP8Af39/AAAAAAAAAAAAAAAAAAAAAAAAAAAAIQAAABgAAAAUAAAAgAIAADEJAAAARgAACCUAABAAAAAmAAAACAAAAP//////////"/>
                  </a:ext>
                </a:extLst>
              </p:cNvSpPr>
              <p:nvPr/>
            </p:nvSpPr>
            <p:spPr>
              <a:xfrm>
                <a:off x="406400" y="1494155"/>
                <a:ext cx="10972800" cy="4525645"/>
              </a:xfrm>
              <a:prstGeom prst="rect">
                <a:avLst/>
              </a:prstGeom>
              <a:blipFill>
                <a:blip r:embed="rId2"/>
                <a:srcRect/>
                <a:stretch>
                  <a:fillRect l="0" t="0" r="0" b="-9420"/>
                </a:stretch>
              </a:blipFill>
              <a:ln>
                <a:noFill/>
              </a:ln>
              <a:effectLst/>
            </p:spPr>
          </p:sp>
        </mc:Fallback>
      </mc:AlternateContent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ZQcAAD8CAADtMwAAkAcAABAAAAAmAAAACAAAAIGAAAAAAAAA"/>
              </a:ext>
            </a:extLst>
          </p:cNvSpPr>
          <p:nvPr>
            <p:ph type="title"/>
          </p:nvPr>
        </p:nvSpPr>
        <p:spPr>
          <a:xfrm>
            <a:off x="1202055" y="365125"/>
            <a:ext cx="7239000" cy="86423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PL Inference – Theorem Proving</a:t>
            </a:r>
            <a:endParaRPr lang="en-in" sz="3200" b="1" cap="none"/>
          </a:p>
        </p:txBody>
      </p:sp>
      <p:pic>
        <p:nvPicPr>
          <p:cNvPr id="4" name="Picture 4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JQgAAB+DQAA7DUAAG0P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2193290"/>
            <a:ext cx="3469640" cy="31432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DQgAAD8CAABBLgAAfgYAABAAAAAmAAAACAAAAIGAAAAAAAAA"/>
              </a:ext>
            </a:extLst>
          </p:cNvSpPr>
          <p:nvPr>
            <p:ph type="title"/>
          </p:nvPr>
        </p:nvSpPr>
        <p:spPr>
          <a:xfrm>
            <a:off x="1308735" y="365125"/>
            <a:ext cx="6210300" cy="69024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b="1" cap="none">
                <a:solidFill>
                  <a:schemeClr val="hlink"/>
                </a:solidFill>
              </a:defRPr>
            </a:pPr>
            <a:r>
              <a:rPr lang="en-us" sz="3200" cap="none"/>
              <a:t>example</a:t>
            </a:r>
            <a:endParaRPr lang="en-in" sz="3200" cap="none"/>
          </a:p>
        </p:txBody>
      </p:sp>
      <p:pic>
        <p:nvPicPr>
          <p:cNvPr id="3" name="Picture 2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O0EAADTCAAAGUMAAGsn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800735" y="1434465"/>
            <a:ext cx="10106660" cy="497332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IUC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BgoAAD8CAAA6MAAAvQYAABAAAAAmAAAACAAAAIGAAAAAAAAA"/>
              </a:ext>
            </a:extLst>
          </p:cNvSpPr>
          <p:nvPr>
            <p:ph type="title"/>
          </p:nvPr>
        </p:nvSpPr>
        <p:spPr>
          <a:xfrm>
            <a:off x="1629410" y="365125"/>
            <a:ext cx="6210300" cy="73025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b="1" cap="none">
                <a:solidFill>
                  <a:srgbClr val="FF0000"/>
                </a:solidFill>
              </a:defRPr>
            </a:pPr>
            <a:r>
              <a:rPr lang="en-us" sz="3200" cap="none"/>
              <a:t>Solution</a:t>
            </a:r>
            <a:endParaRPr lang="en-in" sz="3200" cap="none"/>
          </a:p>
        </p:txBody>
      </p:sp>
      <p:pic>
        <p:nvPicPr>
          <p:cNvPr id="3" name="Picture 2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OwKAAD5CwAACDgAAOUk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775460" y="1946275"/>
            <a:ext cx="7332980" cy="40513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PQyNX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GgoAAD8CAAAzMgAAkwYAABAAAAAmAAAACAAAAIGAAAAAAAAA"/>
              </a:ext>
            </a:extLst>
          </p:cNvSpPr>
          <p:nvPr>
            <p:ph type="title"/>
          </p:nvPr>
        </p:nvSpPr>
        <p:spPr>
          <a:xfrm>
            <a:off x="1642110" y="365125"/>
            <a:ext cx="6518275" cy="703580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b="1" cap="none">
                <a:solidFill>
                  <a:schemeClr val="hlink"/>
                </a:solidFill>
              </a:defRPr>
            </a:pPr>
            <a:r>
              <a:rPr lang="en-us" sz="3200" cap="none"/>
              <a:t>Exercise</a:t>
            </a:r>
            <a:endParaRPr lang="en-in" sz="3200" cap="none"/>
          </a:p>
        </p:txBody>
      </p:sp>
      <p:pic>
        <p:nvPicPr>
          <p:cNvPr id="3" name="Picture 2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D0FTFw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LgKAAAeDQAAkDsAAA4o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742440" y="2132330"/>
            <a:ext cx="7940040" cy="437896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3"/>
          <p:cNvSpPr>
            <a:extLst>
              <a:ext uri="smNativeData">
                <pr:smNativeData xmlns:pr="smNativeData" xmlns="smNativeData" val="SMDATA_15_WXOI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Ngeb3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B/f38A5+bmA8zMzADAwP8Af39/AAAAAAAAAAAAAAAAAAAAAAAAAAAAIQAAABgAAAAUAAAAVgoAACUJAAAPLwAA9QsAABAgAAAmAAAACAAAAP//////////"/>
              </a:ext>
            </a:extLst>
          </p:cNvSpPr>
          <p:nvPr/>
        </p:nvSpPr>
        <p:spPr>
          <a:xfrm>
            <a:off x="1680210" y="1486535"/>
            <a:ext cx="596963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l">
              <a:defRPr lang="en-us" sz="2400" cap="none">
                <a:solidFill>
                  <a:schemeClr val="hlink"/>
                </a:solidFill>
              </a:defRPr>
            </a:pPr>
            <a:r>
              <a:rPr lang="en-us" b="1" cap="none"/>
              <a:t>Solving a murder case </a:t>
            </a:r>
            <a:endParaRPr lang="en-in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HNjog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g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 marL="514350" indent="-285750">
              <a:buFont typeface="Wingdings" pitchFamily="0" charset="2"/>
              <a:buChar char="Ø"/>
              <a:defRPr lang="en-us"/>
            </a:pPr>
            <a:r>
              <a:t>Less expressive </a:t>
            </a:r>
          </a:p>
          <a:p>
            <a:pPr marL="514350" indent="-285750">
              <a:buFont typeface="Wingdings" pitchFamily="0" charset="2"/>
              <a:buChar char="Ø"/>
              <a:defRPr lang="en-us"/>
            </a:pPr>
            <a:r>
              <a:t>Proposition is a declarative that either true or false not both</a:t>
            </a:r>
          </a:p>
          <a:p>
            <a:pPr marL="514350" indent="-285750">
              <a:buFont typeface="Wingdings" pitchFamily="0" charset="2"/>
              <a:buChar char="Ø"/>
              <a:defRPr lang="en-us"/>
            </a:pPr>
            <a:r>
              <a:rPr lang="en-in" cap="none"/>
              <a:t>All and some cannot be represented using propositional logic</a:t>
            </a:r>
            <a:endParaRPr lang="en-in" cap="none"/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dwIAAPABAACsNAAAKQcAABAAAAAmAAAACAAAAIGAAAAAAAAA"/>
              </a:ext>
            </a:extLst>
          </p:cNvSpPr>
          <p:nvPr>
            <p:ph type="title"/>
          </p:nvPr>
        </p:nvSpPr>
        <p:spPr>
          <a:xfrm>
            <a:off x="400685" y="314960"/>
            <a:ext cx="8161655" cy="84899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Limitations of Propositional Logic</a:t>
            </a:r>
            <a:endParaRPr lang="en-in" sz="3200" b="1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A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/>
            </a:pPr>
            <a:r>
              <a:t>What my actions do?</a:t>
            </a:r>
          </a:p>
        </p:txBody>
      </p:sp>
      <p:sp>
        <p:nvSpPr>
          <p:cNvPr id="3" name="Title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B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KF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xAQAALEBAAA1MgAA6gYAABAAAAAmAAAACAAAAIGAAAAAAAAA"/>
              </a:ext>
            </a:extLst>
          </p:cNvSpPr>
          <p:nvPr>
            <p:ph type="title"/>
          </p:nvPr>
        </p:nvSpPr>
        <p:spPr>
          <a:xfrm>
            <a:off x="774700" y="274955"/>
            <a:ext cx="7386955" cy="848995"/>
          </a:xfr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 algn="ctr">
              <a:defRPr lang="en-us" cap="none">
                <a:solidFill>
                  <a:schemeClr val="hlink"/>
                </a:solidFill>
              </a:defRPr>
            </a:pPr>
            <a:r>
              <a:rPr lang="en-us" sz="3200" b="1" cap="none"/>
              <a:t>Complexity of Representation </a:t>
            </a:r>
            <a:endParaRPr lang="en-in" sz="3200" b="1" cap="none"/>
          </a:p>
        </p:txBody>
      </p:sp>
      <p:pic>
        <p:nvPicPr>
          <p:cNvPr id="4" name="Content Placeholder 3"/>
          <p:cNvPicPr>
            <a:picLocks noChangeAspect="1"/>
            <a:extLst>
              <a:ext uri="smNativeData">
                <pr:smNativeData xmlns:pr="smNativeData" xmlns="smNativeData" val="SMDATA_17_WXOIaRMAAAAlAAAAEQAAAC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KcPAABSDwAA+TUAAAgd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2544445" y="2490470"/>
            <a:ext cx="6229350" cy="22288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Box 6"/>
          <p:cNvSpPr>
            <a:extLst>
              <a:ext uri="smNativeData">
                <pr:smNativeData xmlns:pr="smNativeData" xmlns="smNativeData" val="SMDATA_15_WXOI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B/f38A5+bmA8zMzADAwP8Af39/AAAAAAAAAAAAAAAAAAAAAAAAAAAAIQAAABgAAAAUAAAAVxIAAAgdAABJGQAAmB4AABAgAAAmAAAACAAAAP//////////"/>
              </a:ext>
            </a:extLst>
          </p:cNvSpPr>
          <p:nvPr/>
        </p:nvSpPr>
        <p:spPr>
          <a:xfrm>
            <a:off x="2981325" y="4719320"/>
            <a:ext cx="112903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/>
            </a:pPr>
            <a:r>
              <a:rPr lang="en-us" sz="1050" cap="none"/>
              <a:t>Search Strategies</a:t>
            </a:r>
            <a:endParaRPr lang="en-us" sz="1050" cap="none"/>
          </a:p>
        </p:txBody>
      </p:sp>
      <p:sp>
        <p:nvSpPr>
          <p:cNvPr id="6" name="TextBox 7"/>
          <p:cNvSpPr>
            <a:extLst>
              <a:ext uri="smNativeData">
                <pr:smNativeData xmlns:pr="smNativeData" xmlns="smNativeData" val="SMDATA_15_WXOI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C1rX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B/f38A5+bmA8zMzADAwP8Af39/AAAAAAAAAAAAAAAAAAAAAAAAAAAAIQAAABgAAAAUAAAA9x0AAAgdAABxJQAAmB4AABAgAAAmAAAACAAAAP//////////"/>
              </a:ext>
            </a:extLst>
          </p:cNvSpPr>
          <p:nvPr/>
        </p:nvSpPr>
        <p:spPr>
          <a:xfrm>
            <a:off x="4871085" y="4719320"/>
            <a:ext cx="121539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/>
            </a:pPr>
            <a:r>
              <a:rPr lang="en-us" sz="1050" cap="none"/>
              <a:t>Propositional Logic</a:t>
            </a:r>
            <a:endParaRPr lang="en-us" sz="1050" cap="none"/>
          </a:p>
        </p:txBody>
      </p:sp>
      <p:sp>
        <p:nvSpPr>
          <p:cNvPr id="7" name="TextBox 8"/>
          <p:cNvSpPr>
            <a:extLst>
              <a:ext uri="smNativeData">
                <pr:smNativeData xmlns:pr="smNativeData" xmlns="smNativeData" val="SMDATA_15_WXOIaRMAAAAlAAAAZAAAAE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ABhnn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B/f38A5+bmA8zMzADAwP8Af39/AAAAAAAAAAAAAAAAAAAAAAAAAAAAIQAAABgAAAAUAAAA6CwAAAgdAACRMwAAmB4AABAgAAAmAAAACAAAAP//////////"/>
              </a:ext>
            </a:extLst>
          </p:cNvSpPr>
          <p:nvPr/>
        </p:nvSpPr>
        <p:spPr>
          <a:xfrm>
            <a:off x="7299960" y="4719320"/>
            <a:ext cx="1082675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spcCol="215900" anchor="t"/>
          <a:lstStyle/>
          <a:p>
            <a:pPr>
              <a:defRPr lang="en-us"/>
            </a:pPr>
            <a:r>
              <a:rPr lang="en-us" sz="1050" cap="none"/>
              <a:t>First Order Logic</a:t>
            </a:r>
            <a:endParaRPr lang="en-us" sz="1050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 noChangeArrowheads="1"/>
            <a:extLst>
              <a:ext uri="smNativeData">
                <pr:smNativeData xmlns:pr="smNativeData" xmlns="smNativeData" val="SMDATA_15_WXOIaRMAAAAlAAAAZAAAAA0AAAAAkAAAAEgAAACQAAAASAAAAAAAAAAAAAAAAAAAAAEAAABQAAAAAAAAAAAA4D8AAAAAAADgPwAAAAAAAOA/AAAAAAAA4D8AAAAAAADgPwAAAAAAAOA/AAAAAAAA4D8AAAAAAADgPwAAAAAAAOA/AAAAAAAA4D8CAAAAjAAAAAAAAAAAAAAAT4G9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fSX0KAAAAACgAAAAoAAAAZAAAAGQAAAAAAAAAzMzMAAAAAABQAAAAUAAAAGQAAABkAAAAAAAAABcAAAAUAAAAAAAAAAAAAAD/fwAA/38AAAAAAAAJAAAABAAAADN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5+bmA8zMzADAwP8Af39/AAAAAAAAAAAAAAAAAAAAAAAAAAAAIQAAABgAAAAUAAAAgAIAADEJAAAARgAACCUAABAAAAAmAAAACAAAAIGAAAAAAAAA"/>
              </a:ext>
            </a:extLst>
          </p:cNvSpPr>
          <p:nvPr>
            <p:ph type="body" idx="1"/>
          </p:nvPr>
        </p:nvSpPr>
        <p:spPr>
          <a:xfrm>
            <a:off x="406400" y="1494155"/>
            <a:ext cx="10972800" cy="4525645"/>
          </a:xfr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marL="457200" marR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  <a:defRPr lang="en-us" sz="2400" cap="none">
                <a:latin typeface="Arial" pitchFamily="1" charset="0"/>
                <a:ea typeface="Calibri" pitchFamily="2" charset="0"/>
                <a:cs typeface="Calibri" pitchFamily="2" charset="0"/>
              </a:defRPr>
            </a:lvl1pPr>
            <a:lvl2pPr marL="914400" marR="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itchFamily="1" charset="0"/>
              <a:buChar char="–"/>
              <a:defRPr lang="en-us" sz="1600" cap="none">
                <a:latin typeface="Arial" pitchFamily="1" charset="0"/>
                <a:ea typeface="Calibri" pitchFamily="2" charset="0"/>
                <a:cs typeface="Calibri" pitchFamily="2" charset="0"/>
              </a:defRPr>
            </a:lvl2pPr>
            <a:lvl3pPr marL="1371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3pPr>
            <a:lvl4pPr marL="1828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4pPr>
            <a:lvl5pPr marL="22860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5pPr>
            <a:lvl6pPr marL="2743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6pPr>
            <a:lvl7pPr marL="32004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7pPr>
            <a:lvl8pPr marL="36576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8pPr>
            <a:lvl9pPr marL="41148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cap="none"/>
            </a:lvl9pPr>
          </a:lstStyle>
          <a:p>
            <a:pPr>
              <a:defRPr lang="en-us" sz="3600" cap="none">
                <a:solidFill>
                  <a:schemeClr val="hlink"/>
                </a:solidFill>
              </a:defRPr>
            </a:pPr>
          </a:p>
          <a:p>
            <a:pPr>
              <a:defRPr lang="en-us" sz="3600" cap="none">
                <a:solidFill>
                  <a:schemeClr val="hlink"/>
                </a:solidFill>
              </a:defRPr>
            </a:pPr>
            <a:r>
              <a:t>                     </a:t>
            </a:r>
          </a:p>
          <a:p>
            <a:pPr>
              <a:defRPr lang="en-us" sz="3600" cap="none">
                <a:solidFill>
                  <a:schemeClr val="hlink"/>
                </a:solidFill>
              </a:defRPr>
            </a:pPr>
            <a:r>
              <a:t>                                 Thank you</a:t>
            </a:r>
          </a:p>
          <a:p>
            <a:pPr algn="ctr">
              <a:defRPr lang="en-in" sz="3600" cap="none">
                <a:solidFill>
                  <a:schemeClr val="hlink"/>
                </a:solidFill>
              </a:defRPr>
            </a:pPr>
            <a:r>
              <a:t>Questions...please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EEECE1"/>
      </a:dk2>
      <a:lt2>
        <a:srgbClr val="1F497D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000000"/>
        </a:dk1>
        <a:lt1>
          <a:srgbClr val="FFFFFF"/>
        </a:lt1>
        <a:dk2>
          <a:srgbClr val="EEECE1"/>
        </a:dk2>
        <a:lt2>
          <a:srgbClr val="1F497D"/>
        </a:lt2>
        <a:accent1>
          <a:srgbClr val="4F81BD"/>
        </a:accent1>
        <a:accent2>
          <a:srgbClr val="C0504D"/>
        </a:accent2>
        <a:accent3>
          <a:srgbClr val="9BBB59"/>
        </a:accent3>
        <a:accent4>
          <a:srgbClr val="8064A2"/>
        </a:accent4>
        <a:accent5>
          <a:srgbClr val="4BACC6"/>
        </a:accent5>
        <a:accent6>
          <a:srgbClr val="F79646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38222816C124A8A594EC8EF066948" ma:contentTypeVersion="3" ma:contentTypeDescription="Create a new document." ma:contentTypeScope="" ma:versionID="ead1c72bd066d25c313387ff589a99a7">
  <xsd:schema xmlns:xsd="http://www.w3.org/2001/XMLSchema" xmlns:xs="http://www.w3.org/2001/XMLSchema" xmlns:p="http://schemas.microsoft.com/office/2006/metadata/properties" xmlns:ns2="732978cb-f1a4-43ed-a511-9445200b0bef" targetNamespace="http://schemas.microsoft.com/office/2006/metadata/properties" ma:root="true" ma:fieldsID="60d0dfccf03380fcbf4c73e9cf11bdf7" ns2:_="">
    <xsd:import namespace="732978cb-f1a4-43ed-a511-9445200b0b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2978cb-f1a4-43ed-a511-9445200b0b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F14DB3-93D9-4C75-A8C5-DCAE30D50F7A}"/>
</file>

<file path=customXml/itemProps2.xml><?xml version="1.0" encoding="utf-8"?>
<ds:datastoreItem xmlns:ds="http://schemas.openxmlformats.org/officeDocument/2006/customXml" ds:itemID="{989C3215-A4A5-4AE0-8321-206A96BB74EC}"/>
</file>

<file path=customXml/itemProps3.xml><?xml version="1.0" encoding="utf-8"?>
<ds:datastoreItem xmlns:ds="http://schemas.openxmlformats.org/officeDocument/2006/customXml" ds:itemID="{69AA8797-B800-413B-AC37-BFED62356805}"/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BITS</dc:creator>
  <cp:keywords/>
  <dc:description/>
  <cp:lastModifiedBy>brahmanaidu</cp:lastModifiedBy>
  <cp:revision>0</cp:revision>
  <dcterms:created xsi:type="dcterms:W3CDTF">2024-10-22T16:27:50Z</dcterms:created>
  <dcterms:modified xsi:type="dcterms:W3CDTF">2026-02-08T11:28:25Z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0x010100E6A38222816C124A8A594EC8EF066948</vt:lpwstr>
  </property>
</Properties>
</file>